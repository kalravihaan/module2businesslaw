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1"/>
  </p:notesMasterIdLst>
  <p:sldIdLst>
    <p:sldId id="256" r:id="rId2"/>
    <p:sldId id="323" r:id="rId3"/>
    <p:sldId id="257" r:id="rId4"/>
    <p:sldId id="326" r:id="rId5"/>
    <p:sldId id="327" r:id="rId6"/>
    <p:sldId id="258" r:id="rId7"/>
    <p:sldId id="500" r:id="rId8"/>
    <p:sldId id="260" r:id="rId9"/>
    <p:sldId id="330" r:id="rId10"/>
    <p:sldId id="329" r:id="rId11"/>
    <p:sldId id="263" r:id="rId12"/>
    <p:sldId id="264" r:id="rId13"/>
    <p:sldId id="265" r:id="rId14"/>
    <p:sldId id="431" r:id="rId15"/>
    <p:sldId id="501" r:id="rId16"/>
    <p:sldId id="266" r:id="rId17"/>
    <p:sldId id="267" r:id="rId18"/>
    <p:sldId id="439" r:id="rId19"/>
    <p:sldId id="331" r:id="rId20"/>
    <p:sldId id="462" r:id="rId21"/>
    <p:sldId id="515" r:id="rId22"/>
    <p:sldId id="479" r:id="rId23"/>
    <p:sldId id="480" r:id="rId24"/>
    <p:sldId id="481" r:id="rId25"/>
    <p:sldId id="482" r:id="rId26"/>
    <p:sldId id="645" r:id="rId27"/>
    <p:sldId id="646" r:id="rId28"/>
    <p:sldId id="647" r:id="rId29"/>
    <p:sldId id="649" r:id="rId30"/>
    <p:sldId id="650" r:id="rId31"/>
    <p:sldId id="651" r:id="rId32"/>
    <p:sldId id="270" r:id="rId33"/>
    <p:sldId id="271" r:id="rId34"/>
    <p:sldId id="272" r:id="rId35"/>
    <p:sldId id="440" r:id="rId36"/>
    <p:sldId id="333" r:id="rId37"/>
    <p:sldId id="334" r:id="rId38"/>
    <p:sldId id="335" r:id="rId39"/>
    <p:sldId id="336" r:id="rId40"/>
    <p:sldId id="273" r:id="rId41"/>
    <p:sldId id="274" r:id="rId42"/>
    <p:sldId id="337" r:id="rId43"/>
    <p:sldId id="338" r:id="rId44"/>
    <p:sldId id="339" r:id="rId45"/>
    <p:sldId id="641" r:id="rId46"/>
    <p:sldId id="642" r:id="rId47"/>
    <p:sldId id="340" r:id="rId48"/>
    <p:sldId id="341" r:id="rId49"/>
    <p:sldId id="648" r:id="rId50"/>
    <p:sldId id="463" r:id="rId51"/>
    <p:sldId id="464" r:id="rId52"/>
    <p:sldId id="466" r:id="rId53"/>
    <p:sldId id="467" r:id="rId54"/>
    <p:sldId id="469" r:id="rId55"/>
    <p:sldId id="472" r:id="rId56"/>
    <p:sldId id="433" r:id="rId57"/>
    <p:sldId id="436" r:id="rId58"/>
    <p:sldId id="636" r:id="rId59"/>
    <p:sldId id="435" r:id="rId60"/>
    <p:sldId id="438" r:id="rId61"/>
    <p:sldId id="437" r:id="rId62"/>
    <p:sldId id="434" r:id="rId63"/>
    <p:sldId id="277" r:id="rId64"/>
    <p:sldId id="278" r:id="rId65"/>
    <p:sldId id="375" r:id="rId66"/>
    <p:sldId id="346" r:id="rId67"/>
    <p:sldId id="506" r:id="rId68"/>
    <p:sldId id="507" r:id="rId69"/>
    <p:sldId id="347" r:id="rId70"/>
    <p:sldId id="643" r:id="rId71"/>
    <p:sldId id="279" r:id="rId72"/>
    <p:sldId id="280" r:id="rId73"/>
    <p:sldId id="637" r:id="rId74"/>
    <p:sldId id="281" r:id="rId75"/>
    <p:sldId id="348" r:id="rId76"/>
    <p:sldId id="349" r:id="rId77"/>
    <p:sldId id="460" r:id="rId78"/>
    <p:sldId id="350" r:id="rId79"/>
    <p:sldId id="355" r:id="rId80"/>
    <p:sldId id="352" r:id="rId81"/>
    <p:sldId id="353" r:id="rId82"/>
    <p:sldId id="354" r:id="rId83"/>
    <p:sldId id="377" r:id="rId84"/>
    <p:sldId id="378" r:id="rId85"/>
    <p:sldId id="379" r:id="rId86"/>
    <p:sldId id="282" r:id="rId87"/>
    <p:sldId id="283" r:id="rId88"/>
    <p:sldId id="356" r:id="rId89"/>
    <p:sldId id="357"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E7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690" y="7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1A5C9C-791E-4437-A882-C183DE01E7D0}"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IN"/>
        </a:p>
      </dgm:t>
    </dgm:pt>
    <dgm:pt modelId="{D7F706F9-9412-42AC-B995-2ED2B28D1DB0}">
      <dgm:prSet/>
      <dgm:spPr/>
      <dgm:t>
        <a:bodyPr/>
        <a:lstStyle/>
        <a:p>
          <a:pPr rtl="0"/>
          <a:r>
            <a:rPr lang="en-US" dirty="0" smtClean="0"/>
            <a:t>Section 10: In order to become a contract, an agreement must fulfill the following considerations/conditions </a:t>
          </a:r>
          <a:r>
            <a:rPr lang="en-US" dirty="0" smtClean="0">
              <a:sym typeface="Wingdings"/>
            </a:rPr>
            <a:t></a:t>
          </a:r>
          <a:endParaRPr lang="en-IN" dirty="0"/>
        </a:p>
      </dgm:t>
    </dgm:pt>
    <dgm:pt modelId="{575358D0-F56C-404F-A38D-378105581216}" type="parTrans" cxnId="{50DC87FB-79EB-4F19-9B62-F80B4B3E12C7}">
      <dgm:prSet/>
      <dgm:spPr/>
      <dgm:t>
        <a:bodyPr/>
        <a:lstStyle/>
        <a:p>
          <a:endParaRPr lang="en-IN"/>
        </a:p>
      </dgm:t>
    </dgm:pt>
    <dgm:pt modelId="{B25E311F-A6AE-48E8-84FA-97F8B9103358}" type="sibTrans" cxnId="{50DC87FB-79EB-4F19-9B62-F80B4B3E12C7}">
      <dgm:prSet/>
      <dgm:spPr/>
      <dgm:t>
        <a:bodyPr/>
        <a:lstStyle/>
        <a:p>
          <a:endParaRPr lang="en-IN"/>
        </a:p>
      </dgm:t>
    </dgm:pt>
    <dgm:pt modelId="{E51A8224-4F7B-4EEE-85DD-F44D59E309A3}">
      <dgm:prSet/>
      <dgm:spPr/>
      <dgm:t>
        <a:bodyPr/>
        <a:lstStyle/>
        <a:p>
          <a:pPr rtl="0"/>
          <a:r>
            <a:rPr lang="en-US" b="1" smtClean="0"/>
            <a:t>Offer and Acceptance</a:t>
          </a:r>
          <a:endParaRPr lang="en-IN"/>
        </a:p>
      </dgm:t>
    </dgm:pt>
    <dgm:pt modelId="{B6098496-4AF3-4314-A90E-2AB6EFD6A288}" type="parTrans" cxnId="{EAB65E69-5FB4-4D8D-AEF0-AB680BA6C6C9}">
      <dgm:prSet/>
      <dgm:spPr/>
      <dgm:t>
        <a:bodyPr/>
        <a:lstStyle/>
        <a:p>
          <a:endParaRPr lang="en-IN"/>
        </a:p>
      </dgm:t>
    </dgm:pt>
    <dgm:pt modelId="{CAF3EE46-6436-4EB0-932B-3722FF13DAE3}" type="sibTrans" cxnId="{EAB65E69-5FB4-4D8D-AEF0-AB680BA6C6C9}">
      <dgm:prSet/>
      <dgm:spPr/>
      <dgm:t>
        <a:bodyPr/>
        <a:lstStyle/>
        <a:p>
          <a:endParaRPr lang="en-IN"/>
        </a:p>
      </dgm:t>
    </dgm:pt>
    <dgm:pt modelId="{29C407BD-6FF6-4164-8C4C-A725C9C10A72}">
      <dgm:prSet/>
      <dgm:spPr/>
      <dgm:t>
        <a:bodyPr/>
        <a:lstStyle/>
        <a:p>
          <a:pPr rtl="0"/>
          <a:r>
            <a:rPr lang="en-US" b="1" dirty="0" smtClean="0"/>
            <a:t>Intention to create legal relationship (Balfour Vs Balfour)</a:t>
          </a:r>
          <a:endParaRPr lang="en-IN" dirty="0"/>
        </a:p>
      </dgm:t>
    </dgm:pt>
    <dgm:pt modelId="{845AD1C6-019B-47FB-8DDB-7F28DCA6E3A9}" type="parTrans" cxnId="{D614F175-A06E-474C-96C4-0EA3C186107F}">
      <dgm:prSet/>
      <dgm:spPr/>
      <dgm:t>
        <a:bodyPr/>
        <a:lstStyle/>
        <a:p>
          <a:endParaRPr lang="en-IN"/>
        </a:p>
      </dgm:t>
    </dgm:pt>
    <dgm:pt modelId="{28A0D3C2-E18A-4646-BA9B-7E4A24E5FF76}" type="sibTrans" cxnId="{D614F175-A06E-474C-96C4-0EA3C186107F}">
      <dgm:prSet/>
      <dgm:spPr/>
      <dgm:t>
        <a:bodyPr/>
        <a:lstStyle/>
        <a:p>
          <a:endParaRPr lang="en-IN"/>
        </a:p>
      </dgm:t>
    </dgm:pt>
    <dgm:pt modelId="{06384BC7-F053-4438-9AB9-533376C2F6FC}">
      <dgm:prSet/>
      <dgm:spPr/>
      <dgm:t>
        <a:bodyPr/>
        <a:lstStyle/>
        <a:p>
          <a:pPr rtl="0"/>
          <a:r>
            <a:rPr lang="en-US" b="1" dirty="0" smtClean="0"/>
            <a:t>Lawful Consideration</a:t>
          </a:r>
          <a:endParaRPr lang="en-IN" dirty="0"/>
        </a:p>
      </dgm:t>
    </dgm:pt>
    <dgm:pt modelId="{CCE4092E-E6A9-4C12-8578-0413DE769536}" type="parTrans" cxnId="{D830C76C-764E-40EF-9F87-3AB66B51F1CE}">
      <dgm:prSet/>
      <dgm:spPr/>
      <dgm:t>
        <a:bodyPr/>
        <a:lstStyle/>
        <a:p>
          <a:endParaRPr lang="en-IN"/>
        </a:p>
      </dgm:t>
    </dgm:pt>
    <dgm:pt modelId="{95928522-BE3A-40BC-8A31-56A7BFB3D802}" type="sibTrans" cxnId="{D830C76C-764E-40EF-9F87-3AB66B51F1CE}">
      <dgm:prSet/>
      <dgm:spPr/>
      <dgm:t>
        <a:bodyPr/>
        <a:lstStyle/>
        <a:p>
          <a:endParaRPr lang="en-IN"/>
        </a:p>
      </dgm:t>
    </dgm:pt>
    <dgm:pt modelId="{6ED5E242-FE1B-46AE-B186-C66381059CB1}">
      <dgm:prSet/>
      <dgm:spPr/>
      <dgm:t>
        <a:bodyPr/>
        <a:lstStyle/>
        <a:p>
          <a:pPr rtl="0"/>
          <a:r>
            <a:rPr lang="en-US" b="1" dirty="0" smtClean="0"/>
            <a:t>Capacity of the Parties</a:t>
          </a:r>
          <a:endParaRPr lang="en-IN" dirty="0"/>
        </a:p>
      </dgm:t>
    </dgm:pt>
    <dgm:pt modelId="{5CD3847C-B63C-4B2F-80C4-1C53C720CB3B}" type="parTrans" cxnId="{75180F1D-FC5E-49FC-8104-31461DC2CA35}">
      <dgm:prSet/>
      <dgm:spPr/>
      <dgm:t>
        <a:bodyPr/>
        <a:lstStyle/>
        <a:p>
          <a:endParaRPr lang="en-IN"/>
        </a:p>
      </dgm:t>
    </dgm:pt>
    <dgm:pt modelId="{3FBFC899-6A40-4229-BE88-E7186D7F0DAB}" type="sibTrans" cxnId="{75180F1D-FC5E-49FC-8104-31461DC2CA35}">
      <dgm:prSet/>
      <dgm:spPr/>
      <dgm:t>
        <a:bodyPr/>
        <a:lstStyle/>
        <a:p>
          <a:endParaRPr lang="en-IN"/>
        </a:p>
      </dgm:t>
    </dgm:pt>
    <dgm:pt modelId="{34ECD2F4-6893-479B-A83A-5990CDB9D23D}">
      <dgm:prSet/>
      <dgm:spPr/>
      <dgm:t>
        <a:bodyPr/>
        <a:lstStyle/>
        <a:p>
          <a:pPr rtl="0"/>
          <a:r>
            <a:rPr lang="en-US" b="1" dirty="0" smtClean="0"/>
            <a:t>Free and Genuine Consent (Consensus ad idem)</a:t>
          </a:r>
          <a:endParaRPr lang="en-IN" dirty="0"/>
        </a:p>
      </dgm:t>
    </dgm:pt>
    <dgm:pt modelId="{E6E57F4B-35C2-4F1C-B245-A70CA9C20B45}" type="parTrans" cxnId="{6D52601A-6EBD-4500-8757-B593B6C855E8}">
      <dgm:prSet/>
      <dgm:spPr/>
      <dgm:t>
        <a:bodyPr/>
        <a:lstStyle/>
        <a:p>
          <a:endParaRPr lang="en-IN"/>
        </a:p>
      </dgm:t>
    </dgm:pt>
    <dgm:pt modelId="{559F6DC0-4E53-4B3D-91A9-D65A9DE5B298}" type="sibTrans" cxnId="{6D52601A-6EBD-4500-8757-B593B6C855E8}">
      <dgm:prSet/>
      <dgm:spPr/>
      <dgm:t>
        <a:bodyPr/>
        <a:lstStyle/>
        <a:p>
          <a:endParaRPr lang="en-IN"/>
        </a:p>
      </dgm:t>
    </dgm:pt>
    <dgm:pt modelId="{63A86560-638F-4015-B1B4-C3538BE29913}">
      <dgm:prSet/>
      <dgm:spPr/>
      <dgm:t>
        <a:bodyPr/>
        <a:lstStyle/>
        <a:p>
          <a:pPr rtl="0"/>
          <a:r>
            <a:rPr lang="en-US" b="1" smtClean="0"/>
            <a:t>Lawful Object</a:t>
          </a:r>
          <a:endParaRPr lang="en-IN"/>
        </a:p>
      </dgm:t>
    </dgm:pt>
    <dgm:pt modelId="{8DD72D15-2D9D-410E-BC8C-8BFCE510218D}" type="parTrans" cxnId="{D8FF4B72-391A-4FFD-9944-F9FC13A1E9C6}">
      <dgm:prSet/>
      <dgm:spPr/>
      <dgm:t>
        <a:bodyPr/>
        <a:lstStyle/>
        <a:p>
          <a:endParaRPr lang="en-IN"/>
        </a:p>
      </dgm:t>
    </dgm:pt>
    <dgm:pt modelId="{08CE3EB2-A205-48B9-B519-CA4C2C4C579E}" type="sibTrans" cxnId="{D8FF4B72-391A-4FFD-9944-F9FC13A1E9C6}">
      <dgm:prSet/>
      <dgm:spPr/>
      <dgm:t>
        <a:bodyPr/>
        <a:lstStyle/>
        <a:p>
          <a:endParaRPr lang="en-IN"/>
        </a:p>
      </dgm:t>
    </dgm:pt>
    <dgm:pt modelId="{D69C997F-0A45-4DAF-B3A0-8481BE81B3A1}">
      <dgm:prSet/>
      <dgm:spPr/>
      <dgm:t>
        <a:bodyPr/>
        <a:lstStyle/>
        <a:p>
          <a:pPr rtl="0"/>
          <a:r>
            <a:rPr lang="en-US" b="1" smtClean="0"/>
            <a:t>Agreement not Declared Void</a:t>
          </a:r>
          <a:endParaRPr lang="en-IN"/>
        </a:p>
      </dgm:t>
    </dgm:pt>
    <dgm:pt modelId="{834A5D4E-7B11-41FB-859E-84F0DE8F0A22}" type="parTrans" cxnId="{AE3EAD01-7A32-4313-8885-3D80E8BDC259}">
      <dgm:prSet/>
      <dgm:spPr/>
      <dgm:t>
        <a:bodyPr/>
        <a:lstStyle/>
        <a:p>
          <a:endParaRPr lang="en-IN"/>
        </a:p>
      </dgm:t>
    </dgm:pt>
    <dgm:pt modelId="{F810A6BA-0F03-4B93-8AE3-7BBA451CFDF3}" type="sibTrans" cxnId="{AE3EAD01-7A32-4313-8885-3D80E8BDC259}">
      <dgm:prSet/>
      <dgm:spPr/>
      <dgm:t>
        <a:bodyPr/>
        <a:lstStyle/>
        <a:p>
          <a:endParaRPr lang="en-IN"/>
        </a:p>
      </dgm:t>
    </dgm:pt>
    <dgm:pt modelId="{E83B5311-EBFD-43E5-AEE4-E722CA75A46D}">
      <dgm:prSet/>
      <dgm:spPr/>
      <dgm:t>
        <a:bodyPr/>
        <a:lstStyle/>
        <a:p>
          <a:pPr rtl="0"/>
          <a:r>
            <a:rPr lang="en-US" b="1" smtClean="0"/>
            <a:t>Certainty and Possibility of Performance</a:t>
          </a:r>
          <a:endParaRPr lang="en-IN"/>
        </a:p>
      </dgm:t>
    </dgm:pt>
    <dgm:pt modelId="{6CC82D2B-D055-4538-9DF7-EC2733025256}" type="parTrans" cxnId="{BEC8BCA5-D0CF-4E7B-96DA-77276FA6F870}">
      <dgm:prSet/>
      <dgm:spPr/>
      <dgm:t>
        <a:bodyPr/>
        <a:lstStyle/>
        <a:p>
          <a:endParaRPr lang="en-IN"/>
        </a:p>
      </dgm:t>
    </dgm:pt>
    <dgm:pt modelId="{456291EF-A36C-4757-8FD6-11DECD67A254}" type="sibTrans" cxnId="{BEC8BCA5-D0CF-4E7B-96DA-77276FA6F870}">
      <dgm:prSet/>
      <dgm:spPr/>
      <dgm:t>
        <a:bodyPr/>
        <a:lstStyle/>
        <a:p>
          <a:endParaRPr lang="en-IN"/>
        </a:p>
      </dgm:t>
    </dgm:pt>
    <dgm:pt modelId="{E0CDDD10-4581-4409-8768-680324DE6C9F}">
      <dgm:prSet/>
      <dgm:spPr/>
      <dgm:t>
        <a:bodyPr/>
        <a:lstStyle/>
        <a:p>
          <a:pPr rtl="0"/>
          <a:r>
            <a:rPr lang="en-US" b="1" smtClean="0"/>
            <a:t>Legal Formalities</a:t>
          </a:r>
          <a:endParaRPr lang="en-IN"/>
        </a:p>
      </dgm:t>
    </dgm:pt>
    <dgm:pt modelId="{5EC7AED7-B678-402D-A0C2-BC1D09D452F6}" type="parTrans" cxnId="{EA9B3BC3-163F-461A-AD99-90BE640314EE}">
      <dgm:prSet/>
      <dgm:spPr/>
      <dgm:t>
        <a:bodyPr/>
        <a:lstStyle/>
        <a:p>
          <a:endParaRPr lang="en-IN"/>
        </a:p>
      </dgm:t>
    </dgm:pt>
    <dgm:pt modelId="{166B821C-DA9E-485E-B8CA-70EEF9BC3AC8}" type="sibTrans" cxnId="{EA9B3BC3-163F-461A-AD99-90BE640314EE}">
      <dgm:prSet/>
      <dgm:spPr/>
      <dgm:t>
        <a:bodyPr/>
        <a:lstStyle/>
        <a:p>
          <a:endParaRPr lang="en-IN"/>
        </a:p>
      </dgm:t>
    </dgm:pt>
    <dgm:pt modelId="{BF8200DE-27CA-45F1-B2CD-466402271EDA}" type="pres">
      <dgm:prSet presAssocID="{2E1A5C9C-791E-4437-A882-C183DE01E7D0}" presName="Name0" presStyleCnt="0">
        <dgm:presLayoutVars>
          <dgm:chMax val="7"/>
          <dgm:dir/>
          <dgm:animLvl val="lvl"/>
          <dgm:resizeHandles val="exact"/>
        </dgm:presLayoutVars>
      </dgm:prSet>
      <dgm:spPr/>
      <dgm:t>
        <a:bodyPr/>
        <a:lstStyle/>
        <a:p>
          <a:endParaRPr lang="en-IN"/>
        </a:p>
      </dgm:t>
    </dgm:pt>
    <dgm:pt modelId="{F17EE357-B366-4A89-8047-A86B16FC5B5C}" type="pres">
      <dgm:prSet presAssocID="{D7F706F9-9412-42AC-B995-2ED2B28D1DB0}" presName="circle1" presStyleLbl="node1" presStyleIdx="0" presStyleCnt="1"/>
      <dgm:spPr/>
    </dgm:pt>
    <dgm:pt modelId="{B0CCD468-64D6-499B-B02B-48BC04B55AAB}" type="pres">
      <dgm:prSet presAssocID="{D7F706F9-9412-42AC-B995-2ED2B28D1DB0}" presName="space" presStyleCnt="0"/>
      <dgm:spPr/>
    </dgm:pt>
    <dgm:pt modelId="{FF158CBC-E3A9-426E-A983-0E39DEAAFFBE}" type="pres">
      <dgm:prSet presAssocID="{D7F706F9-9412-42AC-B995-2ED2B28D1DB0}" presName="rect1" presStyleLbl="alignAcc1" presStyleIdx="0" presStyleCnt="1"/>
      <dgm:spPr/>
      <dgm:t>
        <a:bodyPr/>
        <a:lstStyle/>
        <a:p>
          <a:endParaRPr lang="en-IN"/>
        </a:p>
      </dgm:t>
    </dgm:pt>
    <dgm:pt modelId="{4BB5AA26-900E-4107-BF0C-CC28E8C94D40}" type="pres">
      <dgm:prSet presAssocID="{D7F706F9-9412-42AC-B995-2ED2B28D1DB0}" presName="rect1ParTx" presStyleLbl="alignAcc1" presStyleIdx="0" presStyleCnt="1">
        <dgm:presLayoutVars>
          <dgm:chMax val="1"/>
          <dgm:bulletEnabled val="1"/>
        </dgm:presLayoutVars>
      </dgm:prSet>
      <dgm:spPr/>
      <dgm:t>
        <a:bodyPr/>
        <a:lstStyle/>
        <a:p>
          <a:endParaRPr lang="en-IN"/>
        </a:p>
      </dgm:t>
    </dgm:pt>
    <dgm:pt modelId="{208AC997-A37D-4388-B1EC-5F59A2DC91B6}" type="pres">
      <dgm:prSet presAssocID="{D7F706F9-9412-42AC-B995-2ED2B28D1DB0}" presName="rect1ChTx" presStyleLbl="alignAcc1" presStyleIdx="0" presStyleCnt="1" custScaleX="109445">
        <dgm:presLayoutVars>
          <dgm:bulletEnabled val="1"/>
        </dgm:presLayoutVars>
      </dgm:prSet>
      <dgm:spPr/>
      <dgm:t>
        <a:bodyPr/>
        <a:lstStyle/>
        <a:p>
          <a:endParaRPr lang="en-IN"/>
        </a:p>
      </dgm:t>
    </dgm:pt>
  </dgm:ptLst>
  <dgm:cxnLst>
    <dgm:cxn modelId="{50DC87FB-79EB-4F19-9B62-F80B4B3E12C7}" srcId="{2E1A5C9C-791E-4437-A882-C183DE01E7D0}" destId="{D7F706F9-9412-42AC-B995-2ED2B28D1DB0}" srcOrd="0" destOrd="0" parTransId="{575358D0-F56C-404F-A38D-378105581216}" sibTransId="{B25E311F-A6AE-48E8-84FA-97F8B9103358}"/>
    <dgm:cxn modelId="{03AF806C-2815-41CF-9D93-F89345C9C25D}" type="presOf" srcId="{E83B5311-EBFD-43E5-AEE4-E722CA75A46D}" destId="{208AC997-A37D-4388-B1EC-5F59A2DC91B6}" srcOrd="0" destOrd="7" presId="urn:microsoft.com/office/officeart/2005/8/layout/target3"/>
    <dgm:cxn modelId="{BEC8BCA5-D0CF-4E7B-96DA-77276FA6F870}" srcId="{D7F706F9-9412-42AC-B995-2ED2B28D1DB0}" destId="{E83B5311-EBFD-43E5-AEE4-E722CA75A46D}" srcOrd="7" destOrd="0" parTransId="{6CC82D2B-D055-4538-9DF7-EC2733025256}" sibTransId="{456291EF-A36C-4757-8FD6-11DECD67A254}"/>
    <dgm:cxn modelId="{4EA27C44-7BF9-4055-9643-CF19517C0C8C}" type="presOf" srcId="{2E1A5C9C-791E-4437-A882-C183DE01E7D0}" destId="{BF8200DE-27CA-45F1-B2CD-466402271EDA}" srcOrd="0" destOrd="0" presId="urn:microsoft.com/office/officeart/2005/8/layout/target3"/>
    <dgm:cxn modelId="{AE3EAD01-7A32-4313-8885-3D80E8BDC259}" srcId="{D7F706F9-9412-42AC-B995-2ED2B28D1DB0}" destId="{D69C997F-0A45-4DAF-B3A0-8481BE81B3A1}" srcOrd="6" destOrd="0" parTransId="{834A5D4E-7B11-41FB-859E-84F0DE8F0A22}" sibTransId="{F810A6BA-0F03-4B93-8AE3-7BBA451CFDF3}"/>
    <dgm:cxn modelId="{11EDAE1A-C013-4705-AAF6-3E6491CCF92C}" type="presOf" srcId="{34ECD2F4-6893-479B-A83A-5990CDB9D23D}" destId="{208AC997-A37D-4388-B1EC-5F59A2DC91B6}" srcOrd="0" destOrd="4" presId="urn:microsoft.com/office/officeart/2005/8/layout/target3"/>
    <dgm:cxn modelId="{35BB8A0D-7D22-4167-9CF9-3ED4070EC3CF}" type="presOf" srcId="{29C407BD-6FF6-4164-8C4C-A725C9C10A72}" destId="{208AC997-A37D-4388-B1EC-5F59A2DC91B6}" srcOrd="0" destOrd="1" presId="urn:microsoft.com/office/officeart/2005/8/layout/target3"/>
    <dgm:cxn modelId="{A7CDEA38-0E47-4B8C-84B8-7044933F7965}" type="presOf" srcId="{E0CDDD10-4581-4409-8768-680324DE6C9F}" destId="{208AC997-A37D-4388-B1EC-5F59A2DC91B6}" srcOrd="0" destOrd="8" presId="urn:microsoft.com/office/officeart/2005/8/layout/target3"/>
    <dgm:cxn modelId="{DAA331B1-16D8-4405-B89A-F2202CDF35D1}" type="presOf" srcId="{06384BC7-F053-4438-9AB9-533376C2F6FC}" destId="{208AC997-A37D-4388-B1EC-5F59A2DC91B6}" srcOrd="0" destOrd="2" presId="urn:microsoft.com/office/officeart/2005/8/layout/target3"/>
    <dgm:cxn modelId="{75180F1D-FC5E-49FC-8104-31461DC2CA35}" srcId="{D7F706F9-9412-42AC-B995-2ED2B28D1DB0}" destId="{6ED5E242-FE1B-46AE-B186-C66381059CB1}" srcOrd="3" destOrd="0" parTransId="{5CD3847C-B63C-4B2F-80C4-1C53C720CB3B}" sibTransId="{3FBFC899-6A40-4229-BE88-E7186D7F0DAB}"/>
    <dgm:cxn modelId="{EAB65E69-5FB4-4D8D-AEF0-AB680BA6C6C9}" srcId="{D7F706F9-9412-42AC-B995-2ED2B28D1DB0}" destId="{E51A8224-4F7B-4EEE-85DD-F44D59E309A3}" srcOrd="0" destOrd="0" parTransId="{B6098496-4AF3-4314-A90E-2AB6EFD6A288}" sibTransId="{CAF3EE46-6436-4EB0-932B-3722FF13DAE3}"/>
    <dgm:cxn modelId="{6D52601A-6EBD-4500-8757-B593B6C855E8}" srcId="{D7F706F9-9412-42AC-B995-2ED2B28D1DB0}" destId="{34ECD2F4-6893-479B-A83A-5990CDB9D23D}" srcOrd="4" destOrd="0" parTransId="{E6E57F4B-35C2-4F1C-B245-A70CA9C20B45}" sibTransId="{559F6DC0-4E53-4B3D-91A9-D65A9DE5B298}"/>
    <dgm:cxn modelId="{D830C76C-764E-40EF-9F87-3AB66B51F1CE}" srcId="{D7F706F9-9412-42AC-B995-2ED2B28D1DB0}" destId="{06384BC7-F053-4438-9AB9-533376C2F6FC}" srcOrd="2" destOrd="0" parTransId="{CCE4092E-E6A9-4C12-8578-0413DE769536}" sibTransId="{95928522-BE3A-40BC-8A31-56A7BFB3D802}"/>
    <dgm:cxn modelId="{D614F175-A06E-474C-96C4-0EA3C186107F}" srcId="{D7F706F9-9412-42AC-B995-2ED2B28D1DB0}" destId="{29C407BD-6FF6-4164-8C4C-A725C9C10A72}" srcOrd="1" destOrd="0" parTransId="{845AD1C6-019B-47FB-8DDB-7F28DCA6E3A9}" sibTransId="{28A0D3C2-E18A-4646-BA9B-7E4A24E5FF76}"/>
    <dgm:cxn modelId="{CEE925FF-9888-4CF2-8D14-ADCB97079D64}" type="presOf" srcId="{D7F706F9-9412-42AC-B995-2ED2B28D1DB0}" destId="{FF158CBC-E3A9-426E-A983-0E39DEAAFFBE}" srcOrd="0" destOrd="0" presId="urn:microsoft.com/office/officeart/2005/8/layout/target3"/>
    <dgm:cxn modelId="{EF9687E7-3DA1-41AE-9225-F860BE97418D}" type="presOf" srcId="{E51A8224-4F7B-4EEE-85DD-F44D59E309A3}" destId="{208AC997-A37D-4388-B1EC-5F59A2DC91B6}" srcOrd="0" destOrd="0" presId="urn:microsoft.com/office/officeart/2005/8/layout/target3"/>
    <dgm:cxn modelId="{45B02A57-EFA5-4F75-99F8-412B161ED118}" type="presOf" srcId="{63A86560-638F-4015-B1B4-C3538BE29913}" destId="{208AC997-A37D-4388-B1EC-5F59A2DC91B6}" srcOrd="0" destOrd="5" presId="urn:microsoft.com/office/officeart/2005/8/layout/target3"/>
    <dgm:cxn modelId="{EA9B3BC3-163F-461A-AD99-90BE640314EE}" srcId="{D7F706F9-9412-42AC-B995-2ED2B28D1DB0}" destId="{E0CDDD10-4581-4409-8768-680324DE6C9F}" srcOrd="8" destOrd="0" parTransId="{5EC7AED7-B678-402D-A0C2-BC1D09D452F6}" sibTransId="{166B821C-DA9E-485E-B8CA-70EEF9BC3AC8}"/>
    <dgm:cxn modelId="{D8FF4B72-391A-4FFD-9944-F9FC13A1E9C6}" srcId="{D7F706F9-9412-42AC-B995-2ED2B28D1DB0}" destId="{63A86560-638F-4015-B1B4-C3538BE29913}" srcOrd="5" destOrd="0" parTransId="{8DD72D15-2D9D-410E-BC8C-8BFCE510218D}" sibTransId="{08CE3EB2-A205-48B9-B519-CA4C2C4C579E}"/>
    <dgm:cxn modelId="{A5551064-47FD-49D7-B50F-98EA795FC1BB}" type="presOf" srcId="{D7F706F9-9412-42AC-B995-2ED2B28D1DB0}" destId="{4BB5AA26-900E-4107-BF0C-CC28E8C94D40}" srcOrd="1" destOrd="0" presId="urn:microsoft.com/office/officeart/2005/8/layout/target3"/>
    <dgm:cxn modelId="{3C0BE0E7-595C-422A-A704-AE5225684414}" type="presOf" srcId="{6ED5E242-FE1B-46AE-B186-C66381059CB1}" destId="{208AC997-A37D-4388-B1EC-5F59A2DC91B6}" srcOrd="0" destOrd="3" presId="urn:microsoft.com/office/officeart/2005/8/layout/target3"/>
    <dgm:cxn modelId="{756460FB-7B54-4905-A944-4A0053FB9A5B}" type="presOf" srcId="{D69C997F-0A45-4DAF-B3A0-8481BE81B3A1}" destId="{208AC997-A37D-4388-B1EC-5F59A2DC91B6}" srcOrd="0" destOrd="6" presId="urn:microsoft.com/office/officeart/2005/8/layout/target3"/>
    <dgm:cxn modelId="{6268B683-A6BE-4328-98E1-0B688D7AEEDE}" type="presParOf" srcId="{BF8200DE-27CA-45F1-B2CD-466402271EDA}" destId="{F17EE357-B366-4A89-8047-A86B16FC5B5C}" srcOrd="0" destOrd="0" presId="urn:microsoft.com/office/officeart/2005/8/layout/target3"/>
    <dgm:cxn modelId="{CCA2F2DF-B6B4-46B3-9F24-E946C0AC77A7}" type="presParOf" srcId="{BF8200DE-27CA-45F1-B2CD-466402271EDA}" destId="{B0CCD468-64D6-499B-B02B-48BC04B55AAB}" srcOrd="1" destOrd="0" presId="urn:microsoft.com/office/officeart/2005/8/layout/target3"/>
    <dgm:cxn modelId="{8179DB6B-3525-41A2-BE41-40D99A913BFB}" type="presParOf" srcId="{BF8200DE-27CA-45F1-B2CD-466402271EDA}" destId="{FF158CBC-E3A9-426E-A983-0E39DEAAFFBE}" srcOrd="2" destOrd="0" presId="urn:microsoft.com/office/officeart/2005/8/layout/target3"/>
    <dgm:cxn modelId="{804CA21F-E020-41BF-8D9F-A14DF9718F5F}" type="presParOf" srcId="{BF8200DE-27CA-45F1-B2CD-466402271EDA}" destId="{4BB5AA26-900E-4107-BF0C-CC28E8C94D40}" srcOrd="3" destOrd="0" presId="urn:microsoft.com/office/officeart/2005/8/layout/target3"/>
    <dgm:cxn modelId="{25C9A4BF-DF9E-4E98-946F-1B6C8BD7504F}" type="presParOf" srcId="{BF8200DE-27CA-45F1-B2CD-466402271EDA}" destId="{208AC997-A37D-4388-B1EC-5F59A2DC91B6}" srcOrd="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074C57-7955-448D-8829-9F18B8BD6808}" type="doc">
      <dgm:prSet loTypeId="urn:microsoft.com/office/officeart/2005/8/layout/hierarchy3" loCatId="hierarchy" qsTypeId="urn:microsoft.com/office/officeart/2005/8/quickstyle/3d2" qsCatId="3D" csTypeId="urn:microsoft.com/office/officeart/2005/8/colors/accent1_3" csCatId="accent1" phldr="1"/>
      <dgm:spPr/>
      <dgm:t>
        <a:bodyPr/>
        <a:lstStyle/>
        <a:p>
          <a:endParaRPr lang="en-US"/>
        </a:p>
      </dgm:t>
    </dgm:pt>
    <dgm:pt modelId="{6D846952-7EB3-4E83-AC85-3EEC6FB78A44}">
      <dgm:prSet custT="1">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sz="2000" b="1" dirty="0" smtClean="0"/>
            <a:t>Validity</a:t>
          </a:r>
          <a:endParaRPr lang="en-IN" sz="2000" b="1" dirty="0"/>
        </a:p>
      </dgm:t>
    </dgm:pt>
    <dgm:pt modelId="{AE801FC3-53A1-4F7F-9EB4-C04E94C876AE}" type="parTrans" cxnId="{8D7CF61E-646D-4C2A-957C-3269FA9E79CB}">
      <dgm:prSet/>
      <dgm:spPr/>
      <dgm:t>
        <a:bodyPr/>
        <a:lstStyle/>
        <a:p>
          <a:endParaRPr lang="en-US"/>
        </a:p>
      </dgm:t>
    </dgm:pt>
    <dgm:pt modelId="{543D6E77-314B-4A2C-9047-C7774BE784B0}" type="sibTrans" cxnId="{8D7CF61E-646D-4C2A-957C-3269FA9E79CB}">
      <dgm:prSet/>
      <dgm:spPr/>
      <dgm:t>
        <a:bodyPr/>
        <a:lstStyle/>
        <a:p>
          <a:endParaRPr lang="en-US"/>
        </a:p>
      </dgm:t>
    </dgm:pt>
    <dgm:pt modelId="{CE173431-9F78-460A-96FD-AAE868DD7CEE}">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dirty="0" smtClean="0"/>
            <a:t>Valid</a:t>
          </a:r>
          <a:endParaRPr lang="en-IN" b="1" dirty="0"/>
        </a:p>
      </dgm:t>
    </dgm:pt>
    <dgm:pt modelId="{DF6C8076-CD74-4392-9355-D8531807C63D}" type="parTrans" cxnId="{03DA8672-91DE-4868-B9E7-B1C49EF04B21}">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E4FD60A9-8D8A-45A5-9784-7578C926A7A9}" type="sibTrans" cxnId="{03DA8672-91DE-4868-B9E7-B1C49EF04B21}">
      <dgm:prSet/>
      <dgm:spPr/>
      <dgm:t>
        <a:bodyPr/>
        <a:lstStyle/>
        <a:p>
          <a:endParaRPr lang="en-US"/>
        </a:p>
      </dgm:t>
    </dgm:pt>
    <dgm:pt modelId="{F3B6F163-9E92-448E-8649-0174D528ADE5}">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Voidable</a:t>
          </a:r>
          <a:endParaRPr lang="en-IN" b="1"/>
        </a:p>
      </dgm:t>
    </dgm:pt>
    <dgm:pt modelId="{4B9F878D-2131-4788-A8F0-79A440E60196}" type="parTrans" cxnId="{54CB7D99-43D3-46CA-803A-4776BC957447}">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22F8C577-B325-4D61-8FA8-F355CFA16C31}" type="sibTrans" cxnId="{54CB7D99-43D3-46CA-803A-4776BC957447}">
      <dgm:prSet/>
      <dgm:spPr/>
      <dgm:t>
        <a:bodyPr/>
        <a:lstStyle/>
        <a:p>
          <a:endParaRPr lang="en-US"/>
        </a:p>
      </dgm:t>
    </dgm:pt>
    <dgm:pt modelId="{B9D5A5A8-77A5-4D2C-856D-87E99D7748B6}">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Void</a:t>
          </a:r>
          <a:endParaRPr lang="en-IN" b="1"/>
        </a:p>
      </dgm:t>
    </dgm:pt>
    <dgm:pt modelId="{7EC1D4D1-F30C-436A-9F17-21C9A991237E}" type="parTrans" cxnId="{B3241C66-F26A-44B3-9C5A-AE38A0FAFC91}">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0970F8B9-C003-402A-976F-99BE212CD6C3}" type="sibTrans" cxnId="{B3241C66-F26A-44B3-9C5A-AE38A0FAFC91}">
      <dgm:prSet/>
      <dgm:spPr/>
      <dgm:t>
        <a:bodyPr/>
        <a:lstStyle/>
        <a:p>
          <a:endParaRPr lang="en-US"/>
        </a:p>
      </dgm:t>
    </dgm:pt>
    <dgm:pt modelId="{B9142861-15E2-4175-9221-EC1B4FC0DB07}">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Illegal </a:t>
          </a:r>
          <a:endParaRPr lang="en-IN" b="1"/>
        </a:p>
      </dgm:t>
    </dgm:pt>
    <dgm:pt modelId="{F9D25A38-C7ED-4D42-A731-FB8BD815A7C8}" type="parTrans" cxnId="{B41F8AEE-1D7C-46F5-99F6-4C1F93812E34}">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F8D44865-8992-4C0A-A369-4836576E666D}" type="sibTrans" cxnId="{B41F8AEE-1D7C-46F5-99F6-4C1F93812E34}">
      <dgm:prSet/>
      <dgm:spPr/>
      <dgm:t>
        <a:bodyPr/>
        <a:lstStyle/>
        <a:p>
          <a:endParaRPr lang="en-US"/>
        </a:p>
      </dgm:t>
    </dgm:pt>
    <dgm:pt modelId="{FD1ADDC9-764B-40AB-AA79-CD3EB8E6FC81}">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Unenforceable</a:t>
          </a:r>
          <a:endParaRPr lang="en-IN" b="1"/>
        </a:p>
      </dgm:t>
    </dgm:pt>
    <dgm:pt modelId="{B0A1BBEB-D4B4-4356-BDD7-38AF520F8466}" type="parTrans" cxnId="{DB20A511-FB5D-409F-BC23-AC04BAAC958B}">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EE7D6623-AD49-4C6F-A8AB-4D9874A403CD}" type="sibTrans" cxnId="{DB20A511-FB5D-409F-BC23-AC04BAAC958B}">
      <dgm:prSet/>
      <dgm:spPr/>
      <dgm:t>
        <a:bodyPr/>
        <a:lstStyle/>
        <a:p>
          <a:endParaRPr lang="en-US"/>
        </a:p>
      </dgm:t>
    </dgm:pt>
    <dgm:pt modelId="{1AFC025C-5DCF-447A-9A01-5E220DBF81A0}">
      <dgm:prSet custT="1">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sz="2000" b="1" dirty="0" smtClean="0"/>
            <a:t>Formation</a:t>
          </a:r>
          <a:endParaRPr lang="en-IN" sz="1700" b="1" dirty="0"/>
        </a:p>
      </dgm:t>
    </dgm:pt>
    <dgm:pt modelId="{8221D6BF-9544-483C-8771-B17501241C97}" type="parTrans" cxnId="{F6FD3CB7-B079-4E9D-8A03-A1797D1FD655}">
      <dgm:prSet/>
      <dgm:spPr/>
      <dgm:t>
        <a:bodyPr/>
        <a:lstStyle/>
        <a:p>
          <a:endParaRPr lang="en-US"/>
        </a:p>
      </dgm:t>
    </dgm:pt>
    <dgm:pt modelId="{377F97E0-DF23-4216-95F5-9ECFC511086C}" type="sibTrans" cxnId="{F6FD3CB7-B079-4E9D-8A03-A1797D1FD655}">
      <dgm:prSet/>
      <dgm:spPr/>
      <dgm:t>
        <a:bodyPr/>
        <a:lstStyle/>
        <a:p>
          <a:endParaRPr lang="en-US"/>
        </a:p>
      </dgm:t>
    </dgm:pt>
    <dgm:pt modelId="{519AF4F4-A504-40BC-B85B-7A18AA2F2CDA}">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Express</a:t>
          </a:r>
          <a:endParaRPr lang="en-IN" b="1"/>
        </a:p>
      </dgm:t>
    </dgm:pt>
    <dgm:pt modelId="{09C39FD4-F09A-416F-B375-475E8E892DD0}" type="parTrans" cxnId="{4DEAA090-28EC-47E7-AFAF-518DBD8AA653}">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8372F263-778F-492A-9575-DA91D16ED342}" type="sibTrans" cxnId="{4DEAA090-28EC-47E7-AFAF-518DBD8AA653}">
      <dgm:prSet/>
      <dgm:spPr/>
      <dgm:t>
        <a:bodyPr/>
        <a:lstStyle/>
        <a:p>
          <a:endParaRPr lang="en-US"/>
        </a:p>
      </dgm:t>
    </dgm:pt>
    <dgm:pt modelId="{2FD42AA9-290B-4282-ACFC-EABBBD72D9EA}">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Implied</a:t>
          </a:r>
          <a:endParaRPr lang="en-IN" b="1"/>
        </a:p>
      </dgm:t>
    </dgm:pt>
    <dgm:pt modelId="{47F159F7-BDDB-4442-902A-9544907B6997}" type="parTrans" cxnId="{5650D8E5-5F9B-4AA0-9CDC-4A6D55022828}">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3C373164-414B-4053-99DD-FC32B90D5D80}" type="sibTrans" cxnId="{5650D8E5-5F9B-4AA0-9CDC-4A6D55022828}">
      <dgm:prSet/>
      <dgm:spPr/>
      <dgm:t>
        <a:bodyPr/>
        <a:lstStyle/>
        <a:p>
          <a:endParaRPr lang="en-US"/>
        </a:p>
      </dgm:t>
    </dgm:pt>
    <dgm:pt modelId="{2D8F397A-DAFB-46BD-8DAC-2CF0F436F06F}">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Quasi</a:t>
          </a:r>
          <a:endParaRPr lang="en-IN" b="1"/>
        </a:p>
      </dgm:t>
    </dgm:pt>
    <dgm:pt modelId="{A83035A1-A536-44A0-AEBB-63B642CDEE22}" type="parTrans" cxnId="{21CD6AE7-8164-43E2-B837-0C8A4CB81BC7}">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5A4F66DB-57E4-48F2-B460-DDA0262D7ED8}" type="sibTrans" cxnId="{21CD6AE7-8164-43E2-B837-0C8A4CB81BC7}">
      <dgm:prSet/>
      <dgm:spPr/>
      <dgm:t>
        <a:bodyPr/>
        <a:lstStyle/>
        <a:p>
          <a:endParaRPr lang="en-US"/>
        </a:p>
      </dgm:t>
    </dgm:pt>
    <dgm:pt modelId="{3D88183D-623F-4DA8-AE78-60C3E312F4D1}">
      <dgm:prSet custT="1">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sz="2000" b="1" dirty="0" smtClean="0"/>
            <a:t>Performance</a:t>
          </a:r>
          <a:endParaRPr lang="en-IN" sz="1700" b="1" dirty="0"/>
        </a:p>
      </dgm:t>
    </dgm:pt>
    <dgm:pt modelId="{4FE2AD2E-96D7-4D36-B224-D593880EE8D7}" type="parTrans" cxnId="{08940890-AB08-4030-9A47-8B07A9CD33FD}">
      <dgm:prSet/>
      <dgm:spPr/>
      <dgm:t>
        <a:bodyPr/>
        <a:lstStyle/>
        <a:p>
          <a:endParaRPr lang="en-US"/>
        </a:p>
      </dgm:t>
    </dgm:pt>
    <dgm:pt modelId="{3A4D749C-1386-4330-ADDE-8B5D12F52658}" type="sibTrans" cxnId="{08940890-AB08-4030-9A47-8B07A9CD33FD}">
      <dgm:prSet/>
      <dgm:spPr/>
      <dgm:t>
        <a:bodyPr/>
        <a:lstStyle/>
        <a:p>
          <a:endParaRPr lang="en-US"/>
        </a:p>
      </dgm:t>
    </dgm:pt>
    <dgm:pt modelId="{ED74320E-C280-4B3C-949E-FED32642C448}">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Executed</a:t>
          </a:r>
          <a:endParaRPr lang="en-IN" b="1"/>
        </a:p>
      </dgm:t>
    </dgm:pt>
    <dgm:pt modelId="{4EB807EC-75B9-4EED-8FEB-B19ECDAD4EA5}" type="parTrans" cxnId="{2AB51FB9-8A26-4343-89E5-5057C18EA058}">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90B4A7DA-2FF6-49A7-9BD8-F1BCAAC8D541}" type="sibTrans" cxnId="{2AB51FB9-8A26-4343-89E5-5057C18EA058}">
      <dgm:prSet/>
      <dgm:spPr/>
      <dgm:t>
        <a:bodyPr/>
        <a:lstStyle/>
        <a:p>
          <a:endParaRPr lang="en-US"/>
        </a:p>
      </dgm:t>
    </dgm:pt>
    <dgm:pt modelId="{4958C79D-0957-4195-A986-A2E4624BF185}">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Executory</a:t>
          </a:r>
          <a:endParaRPr lang="en-IN" b="1"/>
        </a:p>
      </dgm:t>
    </dgm:pt>
    <dgm:pt modelId="{E28FEFBE-BCEB-4D3A-9400-6A04F3BBC76E}" type="parTrans" cxnId="{4542FEDC-5B1A-4FB5-9031-D7AA6D1D6314}">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A941D09D-D344-49E9-8991-6E74ED5A85CF}" type="sibTrans" cxnId="{4542FEDC-5B1A-4FB5-9031-D7AA6D1D6314}">
      <dgm:prSet/>
      <dgm:spPr/>
      <dgm:t>
        <a:bodyPr/>
        <a:lstStyle/>
        <a:p>
          <a:endParaRPr lang="en-US"/>
        </a:p>
      </dgm:t>
    </dgm:pt>
    <dgm:pt modelId="{6A32F1AE-D79E-4DAA-85DA-4D42B5773AE3}">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Unilateral</a:t>
          </a:r>
          <a:endParaRPr lang="en-IN" b="1"/>
        </a:p>
      </dgm:t>
    </dgm:pt>
    <dgm:pt modelId="{C2FCC0F0-C934-45EF-BECA-7085E837B419}" type="parTrans" cxnId="{8BAC6063-9FCC-4732-B697-3318025499A7}">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E158CA09-6D6E-439E-9323-150330C4DA1B}" type="sibTrans" cxnId="{8BAC6063-9FCC-4732-B697-3318025499A7}">
      <dgm:prSet/>
      <dgm:spPr/>
      <dgm:t>
        <a:bodyPr/>
        <a:lstStyle/>
        <a:p>
          <a:endParaRPr lang="en-US"/>
        </a:p>
      </dgm:t>
    </dgm:pt>
    <dgm:pt modelId="{131A506C-CC9D-4C7C-9CD7-85E95A60FF43}">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pPr rtl="0"/>
          <a:r>
            <a:rPr lang="en-IN" b="1" smtClean="0"/>
            <a:t>Bilateral</a:t>
          </a:r>
          <a:endParaRPr lang="en-IN" b="1"/>
        </a:p>
      </dgm:t>
    </dgm:pt>
    <dgm:pt modelId="{F308A938-7530-47B7-AC71-BED29902C885}" type="parTrans" cxnId="{240F157F-DC8D-40A0-9F9F-316DA5DCEC44}">
      <dgm:prSet>
        <dgm:style>
          <a:lnRef idx="2">
            <a:schemeClr val="accent4">
              <a:shade val="50000"/>
            </a:schemeClr>
          </a:lnRef>
          <a:fillRef idx="1">
            <a:schemeClr val="accent4"/>
          </a:fillRef>
          <a:effectRef idx="0">
            <a:schemeClr val="accent4"/>
          </a:effectRef>
          <a:fontRef idx="minor">
            <a:schemeClr val="lt1"/>
          </a:fontRef>
        </dgm:style>
      </dgm:prSet>
      <dgm:spPr>
        <a:ln>
          <a:solidFill>
            <a:srgbClr val="FF0000"/>
          </a:solidFill>
        </a:ln>
      </dgm:spPr>
      <dgm:t>
        <a:bodyPr/>
        <a:lstStyle/>
        <a:p>
          <a:endParaRPr lang="en-US" b="1"/>
        </a:p>
      </dgm:t>
    </dgm:pt>
    <dgm:pt modelId="{C96062F9-347F-44B8-8925-DE163DD7866C}" type="sibTrans" cxnId="{240F157F-DC8D-40A0-9F9F-316DA5DCEC44}">
      <dgm:prSet/>
      <dgm:spPr/>
      <dgm:t>
        <a:bodyPr/>
        <a:lstStyle/>
        <a:p>
          <a:endParaRPr lang="en-US"/>
        </a:p>
      </dgm:t>
    </dgm:pt>
    <dgm:pt modelId="{68AC4C9D-4A8A-450B-AA73-734E1A2136D8}" type="pres">
      <dgm:prSet presAssocID="{9D074C57-7955-448D-8829-9F18B8BD6808}" presName="diagram" presStyleCnt="0">
        <dgm:presLayoutVars>
          <dgm:chPref val="1"/>
          <dgm:dir/>
          <dgm:animOne val="branch"/>
          <dgm:animLvl val="lvl"/>
          <dgm:resizeHandles/>
        </dgm:presLayoutVars>
      </dgm:prSet>
      <dgm:spPr/>
      <dgm:t>
        <a:bodyPr/>
        <a:lstStyle/>
        <a:p>
          <a:endParaRPr lang="en-US"/>
        </a:p>
      </dgm:t>
    </dgm:pt>
    <dgm:pt modelId="{1F8F4FDA-1594-47AC-BC20-2A7227EC391A}" type="pres">
      <dgm:prSet presAssocID="{6D846952-7EB3-4E83-AC85-3EEC6FB78A44}" presName="root" presStyleCnt="0"/>
      <dgm:spPr/>
    </dgm:pt>
    <dgm:pt modelId="{DAD9125E-23BC-4F7A-B309-C4A698E3E78C}" type="pres">
      <dgm:prSet presAssocID="{6D846952-7EB3-4E83-AC85-3EEC6FB78A44}" presName="rootComposite" presStyleCnt="0"/>
      <dgm:spPr/>
    </dgm:pt>
    <dgm:pt modelId="{E8202197-54C8-4F41-A1AD-6A312BE28915}" type="pres">
      <dgm:prSet presAssocID="{6D846952-7EB3-4E83-AC85-3EEC6FB78A44}" presName="rootText" presStyleLbl="node1" presStyleIdx="0" presStyleCnt="3"/>
      <dgm:spPr/>
      <dgm:t>
        <a:bodyPr/>
        <a:lstStyle/>
        <a:p>
          <a:endParaRPr lang="en-US"/>
        </a:p>
      </dgm:t>
    </dgm:pt>
    <dgm:pt modelId="{C2DFD488-96CE-40CE-ADA8-E4F5126C519C}" type="pres">
      <dgm:prSet presAssocID="{6D846952-7EB3-4E83-AC85-3EEC6FB78A44}" presName="rootConnector" presStyleLbl="node1" presStyleIdx="0" presStyleCnt="3"/>
      <dgm:spPr/>
      <dgm:t>
        <a:bodyPr/>
        <a:lstStyle/>
        <a:p>
          <a:endParaRPr lang="en-US"/>
        </a:p>
      </dgm:t>
    </dgm:pt>
    <dgm:pt modelId="{EF9A4BAE-CB5F-450B-A709-909A00BFBED4}" type="pres">
      <dgm:prSet presAssocID="{6D846952-7EB3-4E83-AC85-3EEC6FB78A44}" presName="childShape" presStyleCnt="0"/>
      <dgm:spPr/>
    </dgm:pt>
    <dgm:pt modelId="{70A311A2-E9F5-4795-9570-93CDE800AD09}" type="pres">
      <dgm:prSet presAssocID="{DF6C8076-CD74-4392-9355-D8531807C63D}" presName="Name13" presStyleLbl="parChTrans1D2" presStyleIdx="0" presStyleCnt="12"/>
      <dgm:spPr/>
      <dgm:t>
        <a:bodyPr/>
        <a:lstStyle/>
        <a:p>
          <a:endParaRPr lang="en-US"/>
        </a:p>
      </dgm:t>
    </dgm:pt>
    <dgm:pt modelId="{E9DB35AB-BF8F-4F5B-8E98-1BFA7A221D38}" type="pres">
      <dgm:prSet presAssocID="{CE173431-9F78-460A-96FD-AAE868DD7CEE}" presName="childText" presStyleLbl="bgAcc1" presStyleIdx="0" presStyleCnt="12">
        <dgm:presLayoutVars>
          <dgm:bulletEnabled val="1"/>
        </dgm:presLayoutVars>
      </dgm:prSet>
      <dgm:spPr/>
      <dgm:t>
        <a:bodyPr/>
        <a:lstStyle/>
        <a:p>
          <a:endParaRPr lang="en-US"/>
        </a:p>
      </dgm:t>
    </dgm:pt>
    <dgm:pt modelId="{BD388996-DFC6-4100-A951-08C8875C6510}" type="pres">
      <dgm:prSet presAssocID="{4B9F878D-2131-4788-A8F0-79A440E60196}" presName="Name13" presStyleLbl="parChTrans1D2" presStyleIdx="1" presStyleCnt="12"/>
      <dgm:spPr/>
      <dgm:t>
        <a:bodyPr/>
        <a:lstStyle/>
        <a:p>
          <a:endParaRPr lang="en-US"/>
        </a:p>
      </dgm:t>
    </dgm:pt>
    <dgm:pt modelId="{67E6E331-D83C-4A8B-B8D5-D4A2744960A4}" type="pres">
      <dgm:prSet presAssocID="{F3B6F163-9E92-448E-8649-0174D528ADE5}" presName="childText" presStyleLbl="bgAcc1" presStyleIdx="1" presStyleCnt="12">
        <dgm:presLayoutVars>
          <dgm:bulletEnabled val="1"/>
        </dgm:presLayoutVars>
      </dgm:prSet>
      <dgm:spPr/>
      <dgm:t>
        <a:bodyPr/>
        <a:lstStyle/>
        <a:p>
          <a:endParaRPr lang="en-US"/>
        </a:p>
      </dgm:t>
    </dgm:pt>
    <dgm:pt modelId="{3466DE01-CCA4-455A-ABF7-0ED57E6A65DA}" type="pres">
      <dgm:prSet presAssocID="{7EC1D4D1-F30C-436A-9F17-21C9A991237E}" presName="Name13" presStyleLbl="parChTrans1D2" presStyleIdx="2" presStyleCnt="12"/>
      <dgm:spPr/>
      <dgm:t>
        <a:bodyPr/>
        <a:lstStyle/>
        <a:p>
          <a:endParaRPr lang="en-US"/>
        </a:p>
      </dgm:t>
    </dgm:pt>
    <dgm:pt modelId="{3A04D294-52BB-4DE1-BF94-4E12C6F9A28F}" type="pres">
      <dgm:prSet presAssocID="{B9D5A5A8-77A5-4D2C-856D-87E99D7748B6}" presName="childText" presStyleLbl="bgAcc1" presStyleIdx="2" presStyleCnt="12">
        <dgm:presLayoutVars>
          <dgm:bulletEnabled val="1"/>
        </dgm:presLayoutVars>
      </dgm:prSet>
      <dgm:spPr/>
      <dgm:t>
        <a:bodyPr/>
        <a:lstStyle/>
        <a:p>
          <a:endParaRPr lang="en-US"/>
        </a:p>
      </dgm:t>
    </dgm:pt>
    <dgm:pt modelId="{EA30BBA7-2DC7-44FE-9203-DA8D955784E4}" type="pres">
      <dgm:prSet presAssocID="{F9D25A38-C7ED-4D42-A731-FB8BD815A7C8}" presName="Name13" presStyleLbl="parChTrans1D2" presStyleIdx="3" presStyleCnt="12"/>
      <dgm:spPr/>
      <dgm:t>
        <a:bodyPr/>
        <a:lstStyle/>
        <a:p>
          <a:endParaRPr lang="en-US"/>
        </a:p>
      </dgm:t>
    </dgm:pt>
    <dgm:pt modelId="{9E5C0EC9-6BE6-41B2-90B2-4AC198EE5F14}" type="pres">
      <dgm:prSet presAssocID="{B9142861-15E2-4175-9221-EC1B4FC0DB07}" presName="childText" presStyleLbl="bgAcc1" presStyleIdx="3" presStyleCnt="12">
        <dgm:presLayoutVars>
          <dgm:bulletEnabled val="1"/>
        </dgm:presLayoutVars>
      </dgm:prSet>
      <dgm:spPr/>
      <dgm:t>
        <a:bodyPr/>
        <a:lstStyle/>
        <a:p>
          <a:endParaRPr lang="en-US"/>
        </a:p>
      </dgm:t>
    </dgm:pt>
    <dgm:pt modelId="{3A05C703-1F0A-4125-B971-2DC5FBCACFC4}" type="pres">
      <dgm:prSet presAssocID="{B0A1BBEB-D4B4-4356-BDD7-38AF520F8466}" presName="Name13" presStyleLbl="parChTrans1D2" presStyleIdx="4" presStyleCnt="12"/>
      <dgm:spPr/>
      <dgm:t>
        <a:bodyPr/>
        <a:lstStyle/>
        <a:p>
          <a:endParaRPr lang="en-US"/>
        </a:p>
      </dgm:t>
    </dgm:pt>
    <dgm:pt modelId="{B1A0E02E-E386-4E2C-A475-7A66DF053915}" type="pres">
      <dgm:prSet presAssocID="{FD1ADDC9-764B-40AB-AA79-CD3EB8E6FC81}" presName="childText" presStyleLbl="bgAcc1" presStyleIdx="4" presStyleCnt="12">
        <dgm:presLayoutVars>
          <dgm:bulletEnabled val="1"/>
        </dgm:presLayoutVars>
      </dgm:prSet>
      <dgm:spPr/>
      <dgm:t>
        <a:bodyPr/>
        <a:lstStyle/>
        <a:p>
          <a:endParaRPr lang="en-US"/>
        </a:p>
      </dgm:t>
    </dgm:pt>
    <dgm:pt modelId="{FF71B2A6-2451-4DD6-8A59-E3759A7E93CB}" type="pres">
      <dgm:prSet presAssocID="{1AFC025C-5DCF-447A-9A01-5E220DBF81A0}" presName="root" presStyleCnt="0"/>
      <dgm:spPr/>
    </dgm:pt>
    <dgm:pt modelId="{E77241C8-6A28-4E76-BBFE-9F05FDCD8E4A}" type="pres">
      <dgm:prSet presAssocID="{1AFC025C-5DCF-447A-9A01-5E220DBF81A0}" presName="rootComposite" presStyleCnt="0"/>
      <dgm:spPr/>
    </dgm:pt>
    <dgm:pt modelId="{8947B418-88A2-42EC-B737-2AA497E6BF84}" type="pres">
      <dgm:prSet presAssocID="{1AFC025C-5DCF-447A-9A01-5E220DBF81A0}" presName="rootText" presStyleLbl="node1" presStyleIdx="1" presStyleCnt="3"/>
      <dgm:spPr/>
      <dgm:t>
        <a:bodyPr/>
        <a:lstStyle/>
        <a:p>
          <a:endParaRPr lang="en-US"/>
        </a:p>
      </dgm:t>
    </dgm:pt>
    <dgm:pt modelId="{F23702D6-D7A2-42A0-81C8-1E28A5F13D6B}" type="pres">
      <dgm:prSet presAssocID="{1AFC025C-5DCF-447A-9A01-5E220DBF81A0}" presName="rootConnector" presStyleLbl="node1" presStyleIdx="1" presStyleCnt="3"/>
      <dgm:spPr/>
      <dgm:t>
        <a:bodyPr/>
        <a:lstStyle/>
        <a:p>
          <a:endParaRPr lang="en-US"/>
        </a:p>
      </dgm:t>
    </dgm:pt>
    <dgm:pt modelId="{D7D699A5-3647-4F49-9EEA-3F39A701167B}" type="pres">
      <dgm:prSet presAssocID="{1AFC025C-5DCF-447A-9A01-5E220DBF81A0}" presName="childShape" presStyleCnt="0"/>
      <dgm:spPr/>
    </dgm:pt>
    <dgm:pt modelId="{2B2D8362-8A26-4E6B-A136-CBECA4827BD9}" type="pres">
      <dgm:prSet presAssocID="{09C39FD4-F09A-416F-B375-475E8E892DD0}" presName="Name13" presStyleLbl="parChTrans1D2" presStyleIdx="5" presStyleCnt="12"/>
      <dgm:spPr/>
      <dgm:t>
        <a:bodyPr/>
        <a:lstStyle/>
        <a:p>
          <a:endParaRPr lang="en-US"/>
        </a:p>
      </dgm:t>
    </dgm:pt>
    <dgm:pt modelId="{0A73F2D4-EA1A-4083-90CB-214E2D6CB27A}" type="pres">
      <dgm:prSet presAssocID="{519AF4F4-A504-40BC-B85B-7A18AA2F2CDA}" presName="childText" presStyleLbl="bgAcc1" presStyleIdx="5" presStyleCnt="12">
        <dgm:presLayoutVars>
          <dgm:bulletEnabled val="1"/>
        </dgm:presLayoutVars>
      </dgm:prSet>
      <dgm:spPr/>
      <dgm:t>
        <a:bodyPr/>
        <a:lstStyle/>
        <a:p>
          <a:endParaRPr lang="en-US"/>
        </a:p>
      </dgm:t>
    </dgm:pt>
    <dgm:pt modelId="{D78D58DA-FA88-411F-AD07-A0C83E556FA9}" type="pres">
      <dgm:prSet presAssocID="{47F159F7-BDDB-4442-902A-9544907B6997}" presName="Name13" presStyleLbl="parChTrans1D2" presStyleIdx="6" presStyleCnt="12"/>
      <dgm:spPr/>
      <dgm:t>
        <a:bodyPr/>
        <a:lstStyle/>
        <a:p>
          <a:endParaRPr lang="en-US"/>
        </a:p>
      </dgm:t>
    </dgm:pt>
    <dgm:pt modelId="{10EAE7A8-2DF2-48F7-99A0-FA7F26791FE4}" type="pres">
      <dgm:prSet presAssocID="{2FD42AA9-290B-4282-ACFC-EABBBD72D9EA}" presName="childText" presStyleLbl="bgAcc1" presStyleIdx="6" presStyleCnt="12">
        <dgm:presLayoutVars>
          <dgm:bulletEnabled val="1"/>
        </dgm:presLayoutVars>
      </dgm:prSet>
      <dgm:spPr/>
      <dgm:t>
        <a:bodyPr/>
        <a:lstStyle/>
        <a:p>
          <a:endParaRPr lang="en-US"/>
        </a:p>
      </dgm:t>
    </dgm:pt>
    <dgm:pt modelId="{2E3CD2DD-FF19-4C8F-800D-0CF1B057B5D4}" type="pres">
      <dgm:prSet presAssocID="{A83035A1-A536-44A0-AEBB-63B642CDEE22}" presName="Name13" presStyleLbl="parChTrans1D2" presStyleIdx="7" presStyleCnt="12"/>
      <dgm:spPr/>
      <dgm:t>
        <a:bodyPr/>
        <a:lstStyle/>
        <a:p>
          <a:endParaRPr lang="en-US"/>
        </a:p>
      </dgm:t>
    </dgm:pt>
    <dgm:pt modelId="{79DD4FE5-8A02-41A5-A5BE-73DAE70E9D65}" type="pres">
      <dgm:prSet presAssocID="{2D8F397A-DAFB-46BD-8DAC-2CF0F436F06F}" presName="childText" presStyleLbl="bgAcc1" presStyleIdx="7" presStyleCnt="12">
        <dgm:presLayoutVars>
          <dgm:bulletEnabled val="1"/>
        </dgm:presLayoutVars>
      </dgm:prSet>
      <dgm:spPr/>
      <dgm:t>
        <a:bodyPr/>
        <a:lstStyle/>
        <a:p>
          <a:endParaRPr lang="en-US"/>
        </a:p>
      </dgm:t>
    </dgm:pt>
    <dgm:pt modelId="{FD0F6E95-F2BB-410E-A59B-248FA8A53559}" type="pres">
      <dgm:prSet presAssocID="{3D88183D-623F-4DA8-AE78-60C3E312F4D1}" presName="root" presStyleCnt="0"/>
      <dgm:spPr/>
    </dgm:pt>
    <dgm:pt modelId="{EEA2DB05-4350-4DB9-A9EB-E9090AAE72F5}" type="pres">
      <dgm:prSet presAssocID="{3D88183D-623F-4DA8-AE78-60C3E312F4D1}" presName="rootComposite" presStyleCnt="0"/>
      <dgm:spPr/>
    </dgm:pt>
    <dgm:pt modelId="{4DE9CD1C-3B84-45A9-ACD1-67ABFCD172B6}" type="pres">
      <dgm:prSet presAssocID="{3D88183D-623F-4DA8-AE78-60C3E312F4D1}" presName="rootText" presStyleLbl="node1" presStyleIdx="2" presStyleCnt="3" custScaleX="128649"/>
      <dgm:spPr/>
      <dgm:t>
        <a:bodyPr/>
        <a:lstStyle/>
        <a:p>
          <a:endParaRPr lang="en-US"/>
        </a:p>
      </dgm:t>
    </dgm:pt>
    <dgm:pt modelId="{18607545-4DB9-4894-9944-0FF0591A2F9D}" type="pres">
      <dgm:prSet presAssocID="{3D88183D-623F-4DA8-AE78-60C3E312F4D1}" presName="rootConnector" presStyleLbl="node1" presStyleIdx="2" presStyleCnt="3"/>
      <dgm:spPr/>
      <dgm:t>
        <a:bodyPr/>
        <a:lstStyle/>
        <a:p>
          <a:endParaRPr lang="en-US"/>
        </a:p>
      </dgm:t>
    </dgm:pt>
    <dgm:pt modelId="{F9B67942-886D-4506-BBEA-D10DCAAF4FB4}" type="pres">
      <dgm:prSet presAssocID="{3D88183D-623F-4DA8-AE78-60C3E312F4D1}" presName="childShape" presStyleCnt="0"/>
      <dgm:spPr/>
    </dgm:pt>
    <dgm:pt modelId="{AE556B21-06BB-4C14-8716-9FCA3CCED2E0}" type="pres">
      <dgm:prSet presAssocID="{4EB807EC-75B9-4EED-8FEB-B19ECDAD4EA5}" presName="Name13" presStyleLbl="parChTrans1D2" presStyleIdx="8" presStyleCnt="12"/>
      <dgm:spPr/>
      <dgm:t>
        <a:bodyPr/>
        <a:lstStyle/>
        <a:p>
          <a:endParaRPr lang="en-US"/>
        </a:p>
      </dgm:t>
    </dgm:pt>
    <dgm:pt modelId="{AE60DE16-164C-4F6E-B4B6-9FAD63F4F9D5}" type="pres">
      <dgm:prSet presAssocID="{ED74320E-C280-4B3C-949E-FED32642C448}" presName="childText" presStyleLbl="bgAcc1" presStyleIdx="8" presStyleCnt="12">
        <dgm:presLayoutVars>
          <dgm:bulletEnabled val="1"/>
        </dgm:presLayoutVars>
      </dgm:prSet>
      <dgm:spPr/>
      <dgm:t>
        <a:bodyPr/>
        <a:lstStyle/>
        <a:p>
          <a:endParaRPr lang="en-US"/>
        </a:p>
      </dgm:t>
    </dgm:pt>
    <dgm:pt modelId="{5E4DBC18-1FC9-4675-9EE5-FAFF5F4264E7}" type="pres">
      <dgm:prSet presAssocID="{E28FEFBE-BCEB-4D3A-9400-6A04F3BBC76E}" presName="Name13" presStyleLbl="parChTrans1D2" presStyleIdx="9" presStyleCnt="12"/>
      <dgm:spPr/>
      <dgm:t>
        <a:bodyPr/>
        <a:lstStyle/>
        <a:p>
          <a:endParaRPr lang="en-US"/>
        </a:p>
      </dgm:t>
    </dgm:pt>
    <dgm:pt modelId="{82F3C91A-D14A-48FD-BC8F-74C9EE7D2DAD}" type="pres">
      <dgm:prSet presAssocID="{4958C79D-0957-4195-A986-A2E4624BF185}" presName="childText" presStyleLbl="bgAcc1" presStyleIdx="9" presStyleCnt="12">
        <dgm:presLayoutVars>
          <dgm:bulletEnabled val="1"/>
        </dgm:presLayoutVars>
      </dgm:prSet>
      <dgm:spPr/>
      <dgm:t>
        <a:bodyPr/>
        <a:lstStyle/>
        <a:p>
          <a:endParaRPr lang="en-US"/>
        </a:p>
      </dgm:t>
    </dgm:pt>
    <dgm:pt modelId="{B8F15A77-7E87-41DF-9CEB-A68418AA3818}" type="pres">
      <dgm:prSet presAssocID="{C2FCC0F0-C934-45EF-BECA-7085E837B419}" presName="Name13" presStyleLbl="parChTrans1D2" presStyleIdx="10" presStyleCnt="12"/>
      <dgm:spPr/>
      <dgm:t>
        <a:bodyPr/>
        <a:lstStyle/>
        <a:p>
          <a:endParaRPr lang="en-US"/>
        </a:p>
      </dgm:t>
    </dgm:pt>
    <dgm:pt modelId="{C33E033F-5441-4940-93C5-7DF7B47ACA39}" type="pres">
      <dgm:prSet presAssocID="{6A32F1AE-D79E-4DAA-85DA-4D42B5773AE3}" presName="childText" presStyleLbl="bgAcc1" presStyleIdx="10" presStyleCnt="12">
        <dgm:presLayoutVars>
          <dgm:bulletEnabled val="1"/>
        </dgm:presLayoutVars>
      </dgm:prSet>
      <dgm:spPr/>
      <dgm:t>
        <a:bodyPr/>
        <a:lstStyle/>
        <a:p>
          <a:endParaRPr lang="en-US"/>
        </a:p>
      </dgm:t>
    </dgm:pt>
    <dgm:pt modelId="{3856B71D-5B6F-4207-933E-DD04A6A0F04F}" type="pres">
      <dgm:prSet presAssocID="{F308A938-7530-47B7-AC71-BED29902C885}" presName="Name13" presStyleLbl="parChTrans1D2" presStyleIdx="11" presStyleCnt="12"/>
      <dgm:spPr/>
      <dgm:t>
        <a:bodyPr/>
        <a:lstStyle/>
        <a:p>
          <a:endParaRPr lang="en-US"/>
        </a:p>
      </dgm:t>
    </dgm:pt>
    <dgm:pt modelId="{A422F500-E092-4773-B798-6A2367045326}" type="pres">
      <dgm:prSet presAssocID="{131A506C-CC9D-4C7C-9CD7-85E95A60FF43}" presName="childText" presStyleLbl="bgAcc1" presStyleIdx="11" presStyleCnt="12">
        <dgm:presLayoutVars>
          <dgm:bulletEnabled val="1"/>
        </dgm:presLayoutVars>
      </dgm:prSet>
      <dgm:spPr/>
      <dgm:t>
        <a:bodyPr/>
        <a:lstStyle/>
        <a:p>
          <a:endParaRPr lang="en-US"/>
        </a:p>
      </dgm:t>
    </dgm:pt>
  </dgm:ptLst>
  <dgm:cxnLst>
    <dgm:cxn modelId="{18588EAF-3325-48FA-91FB-1ABC0263DD6E}" type="presOf" srcId="{6A32F1AE-D79E-4DAA-85DA-4D42B5773AE3}" destId="{C33E033F-5441-4940-93C5-7DF7B47ACA39}" srcOrd="0" destOrd="0" presId="urn:microsoft.com/office/officeart/2005/8/layout/hierarchy3"/>
    <dgm:cxn modelId="{B3241C66-F26A-44B3-9C5A-AE38A0FAFC91}" srcId="{6D846952-7EB3-4E83-AC85-3EEC6FB78A44}" destId="{B9D5A5A8-77A5-4D2C-856D-87E99D7748B6}" srcOrd="2" destOrd="0" parTransId="{7EC1D4D1-F30C-436A-9F17-21C9A991237E}" sibTransId="{0970F8B9-C003-402A-976F-99BE212CD6C3}"/>
    <dgm:cxn modelId="{8D7CF61E-646D-4C2A-957C-3269FA9E79CB}" srcId="{9D074C57-7955-448D-8829-9F18B8BD6808}" destId="{6D846952-7EB3-4E83-AC85-3EEC6FB78A44}" srcOrd="0" destOrd="0" parTransId="{AE801FC3-53A1-4F7F-9EB4-C04E94C876AE}" sibTransId="{543D6E77-314B-4A2C-9047-C7774BE784B0}"/>
    <dgm:cxn modelId="{E508C54C-CB6F-4647-A414-40092990093D}" type="presOf" srcId="{E28FEFBE-BCEB-4D3A-9400-6A04F3BBC76E}" destId="{5E4DBC18-1FC9-4675-9EE5-FAFF5F4264E7}" srcOrd="0" destOrd="0" presId="urn:microsoft.com/office/officeart/2005/8/layout/hierarchy3"/>
    <dgm:cxn modelId="{A5FABC68-59C0-4D04-AE9A-7EA87C969FC7}" type="presOf" srcId="{C2FCC0F0-C934-45EF-BECA-7085E837B419}" destId="{B8F15A77-7E87-41DF-9CEB-A68418AA3818}" srcOrd="0" destOrd="0" presId="urn:microsoft.com/office/officeart/2005/8/layout/hierarchy3"/>
    <dgm:cxn modelId="{367AE3A3-D6CB-4716-A076-17EDD98C06B2}" type="presOf" srcId="{A83035A1-A536-44A0-AEBB-63B642CDEE22}" destId="{2E3CD2DD-FF19-4C8F-800D-0CF1B057B5D4}" srcOrd="0" destOrd="0" presId="urn:microsoft.com/office/officeart/2005/8/layout/hierarchy3"/>
    <dgm:cxn modelId="{2AB51FB9-8A26-4343-89E5-5057C18EA058}" srcId="{3D88183D-623F-4DA8-AE78-60C3E312F4D1}" destId="{ED74320E-C280-4B3C-949E-FED32642C448}" srcOrd="0" destOrd="0" parTransId="{4EB807EC-75B9-4EED-8FEB-B19ECDAD4EA5}" sibTransId="{90B4A7DA-2FF6-49A7-9BD8-F1BCAAC8D541}"/>
    <dgm:cxn modelId="{F49BBCB5-7B0C-4A99-A390-BB6D2E66D71D}" type="presOf" srcId="{2FD42AA9-290B-4282-ACFC-EABBBD72D9EA}" destId="{10EAE7A8-2DF2-48F7-99A0-FA7F26791FE4}" srcOrd="0" destOrd="0" presId="urn:microsoft.com/office/officeart/2005/8/layout/hierarchy3"/>
    <dgm:cxn modelId="{5650D8E5-5F9B-4AA0-9CDC-4A6D55022828}" srcId="{1AFC025C-5DCF-447A-9A01-5E220DBF81A0}" destId="{2FD42AA9-290B-4282-ACFC-EABBBD72D9EA}" srcOrd="1" destOrd="0" parTransId="{47F159F7-BDDB-4442-902A-9544907B6997}" sibTransId="{3C373164-414B-4053-99DD-FC32B90D5D80}"/>
    <dgm:cxn modelId="{4542FEDC-5B1A-4FB5-9031-D7AA6D1D6314}" srcId="{3D88183D-623F-4DA8-AE78-60C3E312F4D1}" destId="{4958C79D-0957-4195-A986-A2E4624BF185}" srcOrd="1" destOrd="0" parTransId="{E28FEFBE-BCEB-4D3A-9400-6A04F3BBC76E}" sibTransId="{A941D09D-D344-49E9-8991-6E74ED5A85CF}"/>
    <dgm:cxn modelId="{D8804289-4F3D-48E9-9488-D36B35847AC3}" type="presOf" srcId="{7EC1D4D1-F30C-436A-9F17-21C9A991237E}" destId="{3466DE01-CCA4-455A-ABF7-0ED57E6A65DA}" srcOrd="0" destOrd="0" presId="urn:microsoft.com/office/officeart/2005/8/layout/hierarchy3"/>
    <dgm:cxn modelId="{0E5B758D-BF35-4153-82F8-B480679060FB}" type="presOf" srcId="{4958C79D-0957-4195-A986-A2E4624BF185}" destId="{82F3C91A-D14A-48FD-BC8F-74C9EE7D2DAD}" srcOrd="0" destOrd="0" presId="urn:microsoft.com/office/officeart/2005/8/layout/hierarchy3"/>
    <dgm:cxn modelId="{5A68E3A8-E64F-4E63-9F11-44A50F7555D6}" type="presOf" srcId="{131A506C-CC9D-4C7C-9CD7-85E95A60FF43}" destId="{A422F500-E092-4773-B798-6A2367045326}" srcOrd="0" destOrd="0" presId="urn:microsoft.com/office/officeart/2005/8/layout/hierarchy3"/>
    <dgm:cxn modelId="{834EF665-17EE-428A-A962-FEBA4668CB22}" type="presOf" srcId="{1AFC025C-5DCF-447A-9A01-5E220DBF81A0}" destId="{F23702D6-D7A2-42A0-81C8-1E28A5F13D6B}" srcOrd="1" destOrd="0" presId="urn:microsoft.com/office/officeart/2005/8/layout/hierarchy3"/>
    <dgm:cxn modelId="{14ABE573-0932-4B36-8A9A-85F8B4DC6D93}" type="presOf" srcId="{CE173431-9F78-460A-96FD-AAE868DD7CEE}" destId="{E9DB35AB-BF8F-4F5B-8E98-1BFA7A221D38}" srcOrd="0" destOrd="0" presId="urn:microsoft.com/office/officeart/2005/8/layout/hierarchy3"/>
    <dgm:cxn modelId="{B9E31259-95BA-4FD0-876E-4A11D48316D1}" type="presOf" srcId="{3D88183D-623F-4DA8-AE78-60C3E312F4D1}" destId="{4DE9CD1C-3B84-45A9-ACD1-67ABFCD172B6}" srcOrd="0" destOrd="0" presId="urn:microsoft.com/office/officeart/2005/8/layout/hierarchy3"/>
    <dgm:cxn modelId="{B63F5823-A0A7-4318-977B-0B582E46F21E}" type="presOf" srcId="{6D846952-7EB3-4E83-AC85-3EEC6FB78A44}" destId="{E8202197-54C8-4F41-A1AD-6A312BE28915}" srcOrd="0" destOrd="0" presId="urn:microsoft.com/office/officeart/2005/8/layout/hierarchy3"/>
    <dgm:cxn modelId="{8BF05A17-0891-461B-AF33-3909B1286420}" type="presOf" srcId="{4B9F878D-2131-4788-A8F0-79A440E60196}" destId="{BD388996-DFC6-4100-A951-08C8875C6510}" srcOrd="0" destOrd="0" presId="urn:microsoft.com/office/officeart/2005/8/layout/hierarchy3"/>
    <dgm:cxn modelId="{5689C3C7-C717-4640-AA34-0F8409C0E581}" type="presOf" srcId="{1AFC025C-5DCF-447A-9A01-5E220DBF81A0}" destId="{8947B418-88A2-42EC-B737-2AA497E6BF84}" srcOrd="0" destOrd="0" presId="urn:microsoft.com/office/officeart/2005/8/layout/hierarchy3"/>
    <dgm:cxn modelId="{8BAC6063-9FCC-4732-B697-3318025499A7}" srcId="{3D88183D-623F-4DA8-AE78-60C3E312F4D1}" destId="{6A32F1AE-D79E-4DAA-85DA-4D42B5773AE3}" srcOrd="2" destOrd="0" parTransId="{C2FCC0F0-C934-45EF-BECA-7085E837B419}" sibTransId="{E158CA09-6D6E-439E-9323-150330C4DA1B}"/>
    <dgm:cxn modelId="{F6FD3CB7-B079-4E9D-8A03-A1797D1FD655}" srcId="{9D074C57-7955-448D-8829-9F18B8BD6808}" destId="{1AFC025C-5DCF-447A-9A01-5E220DBF81A0}" srcOrd="1" destOrd="0" parTransId="{8221D6BF-9544-483C-8771-B17501241C97}" sibTransId="{377F97E0-DF23-4216-95F5-9ECFC511086C}"/>
    <dgm:cxn modelId="{695BF053-1676-4E40-9F13-7C38A962EEC9}" type="presOf" srcId="{6D846952-7EB3-4E83-AC85-3EEC6FB78A44}" destId="{C2DFD488-96CE-40CE-ADA8-E4F5126C519C}" srcOrd="1" destOrd="0" presId="urn:microsoft.com/office/officeart/2005/8/layout/hierarchy3"/>
    <dgm:cxn modelId="{29A23502-B1F4-4605-ADA5-B740DA377F9D}" type="presOf" srcId="{9D074C57-7955-448D-8829-9F18B8BD6808}" destId="{68AC4C9D-4A8A-450B-AA73-734E1A2136D8}" srcOrd="0" destOrd="0" presId="urn:microsoft.com/office/officeart/2005/8/layout/hierarchy3"/>
    <dgm:cxn modelId="{D15F3893-CACC-4767-9086-C14E88C70EBE}" type="presOf" srcId="{3D88183D-623F-4DA8-AE78-60C3E312F4D1}" destId="{18607545-4DB9-4894-9944-0FF0591A2F9D}" srcOrd="1" destOrd="0" presId="urn:microsoft.com/office/officeart/2005/8/layout/hierarchy3"/>
    <dgm:cxn modelId="{B41F8AEE-1D7C-46F5-99F6-4C1F93812E34}" srcId="{6D846952-7EB3-4E83-AC85-3EEC6FB78A44}" destId="{B9142861-15E2-4175-9221-EC1B4FC0DB07}" srcOrd="3" destOrd="0" parTransId="{F9D25A38-C7ED-4D42-A731-FB8BD815A7C8}" sibTransId="{F8D44865-8992-4C0A-A369-4836576E666D}"/>
    <dgm:cxn modelId="{580DEA78-A996-4C3C-85C7-C16F2696C7DF}" type="presOf" srcId="{B0A1BBEB-D4B4-4356-BDD7-38AF520F8466}" destId="{3A05C703-1F0A-4125-B971-2DC5FBCACFC4}" srcOrd="0" destOrd="0" presId="urn:microsoft.com/office/officeart/2005/8/layout/hierarchy3"/>
    <dgm:cxn modelId="{8F313288-64F5-4761-A096-5D46D5A02B44}" type="presOf" srcId="{F9D25A38-C7ED-4D42-A731-FB8BD815A7C8}" destId="{EA30BBA7-2DC7-44FE-9203-DA8D955784E4}" srcOrd="0" destOrd="0" presId="urn:microsoft.com/office/officeart/2005/8/layout/hierarchy3"/>
    <dgm:cxn modelId="{E35FB138-A082-4B87-947B-9A7281226DDA}" type="presOf" srcId="{B9142861-15E2-4175-9221-EC1B4FC0DB07}" destId="{9E5C0EC9-6BE6-41B2-90B2-4AC198EE5F14}" srcOrd="0" destOrd="0" presId="urn:microsoft.com/office/officeart/2005/8/layout/hierarchy3"/>
    <dgm:cxn modelId="{507B76A4-0ACD-48E0-9997-D40D409F0B23}" type="presOf" srcId="{ED74320E-C280-4B3C-949E-FED32642C448}" destId="{AE60DE16-164C-4F6E-B4B6-9FAD63F4F9D5}" srcOrd="0" destOrd="0" presId="urn:microsoft.com/office/officeart/2005/8/layout/hierarchy3"/>
    <dgm:cxn modelId="{240F157F-DC8D-40A0-9F9F-316DA5DCEC44}" srcId="{3D88183D-623F-4DA8-AE78-60C3E312F4D1}" destId="{131A506C-CC9D-4C7C-9CD7-85E95A60FF43}" srcOrd="3" destOrd="0" parTransId="{F308A938-7530-47B7-AC71-BED29902C885}" sibTransId="{C96062F9-347F-44B8-8925-DE163DD7866C}"/>
    <dgm:cxn modelId="{E1A7AB4D-A778-42AF-95D5-DEF18B410FC7}" type="presOf" srcId="{519AF4F4-A504-40BC-B85B-7A18AA2F2CDA}" destId="{0A73F2D4-EA1A-4083-90CB-214E2D6CB27A}" srcOrd="0" destOrd="0" presId="urn:microsoft.com/office/officeart/2005/8/layout/hierarchy3"/>
    <dgm:cxn modelId="{DB20A511-FB5D-409F-BC23-AC04BAAC958B}" srcId="{6D846952-7EB3-4E83-AC85-3EEC6FB78A44}" destId="{FD1ADDC9-764B-40AB-AA79-CD3EB8E6FC81}" srcOrd="4" destOrd="0" parTransId="{B0A1BBEB-D4B4-4356-BDD7-38AF520F8466}" sibTransId="{EE7D6623-AD49-4C6F-A8AB-4D9874A403CD}"/>
    <dgm:cxn modelId="{4DEAA090-28EC-47E7-AFAF-518DBD8AA653}" srcId="{1AFC025C-5DCF-447A-9A01-5E220DBF81A0}" destId="{519AF4F4-A504-40BC-B85B-7A18AA2F2CDA}" srcOrd="0" destOrd="0" parTransId="{09C39FD4-F09A-416F-B375-475E8E892DD0}" sibTransId="{8372F263-778F-492A-9575-DA91D16ED342}"/>
    <dgm:cxn modelId="{51BC3720-C3AC-4A0E-899F-39A117195D61}" type="presOf" srcId="{F3B6F163-9E92-448E-8649-0174D528ADE5}" destId="{67E6E331-D83C-4A8B-B8D5-D4A2744960A4}" srcOrd="0" destOrd="0" presId="urn:microsoft.com/office/officeart/2005/8/layout/hierarchy3"/>
    <dgm:cxn modelId="{0D14A0B6-82F0-4466-8B01-DF1AFC166B07}" type="presOf" srcId="{4EB807EC-75B9-4EED-8FEB-B19ECDAD4EA5}" destId="{AE556B21-06BB-4C14-8716-9FCA3CCED2E0}" srcOrd="0" destOrd="0" presId="urn:microsoft.com/office/officeart/2005/8/layout/hierarchy3"/>
    <dgm:cxn modelId="{2644C03A-B3D4-49D9-A97F-2D5E16D0A3B3}" type="presOf" srcId="{B9D5A5A8-77A5-4D2C-856D-87E99D7748B6}" destId="{3A04D294-52BB-4DE1-BF94-4E12C6F9A28F}" srcOrd="0" destOrd="0" presId="urn:microsoft.com/office/officeart/2005/8/layout/hierarchy3"/>
    <dgm:cxn modelId="{A89ECB05-4275-4B01-B3FA-DDBFA9E5355E}" type="presOf" srcId="{09C39FD4-F09A-416F-B375-475E8E892DD0}" destId="{2B2D8362-8A26-4E6B-A136-CBECA4827BD9}" srcOrd="0" destOrd="0" presId="urn:microsoft.com/office/officeart/2005/8/layout/hierarchy3"/>
    <dgm:cxn modelId="{537518F2-72E0-4312-912B-179968546867}" type="presOf" srcId="{DF6C8076-CD74-4392-9355-D8531807C63D}" destId="{70A311A2-E9F5-4795-9570-93CDE800AD09}" srcOrd="0" destOrd="0" presId="urn:microsoft.com/office/officeart/2005/8/layout/hierarchy3"/>
    <dgm:cxn modelId="{54CB7D99-43D3-46CA-803A-4776BC957447}" srcId="{6D846952-7EB3-4E83-AC85-3EEC6FB78A44}" destId="{F3B6F163-9E92-448E-8649-0174D528ADE5}" srcOrd="1" destOrd="0" parTransId="{4B9F878D-2131-4788-A8F0-79A440E60196}" sibTransId="{22F8C577-B325-4D61-8FA8-F355CFA16C31}"/>
    <dgm:cxn modelId="{08940890-AB08-4030-9A47-8B07A9CD33FD}" srcId="{9D074C57-7955-448D-8829-9F18B8BD6808}" destId="{3D88183D-623F-4DA8-AE78-60C3E312F4D1}" srcOrd="2" destOrd="0" parTransId="{4FE2AD2E-96D7-4D36-B224-D593880EE8D7}" sibTransId="{3A4D749C-1386-4330-ADDE-8B5D12F52658}"/>
    <dgm:cxn modelId="{DFCBE5A1-07A3-457C-84B6-EDF5A8BD98BC}" type="presOf" srcId="{2D8F397A-DAFB-46BD-8DAC-2CF0F436F06F}" destId="{79DD4FE5-8A02-41A5-A5BE-73DAE70E9D65}" srcOrd="0" destOrd="0" presId="urn:microsoft.com/office/officeart/2005/8/layout/hierarchy3"/>
    <dgm:cxn modelId="{03DA8672-91DE-4868-B9E7-B1C49EF04B21}" srcId="{6D846952-7EB3-4E83-AC85-3EEC6FB78A44}" destId="{CE173431-9F78-460A-96FD-AAE868DD7CEE}" srcOrd="0" destOrd="0" parTransId="{DF6C8076-CD74-4392-9355-D8531807C63D}" sibTransId="{E4FD60A9-8D8A-45A5-9784-7578C926A7A9}"/>
    <dgm:cxn modelId="{344F35F3-F248-4E58-B644-C770F865C807}" type="presOf" srcId="{47F159F7-BDDB-4442-902A-9544907B6997}" destId="{D78D58DA-FA88-411F-AD07-A0C83E556FA9}" srcOrd="0" destOrd="0" presId="urn:microsoft.com/office/officeart/2005/8/layout/hierarchy3"/>
    <dgm:cxn modelId="{7E2DF99B-600C-4C90-9F2F-D94B72BD067F}" type="presOf" srcId="{F308A938-7530-47B7-AC71-BED29902C885}" destId="{3856B71D-5B6F-4207-933E-DD04A6A0F04F}" srcOrd="0" destOrd="0" presId="urn:microsoft.com/office/officeart/2005/8/layout/hierarchy3"/>
    <dgm:cxn modelId="{21CD6AE7-8164-43E2-B837-0C8A4CB81BC7}" srcId="{1AFC025C-5DCF-447A-9A01-5E220DBF81A0}" destId="{2D8F397A-DAFB-46BD-8DAC-2CF0F436F06F}" srcOrd="2" destOrd="0" parTransId="{A83035A1-A536-44A0-AEBB-63B642CDEE22}" sibTransId="{5A4F66DB-57E4-48F2-B460-DDA0262D7ED8}"/>
    <dgm:cxn modelId="{472F343A-9364-4D92-8212-A6325F1AEEB6}" type="presOf" srcId="{FD1ADDC9-764B-40AB-AA79-CD3EB8E6FC81}" destId="{B1A0E02E-E386-4E2C-A475-7A66DF053915}" srcOrd="0" destOrd="0" presId="urn:microsoft.com/office/officeart/2005/8/layout/hierarchy3"/>
    <dgm:cxn modelId="{1BED22EF-3B9C-43A8-A1EC-7512D248F0F1}" type="presParOf" srcId="{68AC4C9D-4A8A-450B-AA73-734E1A2136D8}" destId="{1F8F4FDA-1594-47AC-BC20-2A7227EC391A}" srcOrd="0" destOrd="0" presId="urn:microsoft.com/office/officeart/2005/8/layout/hierarchy3"/>
    <dgm:cxn modelId="{B620F5DE-1335-45CC-89FA-A511C2B9C0A1}" type="presParOf" srcId="{1F8F4FDA-1594-47AC-BC20-2A7227EC391A}" destId="{DAD9125E-23BC-4F7A-B309-C4A698E3E78C}" srcOrd="0" destOrd="0" presId="urn:microsoft.com/office/officeart/2005/8/layout/hierarchy3"/>
    <dgm:cxn modelId="{00DE4A6C-E40D-4C9B-82FB-2818E332407F}" type="presParOf" srcId="{DAD9125E-23BC-4F7A-B309-C4A698E3E78C}" destId="{E8202197-54C8-4F41-A1AD-6A312BE28915}" srcOrd="0" destOrd="0" presId="urn:microsoft.com/office/officeart/2005/8/layout/hierarchy3"/>
    <dgm:cxn modelId="{34FEB5D0-202A-434B-98E6-C1916DE19FF2}" type="presParOf" srcId="{DAD9125E-23BC-4F7A-B309-C4A698E3E78C}" destId="{C2DFD488-96CE-40CE-ADA8-E4F5126C519C}" srcOrd="1" destOrd="0" presId="urn:microsoft.com/office/officeart/2005/8/layout/hierarchy3"/>
    <dgm:cxn modelId="{54E0ABED-C4B6-4413-BE9E-251F42B1C743}" type="presParOf" srcId="{1F8F4FDA-1594-47AC-BC20-2A7227EC391A}" destId="{EF9A4BAE-CB5F-450B-A709-909A00BFBED4}" srcOrd="1" destOrd="0" presId="urn:microsoft.com/office/officeart/2005/8/layout/hierarchy3"/>
    <dgm:cxn modelId="{B13F8B1D-CB3C-4424-8D23-B9BE522E8611}" type="presParOf" srcId="{EF9A4BAE-CB5F-450B-A709-909A00BFBED4}" destId="{70A311A2-E9F5-4795-9570-93CDE800AD09}" srcOrd="0" destOrd="0" presId="urn:microsoft.com/office/officeart/2005/8/layout/hierarchy3"/>
    <dgm:cxn modelId="{005DEFD4-56CF-49E4-ACA8-5661CE4107A5}" type="presParOf" srcId="{EF9A4BAE-CB5F-450B-A709-909A00BFBED4}" destId="{E9DB35AB-BF8F-4F5B-8E98-1BFA7A221D38}" srcOrd="1" destOrd="0" presId="urn:microsoft.com/office/officeart/2005/8/layout/hierarchy3"/>
    <dgm:cxn modelId="{209E3821-8366-417B-9653-6500CCD41CE5}" type="presParOf" srcId="{EF9A4BAE-CB5F-450B-A709-909A00BFBED4}" destId="{BD388996-DFC6-4100-A951-08C8875C6510}" srcOrd="2" destOrd="0" presId="urn:microsoft.com/office/officeart/2005/8/layout/hierarchy3"/>
    <dgm:cxn modelId="{74C75D66-6105-4129-9C43-E734096CE717}" type="presParOf" srcId="{EF9A4BAE-CB5F-450B-A709-909A00BFBED4}" destId="{67E6E331-D83C-4A8B-B8D5-D4A2744960A4}" srcOrd="3" destOrd="0" presId="urn:microsoft.com/office/officeart/2005/8/layout/hierarchy3"/>
    <dgm:cxn modelId="{5AB8121D-3F86-4D17-BB92-C2DA7A4A05CF}" type="presParOf" srcId="{EF9A4BAE-CB5F-450B-A709-909A00BFBED4}" destId="{3466DE01-CCA4-455A-ABF7-0ED57E6A65DA}" srcOrd="4" destOrd="0" presId="urn:microsoft.com/office/officeart/2005/8/layout/hierarchy3"/>
    <dgm:cxn modelId="{7126727E-70AF-4F77-A600-7A7179CDDE28}" type="presParOf" srcId="{EF9A4BAE-CB5F-450B-A709-909A00BFBED4}" destId="{3A04D294-52BB-4DE1-BF94-4E12C6F9A28F}" srcOrd="5" destOrd="0" presId="urn:microsoft.com/office/officeart/2005/8/layout/hierarchy3"/>
    <dgm:cxn modelId="{F1758532-3D2E-48BE-B27E-58D2D131D3BF}" type="presParOf" srcId="{EF9A4BAE-CB5F-450B-A709-909A00BFBED4}" destId="{EA30BBA7-2DC7-44FE-9203-DA8D955784E4}" srcOrd="6" destOrd="0" presId="urn:microsoft.com/office/officeart/2005/8/layout/hierarchy3"/>
    <dgm:cxn modelId="{0F787A0A-6380-496B-A01D-C0F9A9BD259C}" type="presParOf" srcId="{EF9A4BAE-CB5F-450B-A709-909A00BFBED4}" destId="{9E5C0EC9-6BE6-41B2-90B2-4AC198EE5F14}" srcOrd="7" destOrd="0" presId="urn:microsoft.com/office/officeart/2005/8/layout/hierarchy3"/>
    <dgm:cxn modelId="{C11DF80A-7BD1-4FF8-B5FB-7321C8391963}" type="presParOf" srcId="{EF9A4BAE-CB5F-450B-A709-909A00BFBED4}" destId="{3A05C703-1F0A-4125-B971-2DC5FBCACFC4}" srcOrd="8" destOrd="0" presId="urn:microsoft.com/office/officeart/2005/8/layout/hierarchy3"/>
    <dgm:cxn modelId="{DD19E5CB-F778-41C8-97F2-20D12A1ED7CC}" type="presParOf" srcId="{EF9A4BAE-CB5F-450B-A709-909A00BFBED4}" destId="{B1A0E02E-E386-4E2C-A475-7A66DF053915}" srcOrd="9" destOrd="0" presId="urn:microsoft.com/office/officeart/2005/8/layout/hierarchy3"/>
    <dgm:cxn modelId="{40B0B489-91E3-4B4E-BFE0-657FAA35479E}" type="presParOf" srcId="{68AC4C9D-4A8A-450B-AA73-734E1A2136D8}" destId="{FF71B2A6-2451-4DD6-8A59-E3759A7E93CB}" srcOrd="1" destOrd="0" presId="urn:microsoft.com/office/officeart/2005/8/layout/hierarchy3"/>
    <dgm:cxn modelId="{DE2A9B32-0748-4B8F-8F6A-71FB6E95325F}" type="presParOf" srcId="{FF71B2A6-2451-4DD6-8A59-E3759A7E93CB}" destId="{E77241C8-6A28-4E76-BBFE-9F05FDCD8E4A}" srcOrd="0" destOrd="0" presId="urn:microsoft.com/office/officeart/2005/8/layout/hierarchy3"/>
    <dgm:cxn modelId="{29029FB8-8777-4F73-8247-D3AE10F51FA8}" type="presParOf" srcId="{E77241C8-6A28-4E76-BBFE-9F05FDCD8E4A}" destId="{8947B418-88A2-42EC-B737-2AA497E6BF84}" srcOrd="0" destOrd="0" presId="urn:microsoft.com/office/officeart/2005/8/layout/hierarchy3"/>
    <dgm:cxn modelId="{501354B2-2581-4407-81EE-94AD5D92076F}" type="presParOf" srcId="{E77241C8-6A28-4E76-BBFE-9F05FDCD8E4A}" destId="{F23702D6-D7A2-42A0-81C8-1E28A5F13D6B}" srcOrd="1" destOrd="0" presId="urn:microsoft.com/office/officeart/2005/8/layout/hierarchy3"/>
    <dgm:cxn modelId="{48E01390-9E01-489A-99C9-40C4D24DE3EE}" type="presParOf" srcId="{FF71B2A6-2451-4DD6-8A59-E3759A7E93CB}" destId="{D7D699A5-3647-4F49-9EEA-3F39A701167B}" srcOrd="1" destOrd="0" presId="urn:microsoft.com/office/officeart/2005/8/layout/hierarchy3"/>
    <dgm:cxn modelId="{E0FE69DB-830E-4F20-90D0-0DB9A7AAB2E1}" type="presParOf" srcId="{D7D699A5-3647-4F49-9EEA-3F39A701167B}" destId="{2B2D8362-8A26-4E6B-A136-CBECA4827BD9}" srcOrd="0" destOrd="0" presId="urn:microsoft.com/office/officeart/2005/8/layout/hierarchy3"/>
    <dgm:cxn modelId="{708C16AE-49C0-4622-B0DB-37E93C4AD18C}" type="presParOf" srcId="{D7D699A5-3647-4F49-9EEA-3F39A701167B}" destId="{0A73F2D4-EA1A-4083-90CB-214E2D6CB27A}" srcOrd="1" destOrd="0" presId="urn:microsoft.com/office/officeart/2005/8/layout/hierarchy3"/>
    <dgm:cxn modelId="{37B41FFF-D512-488A-91D2-3C40AF734FB5}" type="presParOf" srcId="{D7D699A5-3647-4F49-9EEA-3F39A701167B}" destId="{D78D58DA-FA88-411F-AD07-A0C83E556FA9}" srcOrd="2" destOrd="0" presId="urn:microsoft.com/office/officeart/2005/8/layout/hierarchy3"/>
    <dgm:cxn modelId="{A02F9113-D348-4807-AEFB-EADD03B1F219}" type="presParOf" srcId="{D7D699A5-3647-4F49-9EEA-3F39A701167B}" destId="{10EAE7A8-2DF2-48F7-99A0-FA7F26791FE4}" srcOrd="3" destOrd="0" presId="urn:microsoft.com/office/officeart/2005/8/layout/hierarchy3"/>
    <dgm:cxn modelId="{9019D23F-9040-4236-989E-0192FE8D4CE7}" type="presParOf" srcId="{D7D699A5-3647-4F49-9EEA-3F39A701167B}" destId="{2E3CD2DD-FF19-4C8F-800D-0CF1B057B5D4}" srcOrd="4" destOrd="0" presId="urn:microsoft.com/office/officeart/2005/8/layout/hierarchy3"/>
    <dgm:cxn modelId="{D86FCBAE-C9E3-43BA-A129-3FDFB6254E83}" type="presParOf" srcId="{D7D699A5-3647-4F49-9EEA-3F39A701167B}" destId="{79DD4FE5-8A02-41A5-A5BE-73DAE70E9D65}" srcOrd="5" destOrd="0" presId="urn:microsoft.com/office/officeart/2005/8/layout/hierarchy3"/>
    <dgm:cxn modelId="{C41511EF-C982-441F-825B-82D70EB9BD29}" type="presParOf" srcId="{68AC4C9D-4A8A-450B-AA73-734E1A2136D8}" destId="{FD0F6E95-F2BB-410E-A59B-248FA8A53559}" srcOrd="2" destOrd="0" presId="urn:microsoft.com/office/officeart/2005/8/layout/hierarchy3"/>
    <dgm:cxn modelId="{E1CF6208-3AB6-4DD3-BC3E-E986BEB56607}" type="presParOf" srcId="{FD0F6E95-F2BB-410E-A59B-248FA8A53559}" destId="{EEA2DB05-4350-4DB9-A9EB-E9090AAE72F5}" srcOrd="0" destOrd="0" presId="urn:microsoft.com/office/officeart/2005/8/layout/hierarchy3"/>
    <dgm:cxn modelId="{BBA7F548-9780-420A-8CD4-9E2D9D0A0684}" type="presParOf" srcId="{EEA2DB05-4350-4DB9-A9EB-E9090AAE72F5}" destId="{4DE9CD1C-3B84-45A9-ACD1-67ABFCD172B6}" srcOrd="0" destOrd="0" presId="urn:microsoft.com/office/officeart/2005/8/layout/hierarchy3"/>
    <dgm:cxn modelId="{1BE4AD74-588E-4570-A631-4CD55A9A8222}" type="presParOf" srcId="{EEA2DB05-4350-4DB9-A9EB-E9090AAE72F5}" destId="{18607545-4DB9-4894-9944-0FF0591A2F9D}" srcOrd="1" destOrd="0" presId="urn:microsoft.com/office/officeart/2005/8/layout/hierarchy3"/>
    <dgm:cxn modelId="{2EDD3835-A760-4EDF-9E15-86B7DCEC9FA3}" type="presParOf" srcId="{FD0F6E95-F2BB-410E-A59B-248FA8A53559}" destId="{F9B67942-886D-4506-BBEA-D10DCAAF4FB4}" srcOrd="1" destOrd="0" presId="urn:microsoft.com/office/officeart/2005/8/layout/hierarchy3"/>
    <dgm:cxn modelId="{C65E0A81-433F-49B2-A2CB-2AED3AD427B0}" type="presParOf" srcId="{F9B67942-886D-4506-BBEA-D10DCAAF4FB4}" destId="{AE556B21-06BB-4C14-8716-9FCA3CCED2E0}" srcOrd="0" destOrd="0" presId="urn:microsoft.com/office/officeart/2005/8/layout/hierarchy3"/>
    <dgm:cxn modelId="{11098873-9BB5-4AA1-A90B-91F799BB66C1}" type="presParOf" srcId="{F9B67942-886D-4506-BBEA-D10DCAAF4FB4}" destId="{AE60DE16-164C-4F6E-B4B6-9FAD63F4F9D5}" srcOrd="1" destOrd="0" presId="urn:microsoft.com/office/officeart/2005/8/layout/hierarchy3"/>
    <dgm:cxn modelId="{F342D5F8-16D6-4536-AC76-5D2AE291C5E7}" type="presParOf" srcId="{F9B67942-886D-4506-BBEA-D10DCAAF4FB4}" destId="{5E4DBC18-1FC9-4675-9EE5-FAFF5F4264E7}" srcOrd="2" destOrd="0" presId="urn:microsoft.com/office/officeart/2005/8/layout/hierarchy3"/>
    <dgm:cxn modelId="{B76F122C-F642-42CC-844D-FD35D4D23660}" type="presParOf" srcId="{F9B67942-886D-4506-BBEA-D10DCAAF4FB4}" destId="{82F3C91A-D14A-48FD-BC8F-74C9EE7D2DAD}" srcOrd="3" destOrd="0" presId="urn:microsoft.com/office/officeart/2005/8/layout/hierarchy3"/>
    <dgm:cxn modelId="{A9E2D942-397E-4040-9023-AA501BBD1CCD}" type="presParOf" srcId="{F9B67942-886D-4506-BBEA-D10DCAAF4FB4}" destId="{B8F15A77-7E87-41DF-9CEB-A68418AA3818}" srcOrd="4" destOrd="0" presId="urn:microsoft.com/office/officeart/2005/8/layout/hierarchy3"/>
    <dgm:cxn modelId="{4B783AD1-1DE5-47EF-85D1-D9F6F9F9CD5F}" type="presParOf" srcId="{F9B67942-886D-4506-BBEA-D10DCAAF4FB4}" destId="{C33E033F-5441-4940-93C5-7DF7B47ACA39}" srcOrd="5" destOrd="0" presId="urn:microsoft.com/office/officeart/2005/8/layout/hierarchy3"/>
    <dgm:cxn modelId="{52DBFDED-289A-4F79-8042-0CE89E736878}" type="presParOf" srcId="{F9B67942-886D-4506-BBEA-D10DCAAF4FB4}" destId="{3856B71D-5B6F-4207-933E-DD04A6A0F04F}" srcOrd="6" destOrd="0" presId="urn:microsoft.com/office/officeart/2005/8/layout/hierarchy3"/>
    <dgm:cxn modelId="{7470CA1D-C36E-4906-AC60-38AC33EA9C81}" type="presParOf" srcId="{F9B67942-886D-4506-BBEA-D10DCAAF4FB4}" destId="{A422F500-E092-4773-B798-6A2367045326}"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19CD3E-84C0-4F9E-9602-E883B7458DBC}" type="doc">
      <dgm:prSet loTypeId="urn:microsoft.com/office/officeart/2005/8/layout/orgChart1" loCatId="hierarchy" qsTypeId="urn:microsoft.com/office/officeart/2005/8/quickstyle/3d1" qsCatId="3D" csTypeId="urn:microsoft.com/office/officeart/2005/8/colors/colorful3" csCatId="colorful" phldr="1"/>
      <dgm:spPr/>
      <dgm:t>
        <a:bodyPr/>
        <a:lstStyle/>
        <a:p>
          <a:endParaRPr lang="en-IN"/>
        </a:p>
      </dgm:t>
    </dgm:pt>
    <dgm:pt modelId="{648D661C-7F3C-4110-A565-B333A0B896A7}">
      <dgm:prSet/>
      <dgm:spPr/>
      <dgm:t>
        <a:bodyPr/>
        <a:lstStyle/>
        <a:p>
          <a:pPr rtl="0"/>
          <a:r>
            <a:rPr lang="en-US" dirty="0" smtClean="0"/>
            <a:t>Section 2(a): A person is said to have made a proposal, when he signifies to another his willingness to do or to abstain from doing anything, with a view to obtain the assent of that other to such act or abstinence. </a:t>
          </a:r>
          <a:endParaRPr lang="en-IN" dirty="0"/>
        </a:p>
      </dgm:t>
    </dgm:pt>
    <dgm:pt modelId="{9A07B8D3-6DD5-467D-8F86-E63CA8A677E7}" type="parTrans" cxnId="{4252F942-8FCB-4D1B-A812-FB5A0B8A633F}">
      <dgm:prSet/>
      <dgm:spPr/>
      <dgm:t>
        <a:bodyPr/>
        <a:lstStyle/>
        <a:p>
          <a:endParaRPr lang="en-IN"/>
        </a:p>
      </dgm:t>
    </dgm:pt>
    <dgm:pt modelId="{3E570B5A-61C1-495A-AD16-F52AA0D6BE67}" type="sibTrans" cxnId="{4252F942-8FCB-4D1B-A812-FB5A0B8A633F}">
      <dgm:prSet/>
      <dgm:spPr/>
      <dgm:t>
        <a:bodyPr/>
        <a:lstStyle/>
        <a:p>
          <a:endParaRPr lang="en-IN"/>
        </a:p>
      </dgm:t>
    </dgm:pt>
    <dgm:pt modelId="{021D96D8-5951-4CF5-91E1-54975517A2F4}">
      <dgm:prSet/>
      <dgm:spPr/>
      <dgm:t>
        <a:bodyPr/>
        <a:lstStyle/>
        <a:p>
          <a:pPr rtl="0"/>
          <a:r>
            <a:rPr lang="en-US" smtClean="0"/>
            <a:t>Offeror/Promisor/Proposer – person making the offer</a:t>
          </a:r>
          <a:endParaRPr lang="en-IN"/>
        </a:p>
      </dgm:t>
    </dgm:pt>
    <dgm:pt modelId="{79B9E7E7-1C9F-4F67-9951-40DD39C86833}" type="parTrans" cxnId="{E0257C92-05BA-410E-806A-B038684EDCE6}">
      <dgm:prSet/>
      <dgm:spPr/>
      <dgm:t>
        <a:bodyPr/>
        <a:lstStyle/>
        <a:p>
          <a:endParaRPr lang="en-IN"/>
        </a:p>
      </dgm:t>
    </dgm:pt>
    <dgm:pt modelId="{3BEBEF40-10F8-46E1-8473-6F52773BB1BE}" type="sibTrans" cxnId="{E0257C92-05BA-410E-806A-B038684EDCE6}">
      <dgm:prSet/>
      <dgm:spPr/>
      <dgm:t>
        <a:bodyPr/>
        <a:lstStyle/>
        <a:p>
          <a:endParaRPr lang="en-IN"/>
        </a:p>
      </dgm:t>
    </dgm:pt>
    <dgm:pt modelId="{73DFF4E5-8356-46B6-A9CE-DAB14162EF27}">
      <dgm:prSet/>
      <dgm:spPr/>
      <dgm:t>
        <a:bodyPr/>
        <a:lstStyle/>
        <a:p>
          <a:pPr rtl="0"/>
          <a:r>
            <a:rPr lang="en-US" smtClean="0"/>
            <a:t>Offeree/Proposee – person to whom the offer is made</a:t>
          </a:r>
          <a:endParaRPr lang="en-IN"/>
        </a:p>
      </dgm:t>
    </dgm:pt>
    <dgm:pt modelId="{D557C105-104B-4C2C-A09C-046280FA8475}" type="parTrans" cxnId="{1A077CBD-1FEC-4633-B030-6A533BD5E590}">
      <dgm:prSet/>
      <dgm:spPr/>
      <dgm:t>
        <a:bodyPr/>
        <a:lstStyle/>
        <a:p>
          <a:endParaRPr lang="en-IN"/>
        </a:p>
      </dgm:t>
    </dgm:pt>
    <dgm:pt modelId="{FD6DB413-BE37-4EA7-9292-4BE14BB0EE2F}" type="sibTrans" cxnId="{1A077CBD-1FEC-4633-B030-6A533BD5E590}">
      <dgm:prSet/>
      <dgm:spPr/>
      <dgm:t>
        <a:bodyPr/>
        <a:lstStyle/>
        <a:p>
          <a:endParaRPr lang="en-IN"/>
        </a:p>
      </dgm:t>
    </dgm:pt>
    <dgm:pt modelId="{41E27CDD-D684-4683-B5CF-193CAB8AB462}">
      <dgm:prSet/>
      <dgm:spPr/>
      <dgm:t>
        <a:bodyPr/>
        <a:lstStyle/>
        <a:p>
          <a:pPr rtl="0"/>
          <a:r>
            <a:rPr lang="en-US" smtClean="0"/>
            <a:t>Acceptor/Promisee – when offeree accepts the offer</a:t>
          </a:r>
          <a:endParaRPr lang="en-IN"/>
        </a:p>
      </dgm:t>
    </dgm:pt>
    <dgm:pt modelId="{DE216CE9-B5A1-44BF-A680-AA0863C427EF}" type="parTrans" cxnId="{87329C4C-40EA-46BE-B341-26D2865E5F85}">
      <dgm:prSet/>
      <dgm:spPr/>
      <dgm:t>
        <a:bodyPr/>
        <a:lstStyle/>
        <a:p>
          <a:endParaRPr lang="en-IN"/>
        </a:p>
      </dgm:t>
    </dgm:pt>
    <dgm:pt modelId="{834E128F-46E4-4DDA-9829-71D4BD1D36BC}" type="sibTrans" cxnId="{87329C4C-40EA-46BE-B341-26D2865E5F85}">
      <dgm:prSet/>
      <dgm:spPr/>
      <dgm:t>
        <a:bodyPr/>
        <a:lstStyle/>
        <a:p>
          <a:endParaRPr lang="en-IN"/>
        </a:p>
      </dgm:t>
    </dgm:pt>
    <dgm:pt modelId="{46C2081D-8EB8-4FB1-A8C6-260B22FADE1E}" type="pres">
      <dgm:prSet presAssocID="{2D19CD3E-84C0-4F9E-9602-E883B7458DBC}" presName="hierChild1" presStyleCnt="0">
        <dgm:presLayoutVars>
          <dgm:orgChart val="1"/>
          <dgm:chPref val="1"/>
          <dgm:dir/>
          <dgm:animOne val="branch"/>
          <dgm:animLvl val="lvl"/>
          <dgm:resizeHandles/>
        </dgm:presLayoutVars>
      </dgm:prSet>
      <dgm:spPr/>
      <dgm:t>
        <a:bodyPr/>
        <a:lstStyle/>
        <a:p>
          <a:endParaRPr lang="en-IN"/>
        </a:p>
      </dgm:t>
    </dgm:pt>
    <dgm:pt modelId="{E11DF472-77BA-4055-BEBC-F7BD5B611DC1}" type="pres">
      <dgm:prSet presAssocID="{648D661C-7F3C-4110-A565-B333A0B896A7}" presName="hierRoot1" presStyleCnt="0">
        <dgm:presLayoutVars>
          <dgm:hierBranch val="init"/>
        </dgm:presLayoutVars>
      </dgm:prSet>
      <dgm:spPr/>
    </dgm:pt>
    <dgm:pt modelId="{23C7815F-97B5-47A4-A69A-5C1701F94C59}" type="pres">
      <dgm:prSet presAssocID="{648D661C-7F3C-4110-A565-B333A0B896A7}" presName="rootComposite1" presStyleCnt="0"/>
      <dgm:spPr/>
    </dgm:pt>
    <dgm:pt modelId="{991584EC-2988-4AA6-B2AD-436714491EA5}" type="pres">
      <dgm:prSet presAssocID="{648D661C-7F3C-4110-A565-B333A0B896A7}" presName="rootText1" presStyleLbl="node0" presStyleIdx="0" presStyleCnt="1" custScaleX="297707" custScaleY="145545">
        <dgm:presLayoutVars>
          <dgm:chPref val="3"/>
        </dgm:presLayoutVars>
      </dgm:prSet>
      <dgm:spPr/>
      <dgm:t>
        <a:bodyPr/>
        <a:lstStyle/>
        <a:p>
          <a:endParaRPr lang="en-IN"/>
        </a:p>
      </dgm:t>
    </dgm:pt>
    <dgm:pt modelId="{BE58E92C-5BA4-44B0-97D9-81AD06C08CE3}" type="pres">
      <dgm:prSet presAssocID="{648D661C-7F3C-4110-A565-B333A0B896A7}" presName="rootConnector1" presStyleLbl="node1" presStyleIdx="0" presStyleCnt="0"/>
      <dgm:spPr/>
      <dgm:t>
        <a:bodyPr/>
        <a:lstStyle/>
        <a:p>
          <a:endParaRPr lang="en-IN"/>
        </a:p>
      </dgm:t>
    </dgm:pt>
    <dgm:pt modelId="{F7C196D3-9CE2-499B-BC76-AF2490A27DBF}" type="pres">
      <dgm:prSet presAssocID="{648D661C-7F3C-4110-A565-B333A0B896A7}" presName="hierChild2" presStyleCnt="0"/>
      <dgm:spPr/>
    </dgm:pt>
    <dgm:pt modelId="{B22CEF40-034A-4AC6-BDF5-07D9CBC16478}" type="pres">
      <dgm:prSet presAssocID="{79B9E7E7-1C9F-4F67-9951-40DD39C86833}" presName="Name37" presStyleLbl="parChTrans1D2" presStyleIdx="0" presStyleCnt="3"/>
      <dgm:spPr/>
      <dgm:t>
        <a:bodyPr/>
        <a:lstStyle/>
        <a:p>
          <a:endParaRPr lang="en-IN"/>
        </a:p>
      </dgm:t>
    </dgm:pt>
    <dgm:pt modelId="{03494C13-3D1B-4C1F-AED1-9C91D2B500F8}" type="pres">
      <dgm:prSet presAssocID="{021D96D8-5951-4CF5-91E1-54975517A2F4}" presName="hierRoot2" presStyleCnt="0">
        <dgm:presLayoutVars>
          <dgm:hierBranch val="init"/>
        </dgm:presLayoutVars>
      </dgm:prSet>
      <dgm:spPr/>
    </dgm:pt>
    <dgm:pt modelId="{9A7C437D-470C-4190-A247-1F51CCF22CB9}" type="pres">
      <dgm:prSet presAssocID="{021D96D8-5951-4CF5-91E1-54975517A2F4}" presName="rootComposite" presStyleCnt="0"/>
      <dgm:spPr/>
    </dgm:pt>
    <dgm:pt modelId="{D84CD2FD-794A-4A79-A57E-07BF9BB16ABF}" type="pres">
      <dgm:prSet presAssocID="{021D96D8-5951-4CF5-91E1-54975517A2F4}" presName="rootText" presStyleLbl="node2" presStyleIdx="0" presStyleCnt="3">
        <dgm:presLayoutVars>
          <dgm:chPref val="3"/>
        </dgm:presLayoutVars>
      </dgm:prSet>
      <dgm:spPr/>
      <dgm:t>
        <a:bodyPr/>
        <a:lstStyle/>
        <a:p>
          <a:endParaRPr lang="en-IN"/>
        </a:p>
      </dgm:t>
    </dgm:pt>
    <dgm:pt modelId="{F833D36D-E998-4906-8640-14C1FDE6A277}" type="pres">
      <dgm:prSet presAssocID="{021D96D8-5951-4CF5-91E1-54975517A2F4}" presName="rootConnector" presStyleLbl="node2" presStyleIdx="0" presStyleCnt="3"/>
      <dgm:spPr/>
      <dgm:t>
        <a:bodyPr/>
        <a:lstStyle/>
        <a:p>
          <a:endParaRPr lang="en-IN"/>
        </a:p>
      </dgm:t>
    </dgm:pt>
    <dgm:pt modelId="{E50A6C50-F38C-46EA-BB71-067BBE2B7555}" type="pres">
      <dgm:prSet presAssocID="{021D96D8-5951-4CF5-91E1-54975517A2F4}" presName="hierChild4" presStyleCnt="0"/>
      <dgm:spPr/>
    </dgm:pt>
    <dgm:pt modelId="{2276AC69-78ED-4A9E-BD29-DC0B4E6BFEBA}" type="pres">
      <dgm:prSet presAssocID="{021D96D8-5951-4CF5-91E1-54975517A2F4}" presName="hierChild5" presStyleCnt="0"/>
      <dgm:spPr/>
    </dgm:pt>
    <dgm:pt modelId="{72F3C2B4-4A96-48CB-B462-AA4E58743B18}" type="pres">
      <dgm:prSet presAssocID="{D557C105-104B-4C2C-A09C-046280FA8475}" presName="Name37" presStyleLbl="parChTrans1D2" presStyleIdx="1" presStyleCnt="3"/>
      <dgm:spPr/>
      <dgm:t>
        <a:bodyPr/>
        <a:lstStyle/>
        <a:p>
          <a:endParaRPr lang="en-IN"/>
        </a:p>
      </dgm:t>
    </dgm:pt>
    <dgm:pt modelId="{3C229291-A625-4782-8194-6C1AC9103ED2}" type="pres">
      <dgm:prSet presAssocID="{73DFF4E5-8356-46B6-A9CE-DAB14162EF27}" presName="hierRoot2" presStyleCnt="0">
        <dgm:presLayoutVars>
          <dgm:hierBranch val="init"/>
        </dgm:presLayoutVars>
      </dgm:prSet>
      <dgm:spPr/>
    </dgm:pt>
    <dgm:pt modelId="{B725E38E-F652-41FF-8A0D-8C5B7E47B1EE}" type="pres">
      <dgm:prSet presAssocID="{73DFF4E5-8356-46B6-A9CE-DAB14162EF27}" presName="rootComposite" presStyleCnt="0"/>
      <dgm:spPr/>
    </dgm:pt>
    <dgm:pt modelId="{425458F7-0087-49AC-8A9E-87132B3955FC}" type="pres">
      <dgm:prSet presAssocID="{73DFF4E5-8356-46B6-A9CE-DAB14162EF27}" presName="rootText" presStyleLbl="node2" presStyleIdx="1" presStyleCnt="3">
        <dgm:presLayoutVars>
          <dgm:chPref val="3"/>
        </dgm:presLayoutVars>
      </dgm:prSet>
      <dgm:spPr/>
      <dgm:t>
        <a:bodyPr/>
        <a:lstStyle/>
        <a:p>
          <a:endParaRPr lang="en-IN"/>
        </a:p>
      </dgm:t>
    </dgm:pt>
    <dgm:pt modelId="{B868DF1E-D41B-4EFA-9CB5-072591A72D9C}" type="pres">
      <dgm:prSet presAssocID="{73DFF4E5-8356-46B6-A9CE-DAB14162EF27}" presName="rootConnector" presStyleLbl="node2" presStyleIdx="1" presStyleCnt="3"/>
      <dgm:spPr/>
      <dgm:t>
        <a:bodyPr/>
        <a:lstStyle/>
        <a:p>
          <a:endParaRPr lang="en-IN"/>
        </a:p>
      </dgm:t>
    </dgm:pt>
    <dgm:pt modelId="{299A6EFA-3481-444B-B6F2-BC46A3BAB3FC}" type="pres">
      <dgm:prSet presAssocID="{73DFF4E5-8356-46B6-A9CE-DAB14162EF27}" presName="hierChild4" presStyleCnt="0"/>
      <dgm:spPr/>
    </dgm:pt>
    <dgm:pt modelId="{956D92FD-ADC9-4AF5-A63D-CD140F150D80}" type="pres">
      <dgm:prSet presAssocID="{73DFF4E5-8356-46B6-A9CE-DAB14162EF27}" presName="hierChild5" presStyleCnt="0"/>
      <dgm:spPr/>
    </dgm:pt>
    <dgm:pt modelId="{A47C7DE2-6A2B-418E-BA5B-F422FA4D1EA2}" type="pres">
      <dgm:prSet presAssocID="{DE216CE9-B5A1-44BF-A680-AA0863C427EF}" presName="Name37" presStyleLbl="parChTrans1D2" presStyleIdx="2" presStyleCnt="3"/>
      <dgm:spPr/>
      <dgm:t>
        <a:bodyPr/>
        <a:lstStyle/>
        <a:p>
          <a:endParaRPr lang="en-IN"/>
        </a:p>
      </dgm:t>
    </dgm:pt>
    <dgm:pt modelId="{C690447E-A0BC-41CA-83B6-7C5AA3829481}" type="pres">
      <dgm:prSet presAssocID="{41E27CDD-D684-4683-B5CF-193CAB8AB462}" presName="hierRoot2" presStyleCnt="0">
        <dgm:presLayoutVars>
          <dgm:hierBranch val="init"/>
        </dgm:presLayoutVars>
      </dgm:prSet>
      <dgm:spPr/>
    </dgm:pt>
    <dgm:pt modelId="{9861C10D-A94A-4445-9CAE-32E59F061206}" type="pres">
      <dgm:prSet presAssocID="{41E27CDD-D684-4683-B5CF-193CAB8AB462}" presName="rootComposite" presStyleCnt="0"/>
      <dgm:spPr/>
    </dgm:pt>
    <dgm:pt modelId="{3119FF35-66B1-4EFF-89D8-57D093F3A549}" type="pres">
      <dgm:prSet presAssocID="{41E27CDD-D684-4683-B5CF-193CAB8AB462}" presName="rootText" presStyleLbl="node2" presStyleIdx="2" presStyleCnt="3">
        <dgm:presLayoutVars>
          <dgm:chPref val="3"/>
        </dgm:presLayoutVars>
      </dgm:prSet>
      <dgm:spPr/>
      <dgm:t>
        <a:bodyPr/>
        <a:lstStyle/>
        <a:p>
          <a:endParaRPr lang="en-IN"/>
        </a:p>
      </dgm:t>
    </dgm:pt>
    <dgm:pt modelId="{BD9CEF9C-C692-4345-8774-46FFEB7786EF}" type="pres">
      <dgm:prSet presAssocID="{41E27CDD-D684-4683-B5CF-193CAB8AB462}" presName="rootConnector" presStyleLbl="node2" presStyleIdx="2" presStyleCnt="3"/>
      <dgm:spPr/>
      <dgm:t>
        <a:bodyPr/>
        <a:lstStyle/>
        <a:p>
          <a:endParaRPr lang="en-IN"/>
        </a:p>
      </dgm:t>
    </dgm:pt>
    <dgm:pt modelId="{7EC42DFA-AFEE-4504-BA61-B73BE518DA21}" type="pres">
      <dgm:prSet presAssocID="{41E27CDD-D684-4683-B5CF-193CAB8AB462}" presName="hierChild4" presStyleCnt="0"/>
      <dgm:spPr/>
    </dgm:pt>
    <dgm:pt modelId="{245AF0B3-2737-4BDE-8B83-F4E55F361B3B}" type="pres">
      <dgm:prSet presAssocID="{41E27CDD-D684-4683-B5CF-193CAB8AB462}" presName="hierChild5" presStyleCnt="0"/>
      <dgm:spPr/>
    </dgm:pt>
    <dgm:pt modelId="{8A5D0782-7254-4A07-8DBC-1F4C8FD9AB3B}" type="pres">
      <dgm:prSet presAssocID="{648D661C-7F3C-4110-A565-B333A0B896A7}" presName="hierChild3" presStyleCnt="0"/>
      <dgm:spPr/>
    </dgm:pt>
  </dgm:ptLst>
  <dgm:cxnLst>
    <dgm:cxn modelId="{EF11D2AD-D2BF-46DE-A1B4-8C3E9EE6A879}" type="presOf" srcId="{41E27CDD-D684-4683-B5CF-193CAB8AB462}" destId="{3119FF35-66B1-4EFF-89D8-57D093F3A549}" srcOrd="0" destOrd="0" presId="urn:microsoft.com/office/officeart/2005/8/layout/orgChart1"/>
    <dgm:cxn modelId="{87329C4C-40EA-46BE-B341-26D2865E5F85}" srcId="{648D661C-7F3C-4110-A565-B333A0B896A7}" destId="{41E27CDD-D684-4683-B5CF-193CAB8AB462}" srcOrd="2" destOrd="0" parTransId="{DE216CE9-B5A1-44BF-A680-AA0863C427EF}" sibTransId="{834E128F-46E4-4DDA-9829-71D4BD1D36BC}"/>
    <dgm:cxn modelId="{E0257C92-05BA-410E-806A-B038684EDCE6}" srcId="{648D661C-7F3C-4110-A565-B333A0B896A7}" destId="{021D96D8-5951-4CF5-91E1-54975517A2F4}" srcOrd="0" destOrd="0" parTransId="{79B9E7E7-1C9F-4F67-9951-40DD39C86833}" sibTransId="{3BEBEF40-10F8-46E1-8473-6F52773BB1BE}"/>
    <dgm:cxn modelId="{CA3B3C91-A78E-4DB9-8F3C-8AD992FFFCB3}" type="presOf" srcId="{DE216CE9-B5A1-44BF-A680-AA0863C427EF}" destId="{A47C7DE2-6A2B-418E-BA5B-F422FA4D1EA2}" srcOrd="0" destOrd="0" presId="urn:microsoft.com/office/officeart/2005/8/layout/orgChart1"/>
    <dgm:cxn modelId="{5CE8D5A2-1319-48A9-8592-A155419C9D1E}" type="presOf" srcId="{648D661C-7F3C-4110-A565-B333A0B896A7}" destId="{991584EC-2988-4AA6-B2AD-436714491EA5}" srcOrd="0" destOrd="0" presId="urn:microsoft.com/office/officeart/2005/8/layout/orgChart1"/>
    <dgm:cxn modelId="{5800F4F7-2CBF-4992-9277-CE7732134CE6}" type="presOf" srcId="{41E27CDD-D684-4683-B5CF-193CAB8AB462}" destId="{BD9CEF9C-C692-4345-8774-46FFEB7786EF}" srcOrd="1" destOrd="0" presId="urn:microsoft.com/office/officeart/2005/8/layout/orgChart1"/>
    <dgm:cxn modelId="{7BD84483-AA74-41FF-A1E5-6501603574F4}" type="presOf" srcId="{021D96D8-5951-4CF5-91E1-54975517A2F4}" destId="{F833D36D-E998-4906-8640-14C1FDE6A277}" srcOrd="1" destOrd="0" presId="urn:microsoft.com/office/officeart/2005/8/layout/orgChart1"/>
    <dgm:cxn modelId="{76334E1E-7A17-4C2F-8669-CB89C24661C4}" type="presOf" srcId="{648D661C-7F3C-4110-A565-B333A0B896A7}" destId="{BE58E92C-5BA4-44B0-97D9-81AD06C08CE3}" srcOrd="1" destOrd="0" presId="urn:microsoft.com/office/officeart/2005/8/layout/orgChart1"/>
    <dgm:cxn modelId="{9897E737-92D8-40F8-9469-CA9EF98BD62B}" type="presOf" srcId="{2D19CD3E-84C0-4F9E-9602-E883B7458DBC}" destId="{46C2081D-8EB8-4FB1-A8C6-260B22FADE1E}" srcOrd="0" destOrd="0" presId="urn:microsoft.com/office/officeart/2005/8/layout/orgChart1"/>
    <dgm:cxn modelId="{AEC37101-64A1-4D8C-A3EF-DFC86536B734}" type="presOf" srcId="{73DFF4E5-8356-46B6-A9CE-DAB14162EF27}" destId="{B868DF1E-D41B-4EFA-9CB5-072591A72D9C}" srcOrd="1" destOrd="0" presId="urn:microsoft.com/office/officeart/2005/8/layout/orgChart1"/>
    <dgm:cxn modelId="{1A077CBD-1FEC-4633-B030-6A533BD5E590}" srcId="{648D661C-7F3C-4110-A565-B333A0B896A7}" destId="{73DFF4E5-8356-46B6-A9CE-DAB14162EF27}" srcOrd="1" destOrd="0" parTransId="{D557C105-104B-4C2C-A09C-046280FA8475}" sibTransId="{FD6DB413-BE37-4EA7-9292-4BE14BB0EE2F}"/>
    <dgm:cxn modelId="{DA690E5A-9C4C-4F24-84B5-3ADFDD5FD416}" type="presOf" srcId="{79B9E7E7-1C9F-4F67-9951-40DD39C86833}" destId="{B22CEF40-034A-4AC6-BDF5-07D9CBC16478}" srcOrd="0" destOrd="0" presId="urn:microsoft.com/office/officeart/2005/8/layout/orgChart1"/>
    <dgm:cxn modelId="{B3562FA8-E158-40CE-8483-D1A94A0DFC33}" type="presOf" srcId="{021D96D8-5951-4CF5-91E1-54975517A2F4}" destId="{D84CD2FD-794A-4A79-A57E-07BF9BB16ABF}" srcOrd="0" destOrd="0" presId="urn:microsoft.com/office/officeart/2005/8/layout/orgChart1"/>
    <dgm:cxn modelId="{08850FDA-5549-48E6-A44D-C79DAF762534}" type="presOf" srcId="{D557C105-104B-4C2C-A09C-046280FA8475}" destId="{72F3C2B4-4A96-48CB-B462-AA4E58743B18}" srcOrd="0" destOrd="0" presId="urn:microsoft.com/office/officeart/2005/8/layout/orgChart1"/>
    <dgm:cxn modelId="{4252F942-8FCB-4D1B-A812-FB5A0B8A633F}" srcId="{2D19CD3E-84C0-4F9E-9602-E883B7458DBC}" destId="{648D661C-7F3C-4110-A565-B333A0B896A7}" srcOrd="0" destOrd="0" parTransId="{9A07B8D3-6DD5-467D-8F86-E63CA8A677E7}" sibTransId="{3E570B5A-61C1-495A-AD16-F52AA0D6BE67}"/>
    <dgm:cxn modelId="{FE4ACD72-420A-4CFA-ACC2-8B0A0EF5EC7A}" type="presOf" srcId="{73DFF4E5-8356-46B6-A9CE-DAB14162EF27}" destId="{425458F7-0087-49AC-8A9E-87132B3955FC}" srcOrd="0" destOrd="0" presId="urn:microsoft.com/office/officeart/2005/8/layout/orgChart1"/>
    <dgm:cxn modelId="{C6D58313-4803-4E9D-A4CF-7B7734B1DCBD}" type="presParOf" srcId="{46C2081D-8EB8-4FB1-A8C6-260B22FADE1E}" destId="{E11DF472-77BA-4055-BEBC-F7BD5B611DC1}" srcOrd="0" destOrd="0" presId="urn:microsoft.com/office/officeart/2005/8/layout/orgChart1"/>
    <dgm:cxn modelId="{6777C9AB-9AC0-42AF-B4CA-A57E1A01F281}" type="presParOf" srcId="{E11DF472-77BA-4055-BEBC-F7BD5B611DC1}" destId="{23C7815F-97B5-47A4-A69A-5C1701F94C59}" srcOrd="0" destOrd="0" presId="urn:microsoft.com/office/officeart/2005/8/layout/orgChart1"/>
    <dgm:cxn modelId="{74C7D438-5335-4D29-AD75-2243C63A84B7}" type="presParOf" srcId="{23C7815F-97B5-47A4-A69A-5C1701F94C59}" destId="{991584EC-2988-4AA6-B2AD-436714491EA5}" srcOrd="0" destOrd="0" presId="urn:microsoft.com/office/officeart/2005/8/layout/orgChart1"/>
    <dgm:cxn modelId="{4A512788-1562-4B00-AF6F-366B06E59144}" type="presParOf" srcId="{23C7815F-97B5-47A4-A69A-5C1701F94C59}" destId="{BE58E92C-5BA4-44B0-97D9-81AD06C08CE3}" srcOrd="1" destOrd="0" presId="urn:microsoft.com/office/officeart/2005/8/layout/orgChart1"/>
    <dgm:cxn modelId="{375268F8-293B-40C8-9866-36CE26FE45BF}" type="presParOf" srcId="{E11DF472-77BA-4055-BEBC-F7BD5B611DC1}" destId="{F7C196D3-9CE2-499B-BC76-AF2490A27DBF}" srcOrd="1" destOrd="0" presId="urn:microsoft.com/office/officeart/2005/8/layout/orgChart1"/>
    <dgm:cxn modelId="{B5BC94BB-EF37-4760-A12C-0F20F70258A5}" type="presParOf" srcId="{F7C196D3-9CE2-499B-BC76-AF2490A27DBF}" destId="{B22CEF40-034A-4AC6-BDF5-07D9CBC16478}" srcOrd="0" destOrd="0" presId="urn:microsoft.com/office/officeart/2005/8/layout/orgChart1"/>
    <dgm:cxn modelId="{329D8288-97D3-46DF-9C63-AA766DC8635B}" type="presParOf" srcId="{F7C196D3-9CE2-499B-BC76-AF2490A27DBF}" destId="{03494C13-3D1B-4C1F-AED1-9C91D2B500F8}" srcOrd="1" destOrd="0" presId="urn:microsoft.com/office/officeart/2005/8/layout/orgChart1"/>
    <dgm:cxn modelId="{B17B1281-58F6-4EF5-8CFD-BE39CB30C6FA}" type="presParOf" srcId="{03494C13-3D1B-4C1F-AED1-9C91D2B500F8}" destId="{9A7C437D-470C-4190-A247-1F51CCF22CB9}" srcOrd="0" destOrd="0" presId="urn:microsoft.com/office/officeart/2005/8/layout/orgChart1"/>
    <dgm:cxn modelId="{77719ED7-25DE-448C-B3E9-7094910E93A2}" type="presParOf" srcId="{9A7C437D-470C-4190-A247-1F51CCF22CB9}" destId="{D84CD2FD-794A-4A79-A57E-07BF9BB16ABF}" srcOrd="0" destOrd="0" presId="urn:microsoft.com/office/officeart/2005/8/layout/orgChart1"/>
    <dgm:cxn modelId="{AF054F07-2EF2-44A3-B1F2-915C771DE5AF}" type="presParOf" srcId="{9A7C437D-470C-4190-A247-1F51CCF22CB9}" destId="{F833D36D-E998-4906-8640-14C1FDE6A277}" srcOrd="1" destOrd="0" presId="urn:microsoft.com/office/officeart/2005/8/layout/orgChart1"/>
    <dgm:cxn modelId="{6AB3B8ED-5B49-4807-8909-813756D06747}" type="presParOf" srcId="{03494C13-3D1B-4C1F-AED1-9C91D2B500F8}" destId="{E50A6C50-F38C-46EA-BB71-067BBE2B7555}" srcOrd="1" destOrd="0" presId="urn:microsoft.com/office/officeart/2005/8/layout/orgChart1"/>
    <dgm:cxn modelId="{4B9CBA28-7E75-4C33-B42D-EA6FABA12538}" type="presParOf" srcId="{03494C13-3D1B-4C1F-AED1-9C91D2B500F8}" destId="{2276AC69-78ED-4A9E-BD29-DC0B4E6BFEBA}" srcOrd="2" destOrd="0" presId="urn:microsoft.com/office/officeart/2005/8/layout/orgChart1"/>
    <dgm:cxn modelId="{70348CD9-1667-4A4D-8C90-592CAD0460E8}" type="presParOf" srcId="{F7C196D3-9CE2-499B-BC76-AF2490A27DBF}" destId="{72F3C2B4-4A96-48CB-B462-AA4E58743B18}" srcOrd="2" destOrd="0" presId="urn:microsoft.com/office/officeart/2005/8/layout/orgChart1"/>
    <dgm:cxn modelId="{36EA05DB-49FD-4264-8805-440CC322221F}" type="presParOf" srcId="{F7C196D3-9CE2-499B-BC76-AF2490A27DBF}" destId="{3C229291-A625-4782-8194-6C1AC9103ED2}" srcOrd="3" destOrd="0" presId="urn:microsoft.com/office/officeart/2005/8/layout/orgChart1"/>
    <dgm:cxn modelId="{A9D550E5-4AE4-444B-9289-47988AD564A8}" type="presParOf" srcId="{3C229291-A625-4782-8194-6C1AC9103ED2}" destId="{B725E38E-F652-41FF-8A0D-8C5B7E47B1EE}" srcOrd="0" destOrd="0" presId="urn:microsoft.com/office/officeart/2005/8/layout/orgChart1"/>
    <dgm:cxn modelId="{16043DD1-F505-4AE6-9ECA-6EAD827DB44F}" type="presParOf" srcId="{B725E38E-F652-41FF-8A0D-8C5B7E47B1EE}" destId="{425458F7-0087-49AC-8A9E-87132B3955FC}" srcOrd="0" destOrd="0" presId="urn:microsoft.com/office/officeart/2005/8/layout/orgChart1"/>
    <dgm:cxn modelId="{65B10AFD-F0F1-4320-836A-661E521586C3}" type="presParOf" srcId="{B725E38E-F652-41FF-8A0D-8C5B7E47B1EE}" destId="{B868DF1E-D41B-4EFA-9CB5-072591A72D9C}" srcOrd="1" destOrd="0" presId="urn:microsoft.com/office/officeart/2005/8/layout/orgChart1"/>
    <dgm:cxn modelId="{14B25CEC-24E3-4654-AA97-5C7DC9712BE1}" type="presParOf" srcId="{3C229291-A625-4782-8194-6C1AC9103ED2}" destId="{299A6EFA-3481-444B-B6F2-BC46A3BAB3FC}" srcOrd="1" destOrd="0" presId="urn:microsoft.com/office/officeart/2005/8/layout/orgChart1"/>
    <dgm:cxn modelId="{E394109A-C595-47C0-94F6-02F9356F873F}" type="presParOf" srcId="{3C229291-A625-4782-8194-6C1AC9103ED2}" destId="{956D92FD-ADC9-4AF5-A63D-CD140F150D80}" srcOrd="2" destOrd="0" presId="urn:microsoft.com/office/officeart/2005/8/layout/orgChart1"/>
    <dgm:cxn modelId="{4AAD41E3-716C-4117-8D3D-12973B8B7166}" type="presParOf" srcId="{F7C196D3-9CE2-499B-BC76-AF2490A27DBF}" destId="{A47C7DE2-6A2B-418E-BA5B-F422FA4D1EA2}" srcOrd="4" destOrd="0" presId="urn:microsoft.com/office/officeart/2005/8/layout/orgChart1"/>
    <dgm:cxn modelId="{3CD6BA0C-628B-43A0-802A-28C49BF8152A}" type="presParOf" srcId="{F7C196D3-9CE2-499B-BC76-AF2490A27DBF}" destId="{C690447E-A0BC-41CA-83B6-7C5AA3829481}" srcOrd="5" destOrd="0" presId="urn:microsoft.com/office/officeart/2005/8/layout/orgChart1"/>
    <dgm:cxn modelId="{9CB0022B-C228-459E-8A45-7F0F0F27C901}" type="presParOf" srcId="{C690447E-A0BC-41CA-83B6-7C5AA3829481}" destId="{9861C10D-A94A-4445-9CAE-32E59F061206}" srcOrd="0" destOrd="0" presId="urn:microsoft.com/office/officeart/2005/8/layout/orgChart1"/>
    <dgm:cxn modelId="{79D640EB-DBC9-41EA-B6C9-174C801767FC}" type="presParOf" srcId="{9861C10D-A94A-4445-9CAE-32E59F061206}" destId="{3119FF35-66B1-4EFF-89D8-57D093F3A549}" srcOrd="0" destOrd="0" presId="urn:microsoft.com/office/officeart/2005/8/layout/orgChart1"/>
    <dgm:cxn modelId="{A86C8643-5ECC-4BDF-82EF-6703CC53B941}" type="presParOf" srcId="{9861C10D-A94A-4445-9CAE-32E59F061206}" destId="{BD9CEF9C-C692-4345-8774-46FFEB7786EF}" srcOrd="1" destOrd="0" presId="urn:microsoft.com/office/officeart/2005/8/layout/orgChart1"/>
    <dgm:cxn modelId="{01C87D2F-5D56-409C-ADE6-368BE3A4AB3B}" type="presParOf" srcId="{C690447E-A0BC-41CA-83B6-7C5AA3829481}" destId="{7EC42DFA-AFEE-4504-BA61-B73BE518DA21}" srcOrd="1" destOrd="0" presId="urn:microsoft.com/office/officeart/2005/8/layout/orgChart1"/>
    <dgm:cxn modelId="{1CAF439C-B940-4EF7-9367-48DCA70FF0B4}" type="presParOf" srcId="{C690447E-A0BC-41CA-83B6-7C5AA3829481}" destId="{245AF0B3-2737-4BDE-8B83-F4E55F361B3B}" srcOrd="2" destOrd="0" presId="urn:microsoft.com/office/officeart/2005/8/layout/orgChart1"/>
    <dgm:cxn modelId="{80CF33F0-8726-4DBD-A5D2-CEDCD23A62E2}" type="presParOf" srcId="{E11DF472-77BA-4055-BEBC-F7BD5B611DC1}" destId="{8A5D0782-7254-4A07-8DBC-1F4C8FD9AB3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1BAD02-A0A5-4588-A048-3538807CC1BC}"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IN"/>
        </a:p>
      </dgm:t>
    </dgm:pt>
    <dgm:pt modelId="{0A8BC36A-DBFC-4A0D-9635-DDD1C8DCBC47}">
      <dgm:prSet/>
      <dgm:spPr/>
      <dgm:t>
        <a:bodyPr/>
        <a:lstStyle/>
        <a:p>
          <a:pPr rtl="0"/>
          <a:r>
            <a:rPr lang="en-US" smtClean="0"/>
            <a:t>It must be absolute and unqualified; Section 7(1). E.g. </a:t>
          </a:r>
          <a:r>
            <a:rPr lang="en-US" i="1" smtClean="0"/>
            <a:t>Neale Vs Merret (1930); </a:t>
          </a:r>
          <a:r>
            <a:rPr lang="en-US" smtClean="0"/>
            <a:t> </a:t>
          </a:r>
          <a:endParaRPr lang="en-IN"/>
        </a:p>
      </dgm:t>
    </dgm:pt>
    <dgm:pt modelId="{C45212D6-D3B4-4AEA-A05C-38112A31544D}" type="parTrans" cxnId="{24088043-0EEC-4FF0-B417-E919F016668F}">
      <dgm:prSet/>
      <dgm:spPr/>
      <dgm:t>
        <a:bodyPr/>
        <a:lstStyle/>
        <a:p>
          <a:endParaRPr lang="en-IN"/>
        </a:p>
      </dgm:t>
    </dgm:pt>
    <dgm:pt modelId="{B67CFAAF-1ACE-4FA1-B0B7-057712458A33}" type="sibTrans" cxnId="{24088043-0EEC-4FF0-B417-E919F016668F}">
      <dgm:prSet/>
      <dgm:spPr/>
      <dgm:t>
        <a:bodyPr/>
        <a:lstStyle/>
        <a:p>
          <a:endParaRPr lang="en-IN"/>
        </a:p>
      </dgm:t>
    </dgm:pt>
    <dgm:pt modelId="{A8D36E03-DFF7-4D9F-AE65-C97DC1AFA618}">
      <dgm:prSet/>
      <dgm:spPr/>
      <dgm:t>
        <a:bodyPr/>
        <a:lstStyle/>
        <a:p>
          <a:pPr rtl="0"/>
          <a:r>
            <a:rPr lang="en-US" smtClean="0"/>
            <a:t>It must be communicated to the offeror. Eg. </a:t>
          </a:r>
          <a:r>
            <a:rPr lang="en-US" i="1" smtClean="0"/>
            <a:t>Brogden Vs Metropolitan Rail Co (1877).</a:t>
          </a:r>
          <a:endParaRPr lang="en-IN"/>
        </a:p>
      </dgm:t>
    </dgm:pt>
    <dgm:pt modelId="{16B194D5-8AEA-40A7-AEDA-A0F62218314A}" type="parTrans" cxnId="{E0B49F14-F11A-4E9A-B7E8-AA1E97AE8164}">
      <dgm:prSet/>
      <dgm:spPr/>
      <dgm:t>
        <a:bodyPr/>
        <a:lstStyle/>
        <a:p>
          <a:endParaRPr lang="en-IN"/>
        </a:p>
      </dgm:t>
    </dgm:pt>
    <dgm:pt modelId="{7F77DCD1-745A-451F-A43D-C01263DEB243}" type="sibTrans" cxnId="{E0B49F14-F11A-4E9A-B7E8-AA1E97AE8164}">
      <dgm:prSet/>
      <dgm:spPr/>
      <dgm:t>
        <a:bodyPr/>
        <a:lstStyle/>
        <a:p>
          <a:endParaRPr lang="en-IN"/>
        </a:p>
      </dgm:t>
    </dgm:pt>
    <dgm:pt modelId="{38AD6044-235B-4FED-AFAC-DF5D90AD626D}">
      <dgm:prSet/>
      <dgm:spPr/>
      <dgm:t>
        <a:bodyPr/>
        <a:lstStyle/>
        <a:p>
          <a:pPr rtl="0"/>
          <a:r>
            <a:rPr lang="en-US" dirty="0" smtClean="0"/>
            <a:t>It must be according to the mode prescribed or the usual and reasonable mode. Section </a:t>
          </a:r>
          <a:r>
            <a:rPr lang="en-US" smtClean="0"/>
            <a:t>7(2).</a:t>
          </a:r>
          <a:endParaRPr lang="en-IN" dirty="0"/>
        </a:p>
      </dgm:t>
    </dgm:pt>
    <dgm:pt modelId="{0B91A12C-37D1-4305-ADB7-7C8D6A62623E}" type="parTrans" cxnId="{C3A9092F-F106-4CFC-8050-D5F92F61FC09}">
      <dgm:prSet/>
      <dgm:spPr/>
      <dgm:t>
        <a:bodyPr/>
        <a:lstStyle/>
        <a:p>
          <a:endParaRPr lang="en-IN"/>
        </a:p>
      </dgm:t>
    </dgm:pt>
    <dgm:pt modelId="{1C132B62-D7EB-42A9-903C-D592D7F49015}" type="sibTrans" cxnId="{C3A9092F-F106-4CFC-8050-D5F92F61FC09}">
      <dgm:prSet/>
      <dgm:spPr/>
      <dgm:t>
        <a:bodyPr/>
        <a:lstStyle/>
        <a:p>
          <a:endParaRPr lang="en-IN"/>
        </a:p>
      </dgm:t>
    </dgm:pt>
    <dgm:pt modelId="{DA748FF4-E412-4EAC-BE7E-53098FC125DF}" type="pres">
      <dgm:prSet presAssocID="{5E1BAD02-A0A5-4588-A048-3538807CC1BC}" presName="linear" presStyleCnt="0">
        <dgm:presLayoutVars>
          <dgm:animLvl val="lvl"/>
          <dgm:resizeHandles val="exact"/>
        </dgm:presLayoutVars>
      </dgm:prSet>
      <dgm:spPr/>
      <dgm:t>
        <a:bodyPr/>
        <a:lstStyle/>
        <a:p>
          <a:endParaRPr lang="en-IN"/>
        </a:p>
      </dgm:t>
    </dgm:pt>
    <dgm:pt modelId="{FAF6F4A0-C558-4840-8787-5B9081CC450E}" type="pres">
      <dgm:prSet presAssocID="{0A8BC36A-DBFC-4A0D-9635-DDD1C8DCBC47}" presName="parentText" presStyleLbl="node1" presStyleIdx="0" presStyleCnt="3">
        <dgm:presLayoutVars>
          <dgm:chMax val="0"/>
          <dgm:bulletEnabled val="1"/>
        </dgm:presLayoutVars>
      </dgm:prSet>
      <dgm:spPr/>
      <dgm:t>
        <a:bodyPr/>
        <a:lstStyle/>
        <a:p>
          <a:endParaRPr lang="en-IN"/>
        </a:p>
      </dgm:t>
    </dgm:pt>
    <dgm:pt modelId="{A312A721-AED1-4A26-9BB6-FF5F6DBB812C}" type="pres">
      <dgm:prSet presAssocID="{B67CFAAF-1ACE-4FA1-B0B7-057712458A33}" presName="spacer" presStyleCnt="0"/>
      <dgm:spPr/>
    </dgm:pt>
    <dgm:pt modelId="{EDBA0011-ECF2-499C-815F-724C43C40AEB}" type="pres">
      <dgm:prSet presAssocID="{A8D36E03-DFF7-4D9F-AE65-C97DC1AFA618}" presName="parentText" presStyleLbl="node1" presStyleIdx="1" presStyleCnt="3">
        <dgm:presLayoutVars>
          <dgm:chMax val="0"/>
          <dgm:bulletEnabled val="1"/>
        </dgm:presLayoutVars>
      </dgm:prSet>
      <dgm:spPr/>
      <dgm:t>
        <a:bodyPr/>
        <a:lstStyle/>
        <a:p>
          <a:endParaRPr lang="en-IN"/>
        </a:p>
      </dgm:t>
    </dgm:pt>
    <dgm:pt modelId="{A7043DBC-0A25-4777-80E3-6BED5516DBBB}" type="pres">
      <dgm:prSet presAssocID="{7F77DCD1-745A-451F-A43D-C01263DEB243}" presName="spacer" presStyleCnt="0"/>
      <dgm:spPr/>
    </dgm:pt>
    <dgm:pt modelId="{CD763937-5F27-4E9B-A3CA-5AAC7890968E}" type="pres">
      <dgm:prSet presAssocID="{38AD6044-235B-4FED-AFAC-DF5D90AD626D}" presName="parentText" presStyleLbl="node1" presStyleIdx="2" presStyleCnt="3">
        <dgm:presLayoutVars>
          <dgm:chMax val="0"/>
          <dgm:bulletEnabled val="1"/>
        </dgm:presLayoutVars>
      </dgm:prSet>
      <dgm:spPr/>
      <dgm:t>
        <a:bodyPr/>
        <a:lstStyle/>
        <a:p>
          <a:endParaRPr lang="en-IN"/>
        </a:p>
      </dgm:t>
    </dgm:pt>
  </dgm:ptLst>
  <dgm:cxnLst>
    <dgm:cxn modelId="{C3A9092F-F106-4CFC-8050-D5F92F61FC09}" srcId="{5E1BAD02-A0A5-4588-A048-3538807CC1BC}" destId="{38AD6044-235B-4FED-AFAC-DF5D90AD626D}" srcOrd="2" destOrd="0" parTransId="{0B91A12C-37D1-4305-ADB7-7C8D6A62623E}" sibTransId="{1C132B62-D7EB-42A9-903C-D592D7F49015}"/>
    <dgm:cxn modelId="{B110B299-687C-4F09-837C-EEF85C015291}" type="presOf" srcId="{A8D36E03-DFF7-4D9F-AE65-C97DC1AFA618}" destId="{EDBA0011-ECF2-499C-815F-724C43C40AEB}" srcOrd="0" destOrd="0" presId="urn:microsoft.com/office/officeart/2005/8/layout/vList2"/>
    <dgm:cxn modelId="{60701D71-4F32-4D48-AC67-17668FB2D779}" type="presOf" srcId="{38AD6044-235B-4FED-AFAC-DF5D90AD626D}" destId="{CD763937-5F27-4E9B-A3CA-5AAC7890968E}" srcOrd="0" destOrd="0" presId="urn:microsoft.com/office/officeart/2005/8/layout/vList2"/>
    <dgm:cxn modelId="{95C6B4B6-16ED-49DB-B6A2-53A28E7E3442}" type="presOf" srcId="{5E1BAD02-A0A5-4588-A048-3538807CC1BC}" destId="{DA748FF4-E412-4EAC-BE7E-53098FC125DF}" srcOrd="0" destOrd="0" presId="urn:microsoft.com/office/officeart/2005/8/layout/vList2"/>
    <dgm:cxn modelId="{67C68229-C200-484E-A733-815393225CB5}" type="presOf" srcId="{0A8BC36A-DBFC-4A0D-9635-DDD1C8DCBC47}" destId="{FAF6F4A0-C558-4840-8787-5B9081CC450E}" srcOrd="0" destOrd="0" presId="urn:microsoft.com/office/officeart/2005/8/layout/vList2"/>
    <dgm:cxn modelId="{E0B49F14-F11A-4E9A-B7E8-AA1E97AE8164}" srcId="{5E1BAD02-A0A5-4588-A048-3538807CC1BC}" destId="{A8D36E03-DFF7-4D9F-AE65-C97DC1AFA618}" srcOrd="1" destOrd="0" parTransId="{16B194D5-8AEA-40A7-AEDA-A0F62218314A}" sibTransId="{7F77DCD1-745A-451F-A43D-C01263DEB243}"/>
    <dgm:cxn modelId="{24088043-0EEC-4FF0-B417-E919F016668F}" srcId="{5E1BAD02-A0A5-4588-A048-3538807CC1BC}" destId="{0A8BC36A-DBFC-4A0D-9635-DDD1C8DCBC47}" srcOrd="0" destOrd="0" parTransId="{C45212D6-D3B4-4AEA-A05C-38112A31544D}" sibTransId="{B67CFAAF-1ACE-4FA1-B0B7-057712458A33}"/>
    <dgm:cxn modelId="{496F92DA-D0CC-4B75-A7D9-93E0FE26CED8}" type="presParOf" srcId="{DA748FF4-E412-4EAC-BE7E-53098FC125DF}" destId="{FAF6F4A0-C558-4840-8787-5B9081CC450E}" srcOrd="0" destOrd="0" presId="urn:microsoft.com/office/officeart/2005/8/layout/vList2"/>
    <dgm:cxn modelId="{34923836-D85A-4F98-BB55-2ADC92B369EE}" type="presParOf" srcId="{DA748FF4-E412-4EAC-BE7E-53098FC125DF}" destId="{A312A721-AED1-4A26-9BB6-FF5F6DBB812C}" srcOrd="1" destOrd="0" presId="urn:microsoft.com/office/officeart/2005/8/layout/vList2"/>
    <dgm:cxn modelId="{A89D0612-43C3-436C-A79C-FAA363EBEBFD}" type="presParOf" srcId="{DA748FF4-E412-4EAC-BE7E-53098FC125DF}" destId="{EDBA0011-ECF2-499C-815F-724C43C40AEB}" srcOrd="2" destOrd="0" presId="urn:microsoft.com/office/officeart/2005/8/layout/vList2"/>
    <dgm:cxn modelId="{8DAB571F-8849-4A02-B1BD-9A55055E12F5}" type="presParOf" srcId="{DA748FF4-E412-4EAC-BE7E-53098FC125DF}" destId="{A7043DBC-0A25-4777-80E3-6BED5516DBBB}" srcOrd="3" destOrd="0" presId="urn:microsoft.com/office/officeart/2005/8/layout/vList2"/>
    <dgm:cxn modelId="{FC3DAAE6-A4C9-4A90-BC7E-2CFED6055444}" type="presParOf" srcId="{DA748FF4-E412-4EAC-BE7E-53098FC125DF}" destId="{CD763937-5F27-4E9B-A3CA-5AAC7890968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6F2E12-75DC-49DB-836A-39535241EE77}"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IN"/>
        </a:p>
      </dgm:t>
    </dgm:pt>
    <dgm:pt modelId="{6B806431-879B-4442-87A1-60F17FE2F75D}">
      <dgm:prSet/>
      <dgm:spPr/>
      <dgm:t>
        <a:bodyPr/>
        <a:lstStyle/>
        <a:p>
          <a:pPr rtl="0"/>
          <a:r>
            <a:rPr lang="en-US" dirty="0" smtClean="0"/>
            <a:t>It must be given with a reasonable time, unless the time period is mentioned</a:t>
          </a:r>
          <a:r>
            <a:rPr lang="en-US" smtClean="0"/>
            <a:t>. </a:t>
          </a:r>
          <a:endParaRPr lang="en-IN" dirty="0"/>
        </a:p>
      </dgm:t>
    </dgm:pt>
    <dgm:pt modelId="{33D96EB6-7685-49E6-A36B-7F96FD7A80BE}" type="parTrans" cxnId="{E26A995E-A511-484C-A5A1-27DCA9A7F23A}">
      <dgm:prSet/>
      <dgm:spPr/>
      <dgm:t>
        <a:bodyPr/>
        <a:lstStyle/>
        <a:p>
          <a:endParaRPr lang="en-IN"/>
        </a:p>
      </dgm:t>
    </dgm:pt>
    <dgm:pt modelId="{C938F9A9-C10B-48D3-A2EF-685BE4E53E66}" type="sibTrans" cxnId="{E26A995E-A511-484C-A5A1-27DCA9A7F23A}">
      <dgm:prSet/>
      <dgm:spPr/>
      <dgm:t>
        <a:bodyPr/>
        <a:lstStyle/>
        <a:p>
          <a:endParaRPr lang="en-IN"/>
        </a:p>
      </dgm:t>
    </dgm:pt>
    <dgm:pt modelId="{7F916AA3-BB2C-4756-9C3A-BD2AA31A23DC}">
      <dgm:prSet/>
      <dgm:spPr/>
      <dgm:t>
        <a:bodyPr/>
        <a:lstStyle/>
        <a:p>
          <a:pPr rtl="0"/>
          <a:r>
            <a:rPr lang="en-US" dirty="0" smtClean="0"/>
            <a:t>Acceptance of an offer cannot precede an offer. </a:t>
          </a:r>
          <a:endParaRPr lang="en-IN" dirty="0"/>
        </a:p>
      </dgm:t>
    </dgm:pt>
    <dgm:pt modelId="{9840BCA0-9E86-46F9-8328-581E02811A47}" type="parTrans" cxnId="{4C774B58-BAF1-4712-8A32-28978657D866}">
      <dgm:prSet/>
      <dgm:spPr/>
      <dgm:t>
        <a:bodyPr/>
        <a:lstStyle/>
        <a:p>
          <a:endParaRPr lang="en-IN"/>
        </a:p>
      </dgm:t>
    </dgm:pt>
    <dgm:pt modelId="{4FD5C86A-8BB6-4381-AA49-5009CD8A5072}" type="sibTrans" cxnId="{4C774B58-BAF1-4712-8A32-28978657D866}">
      <dgm:prSet/>
      <dgm:spPr/>
      <dgm:t>
        <a:bodyPr/>
        <a:lstStyle/>
        <a:p>
          <a:endParaRPr lang="en-IN"/>
        </a:p>
      </dgm:t>
    </dgm:pt>
    <dgm:pt modelId="{BF1EDC5A-875D-4E2B-AABE-AA27DCAD23EC}">
      <dgm:prSet/>
      <dgm:spPr/>
      <dgm:t>
        <a:bodyPr/>
        <a:lstStyle/>
        <a:p>
          <a:pPr rtl="0"/>
          <a:r>
            <a:rPr lang="en-US" dirty="0" smtClean="0"/>
            <a:t>It must show an intention on the part of the acceptor to fulfill the terms of the promise. </a:t>
          </a:r>
          <a:endParaRPr lang="en-IN" dirty="0"/>
        </a:p>
      </dgm:t>
    </dgm:pt>
    <dgm:pt modelId="{1E7330CE-A453-4C21-8BB1-A2189F473A3B}" type="parTrans" cxnId="{04EDAEF4-0424-49C6-82AD-26EB5EEA0A18}">
      <dgm:prSet/>
      <dgm:spPr/>
      <dgm:t>
        <a:bodyPr/>
        <a:lstStyle/>
        <a:p>
          <a:endParaRPr lang="en-IN"/>
        </a:p>
      </dgm:t>
    </dgm:pt>
    <dgm:pt modelId="{99862F9E-E9B5-4DF5-A9E9-05E9CE2EF7A5}" type="sibTrans" cxnId="{04EDAEF4-0424-49C6-82AD-26EB5EEA0A18}">
      <dgm:prSet/>
      <dgm:spPr/>
      <dgm:t>
        <a:bodyPr/>
        <a:lstStyle/>
        <a:p>
          <a:endParaRPr lang="en-IN"/>
        </a:p>
      </dgm:t>
    </dgm:pt>
    <dgm:pt modelId="{C1423825-4659-465E-B345-A7694EF52E72}" type="pres">
      <dgm:prSet presAssocID="{066F2E12-75DC-49DB-836A-39535241EE77}" presName="linear" presStyleCnt="0">
        <dgm:presLayoutVars>
          <dgm:animLvl val="lvl"/>
          <dgm:resizeHandles val="exact"/>
        </dgm:presLayoutVars>
      </dgm:prSet>
      <dgm:spPr/>
      <dgm:t>
        <a:bodyPr/>
        <a:lstStyle/>
        <a:p>
          <a:endParaRPr lang="en-IN"/>
        </a:p>
      </dgm:t>
    </dgm:pt>
    <dgm:pt modelId="{487932DB-0CA8-452A-9D83-3FC3A3CE19F5}" type="pres">
      <dgm:prSet presAssocID="{6B806431-879B-4442-87A1-60F17FE2F75D}" presName="parentText" presStyleLbl="node1" presStyleIdx="0" presStyleCnt="3">
        <dgm:presLayoutVars>
          <dgm:chMax val="0"/>
          <dgm:bulletEnabled val="1"/>
        </dgm:presLayoutVars>
      </dgm:prSet>
      <dgm:spPr/>
      <dgm:t>
        <a:bodyPr/>
        <a:lstStyle/>
        <a:p>
          <a:endParaRPr lang="en-IN"/>
        </a:p>
      </dgm:t>
    </dgm:pt>
    <dgm:pt modelId="{C66A7F4C-F268-4921-81A8-300FE73B6F1A}" type="pres">
      <dgm:prSet presAssocID="{C938F9A9-C10B-48D3-A2EF-685BE4E53E66}" presName="spacer" presStyleCnt="0"/>
      <dgm:spPr/>
    </dgm:pt>
    <dgm:pt modelId="{01C48309-839E-44B5-BDD9-7F85E40486FD}" type="pres">
      <dgm:prSet presAssocID="{7F916AA3-BB2C-4756-9C3A-BD2AA31A23DC}" presName="parentText" presStyleLbl="node1" presStyleIdx="1" presStyleCnt="3">
        <dgm:presLayoutVars>
          <dgm:chMax val="0"/>
          <dgm:bulletEnabled val="1"/>
        </dgm:presLayoutVars>
      </dgm:prSet>
      <dgm:spPr/>
      <dgm:t>
        <a:bodyPr/>
        <a:lstStyle/>
        <a:p>
          <a:endParaRPr lang="en-IN"/>
        </a:p>
      </dgm:t>
    </dgm:pt>
    <dgm:pt modelId="{211AE873-96EC-4E42-82C8-7D72914B7B72}" type="pres">
      <dgm:prSet presAssocID="{4FD5C86A-8BB6-4381-AA49-5009CD8A5072}" presName="spacer" presStyleCnt="0"/>
      <dgm:spPr/>
    </dgm:pt>
    <dgm:pt modelId="{F7C1FF38-3C5E-45F6-815F-F2BF6D4F9C62}" type="pres">
      <dgm:prSet presAssocID="{BF1EDC5A-875D-4E2B-AABE-AA27DCAD23EC}" presName="parentText" presStyleLbl="node1" presStyleIdx="2" presStyleCnt="3">
        <dgm:presLayoutVars>
          <dgm:chMax val="0"/>
          <dgm:bulletEnabled val="1"/>
        </dgm:presLayoutVars>
      </dgm:prSet>
      <dgm:spPr/>
      <dgm:t>
        <a:bodyPr/>
        <a:lstStyle/>
        <a:p>
          <a:endParaRPr lang="en-IN"/>
        </a:p>
      </dgm:t>
    </dgm:pt>
  </dgm:ptLst>
  <dgm:cxnLst>
    <dgm:cxn modelId="{4C774B58-BAF1-4712-8A32-28978657D866}" srcId="{066F2E12-75DC-49DB-836A-39535241EE77}" destId="{7F916AA3-BB2C-4756-9C3A-BD2AA31A23DC}" srcOrd="1" destOrd="0" parTransId="{9840BCA0-9E86-46F9-8328-581E02811A47}" sibTransId="{4FD5C86A-8BB6-4381-AA49-5009CD8A5072}"/>
    <dgm:cxn modelId="{613C41C2-559A-4F4B-A1FB-CAC8F5731A9C}" type="presOf" srcId="{7F916AA3-BB2C-4756-9C3A-BD2AA31A23DC}" destId="{01C48309-839E-44B5-BDD9-7F85E40486FD}" srcOrd="0" destOrd="0" presId="urn:microsoft.com/office/officeart/2005/8/layout/vList2"/>
    <dgm:cxn modelId="{E26A995E-A511-484C-A5A1-27DCA9A7F23A}" srcId="{066F2E12-75DC-49DB-836A-39535241EE77}" destId="{6B806431-879B-4442-87A1-60F17FE2F75D}" srcOrd="0" destOrd="0" parTransId="{33D96EB6-7685-49E6-A36B-7F96FD7A80BE}" sibTransId="{C938F9A9-C10B-48D3-A2EF-685BE4E53E66}"/>
    <dgm:cxn modelId="{E9B15FDA-9070-4A2D-944A-E54FF2CBC7D5}" type="presOf" srcId="{066F2E12-75DC-49DB-836A-39535241EE77}" destId="{C1423825-4659-465E-B345-A7694EF52E72}" srcOrd="0" destOrd="0" presId="urn:microsoft.com/office/officeart/2005/8/layout/vList2"/>
    <dgm:cxn modelId="{04EDAEF4-0424-49C6-82AD-26EB5EEA0A18}" srcId="{066F2E12-75DC-49DB-836A-39535241EE77}" destId="{BF1EDC5A-875D-4E2B-AABE-AA27DCAD23EC}" srcOrd="2" destOrd="0" parTransId="{1E7330CE-A453-4C21-8BB1-A2189F473A3B}" sibTransId="{99862F9E-E9B5-4DF5-A9E9-05E9CE2EF7A5}"/>
    <dgm:cxn modelId="{717A1E87-CFC4-49DF-ACB5-5A4D083982DC}" type="presOf" srcId="{6B806431-879B-4442-87A1-60F17FE2F75D}" destId="{487932DB-0CA8-452A-9D83-3FC3A3CE19F5}" srcOrd="0" destOrd="0" presId="urn:microsoft.com/office/officeart/2005/8/layout/vList2"/>
    <dgm:cxn modelId="{804A3143-6C76-46B6-9CAD-D94F68F5B491}" type="presOf" srcId="{BF1EDC5A-875D-4E2B-AABE-AA27DCAD23EC}" destId="{F7C1FF38-3C5E-45F6-815F-F2BF6D4F9C62}" srcOrd="0" destOrd="0" presId="urn:microsoft.com/office/officeart/2005/8/layout/vList2"/>
    <dgm:cxn modelId="{C84A75C0-0A09-4347-9BE0-71E5CE96D3EC}" type="presParOf" srcId="{C1423825-4659-465E-B345-A7694EF52E72}" destId="{487932DB-0CA8-452A-9D83-3FC3A3CE19F5}" srcOrd="0" destOrd="0" presId="urn:microsoft.com/office/officeart/2005/8/layout/vList2"/>
    <dgm:cxn modelId="{30CAA9DF-BAB0-41FE-B39C-7901BEFD3588}" type="presParOf" srcId="{C1423825-4659-465E-B345-A7694EF52E72}" destId="{C66A7F4C-F268-4921-81A8-300FE73B6F1A}" srcOrd="1" destOrd="0" presId="urn:microsoft.com/office/officeart/2005/8/layout/vList2"/>
    <dgm:cxn modelId="{03C3AE48-4388-4B3E-B2E2-75A761143B25}" type="presParOf" srcId="{C1423825-4659-465E-B345-A7694EF52E72}" destId="{01C48309-839E-44B5-BDD9-7F85E40486FD}" srcOrd="2" destOrd="0" presId="urn:microsoft.com/office/officeart/2005/8/layout/vList2"/>
    <dgm:cxn modelId="{EA03D36D-F1F1-4673-9B89-B86564A13717}" type="presParOf" srcId="{C1423825-4659-465E-B345-A7694EF52E72}" destId="{211AE873-96EC-4E42-82C8-7D72914B7B72}" srcOrd="3" destOrd="0" presId="urn:microsoft.com/office/officeart/2005/8/layout/vList2"/>
    <dgm:cxn modelId="{9603CE85-FF43-4B39-A74A-9C818575E6D1}" type="presParOf" srcId="{C1423825-4659-465E-B345-A7694EF52E72}" destId="{F7C1FF38-3C5E-45F6-815F-F2BF6D4F9C6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6BA65AC-1B99-4730-8E03-2C9F55839CD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021AB20-7B4A-4483-AAD1-1CCA6DDD54D5}">
      <dgm:prSet/>
      <dgm:spPr/>
      <dgm:t>
        <a:bodyPr/>
        <a:lstStyle/>
        <a:p>
          <a:pPr rtl="0"/>
          <a:r>
            <a:rPr lang="en-US" dirty="0" smtClean="0"/>
            <a:t>It must be given by the party or the parties to whom the offer is made.</a:t>
          </a:r>
          <a:endParaRPr lang="en-IN" dirty="0"/>
        </a:p>
      </dgm:t>
    </dgm:pt>
    <dgm:pt modelId="{D48C25BF-804C-4A14-89BB-D6647ACAFA9D}" type="parTrans" cxnId="{6DF04F41-49EE-44FF-BA86-585A579E7BA8}">
      <dgm:prSet/>
      <dgm:spPr/>
      <dgm:t>
        <a:bodyPr/>
        <a:lstStyle/>
        <a:p>
          <a:endParaRPr lang="en-IN"/>
        </a:p>
      </dgm:t>
    </dgm:pt>
    <dgm:pt modelId="{397A363A-DFEA-41E6-AE93-52EA215B9090}" type="sibTrans" cxnId="{6DF04F41-49EE-44FF-BA86-585A579E7BA8}">
      <dgm:prSet/>
      <dgm:spPr/>
      <dgm:t>
        <a:bodyPr/>
        <a:lstStyle/>
        <a:p>
          <a:endParaRPr lang="en-IN"/>
        </a:p>
      </dgm:t>
    </dgm:pt>
    <dgm:pt modelId="{4CCD1919-26BE-408A-B75B-3F4D3D24DAC3}">
      <dgm:prSet/>
      <dgm:spPr/>
      <dgm:t>
        <a:bodyPr/>
        <a:lstStyle/>
        <a:p>
          <a:pPr rtl="0"/>
          <a:r>
            <a:rPr lang="en-US" dirty="0" smtClean="0"/>
            <a:t>It must be given before the offer lapses or before it is withdrawn.</a:t>
          </a:r>
          <a:endParaRPr lang="en-IN" dirty="0"/>
        </a:p>
      </dgm:t>
    </dgm:pt>
    <dgm:pt modelId="{749A0A80-EA35-4EF1-B279-7D6EB3BEE36C}" type="parTrans" cxnId="{F4DCACC7-267A-4B76-8C07-6A8B78AF4139}">
      <dgm:prSet/>
      <dgm:spPr/>
      <dgm:t>
        <a:bodyPr/>
        <a:lstStyle/>
        <a:p>
          <a:endParaRPr lang="en-IN"/>
        </a:p>
      </dgm:t>
    </dgm:pt>
    <dgm:pt modelId="{50421752-F87F-4A78-A77D-08BA3FF5D427}" type="sibTrans" cxnId="{F4DCACC7-267A-4B76-8C07-6A8B78AF4139}">
      <dgm:prSet/>
      <dgm:spPr/>
      <dgm:t>
        <a:bodyPr/>
        <a:lstStyle/>
        <a:p>
          <a:endParaRPr lang="en-IN"/>
        </a:p>
      </dgm:t>
    </dgm:pt>
    <dgm:pt modelId="{22F54718-6439-41BB-B185-528A716A4DB0}">
      <dgm:prSet/>
      <dgm:spPr/>
      <dgm:t>
        <a:bodyPr/>
        <a:lstStyle/>
        <a:p>
          <a:pPr rtl="0"/>
          <a:r>
            <a:rPr lang="en-US" dirty="0" smtClean="0"/>
            <a:t>Acceptance cannot be implied from silence.</a:t>
          </a:r>
          <a:endParaRPr lang="en-IN" dirty="0"/>
        </a:p>
      </dgm:t>
    </dgm:pt>
    <dgm:pt modelId="{0F9D9B9D-B683-4913-B29B-939C45F24143}" type="parTrans" cxnId="{49735B80-3FBE-4A36-AF5F-2058E975B28E}">
      <dgm:prSet/>
      <dgm:spPr/>
      <dgm:t>
        <a:bodyPr/>
        <a:lstStyle/>
        <a:p>
          <a:endParaRPr lang="en-IN"/>
        </a:p>
      </dgm:t>
    </dgm:pt>
    <dgm:pt modelId="{5B911DC8-4156-4C58-B7E7-8F45E71A897C}" type="sibTrans" cxnId="{49735B80-3FBE-4A36-AF5F-2058E975B28E}">
      <dgm:prSet/>
      <dgm:spPr/>
      <dgm:t>
        <a:bodyPr/>
        <a:lstStyle/>
        <a:p>
          <a:endParaRPr lang="en-IN"/>
        </a:p>
      </dgm:t>
    </dgm:pt>
    <dgm:pt modelId="{427941BF-EB83-4448-A6F4-C8428BC7DCE6}" type="pres">
      <dgm:prSet presAssocID="{86BA65AC-1B99-4730-8E03-2C9F55839CDA}" presName="linear" presStyleCnt="0">
        <dgm:presLayoutVars>
          <dgm:animLvl val="lvl"/>
          <dgm:resizeHandles val="exact"/>
        </dgm:presLayoutVars>
      </dgm:prSet>
      <dgm:spPr/>
      <dgm:t>
        <a:bodyPr/>
        <a:lstStyle/>
        <a:p>
          <a:endParaRPr lang="en-IN"/>
        </a:p>
      </dgm:t>
    </dgm:pt>
    <dgm:pt modelId="{CD34D318-BE85-422F-9815-ED016EF1E61F}" type="pres">
      <dgm:prSet presAssocID="{2021AB20-7B4A-4483-AAD1-1CCA6DDD54D5}" presName="parentText" presStyleLbl="node1" presStyleIdx="0" presStyleCnt="3">
        <dgm:presLayoutVars>
          <dgm:chMax val="0"/>
          <dgm:bulletEnabled val="1"/>
        </dgm:presLayoutVars>
      </dgm:prSet>
      <dgm:spPr/>
      <dgm:t>
        <a:bodyPr/>
        <a:lstStyle/>
        <a:p>
          <a:endParaRPr lang="en-IN"/>
        </a:p>
      </dgm:t>
    </dgm:pt>
    <dgm:pt modelId="{6D8821AE-FDE5-49C7-B53E-2086ADA38E4A}" type="pres">
      <dgm:prSet presAssocID="{397A363A-DFEA-41E6-AE93-52EA215B9090}" presName="spacer" presStyleCnt="0"/>
      <dgm:spPr/>
    </dgm:pt>
    <dgm:pt modelId="{3C8535E9-7E2A-4487-9D32-51582B6E56E7}" type="pres">
      <dgm:prSet presAssocID="{4CCD1919-26BE-408A-B75B-3F4D3D24DAC3}" presName="parentText" presStyleLbl="node1" presStyleIdx="1" presStyleCnt="3">
        <dgm:presLayoutVars>
          <dgm:chMax val="0"/>
          <dgm:bulletEnabled val="1"/>
        </dgm:presLayoutVars>
      </dgm:prSet>
      <dgm:spPr/>
      <dgm:t>
        <a:bodyPr/>
        <a:lstStyle/>
        <a:p>
          <a:endParaRPr lang="en-IN"/>
        </a:p>
      </dgm:t>
    </dgm:pt>
    <dgm:pt modelId="{B012F71C-8797-4FF3-9A81-490A1F190C64}" type="pres">
      <dgm:prSet presAssocID="{50421752-F87F-4A78-A77D-08BA3FF5D427}" presName="spacer" presStyleCnt="0"/>
      <dgm:spPr/>
    </dgm:pt>
    <dgm:pt modelId="{9984A5DE-4481-4570-B029-7D8B3F7F3B04}" type="pres">
      <dgm:prSet presAssocID="{22F54718-6439-41BB-B185-528A716A4DB0}" presName="parentText" presStyleLbl="node1" presStyleIdx="2" presStyleCnt="3">
        <dgm:presLayoutVars>
          <dgm:chMax val="0"/>
          <dgm:bulletEnabled val="1"/>
        </dgm:presLayoutVars>
      </dgm:prSet>
      <dgm:spPr/>
      <dgm:t>
        <a:bodyPr/>
        <a:lstStyle/>
        <a:p>
          <a:endParaRPr lang="en-IN"/>
        </a:p>
      </dgm:t>
    </dgm:pt>
  </dgm:ptLst>
  <dgm:cxnLst>
    <dgm:cxn modelId="{F4DCACC7-267A-4B76-8C07-6A8B78AF4139}" srcId="{86BA65AC-1B99-4730-8E03-2C9F55839CDA}" destId="{4CCD1919-26BE-408A-B75B-3F4D3D24DAC3}" srcOrd="1" destOrd="0" parTransId="{749A0A80-EA35-4EF1-B279-7D6EB3BEE36C}" sibTransId="{50421752-F87F-4A78-A77D-08BA3FF5D427}"/>
    <dgm:cxn modelId="{49735B80-3FBE-4A36-AF5F-2058E975B28E}" srcId="{86BA65AC-1B99-4730-8E03-2C9F55839CDA}" destId="{22F54718-6439-41BB-B185-528A716A4DB0}" srcOrd="2" destOrd="0" parTransId="{0F9D9B9D-B683-4913-B29B-939C45F24143}" sibTransId="{5B911DC8-4156-4C58-B7E7-8F45E71A897C}"/>
    <dgm:cxn modelId="{CEECC881-FD20-45B4-AE60-46285E6C4B0E}" type="presOf" srcId="{2021AB20-7B4A-4483-AAD1-1CCA6DDD54D5}" destId="{CD34D318-BE85-422F-9815-ED016EF1E61F}" srcOrd="0" destOrd="0" presId="urn:microsoft.com/office/officeart/2005/8/layout/vList2"/>
    <dgm:cxn modelId="{51297F9C-4C45-46CD-B9D8-4C92FFE13B98}" type="presOf" srcId="{86BA65AC-1B99-4730-8E03-2C9F55839CDA}" destId="{427941BF-EB83-4448-A6F4-C8428BC7DCE6}" srcOrd="0" destOrd="0" presId="urn:microsoft.com/office/officeart/2005/8/layout/vList2"/>
    <dgm:cxn modelId="{3650B0E3-53EF-4726-83D9-CB48995A4438}" type="presOf" srcId="{4CCD1919-26BE-408A-B75B-3F4D3D24DAC3}" destId="{3C8535E9-7E2A-4487-9D32-51582B6E56E7}" srcOrd="0" destOrd="0" presId="urn:microsoft.com/office/officeart/2005/8/layout/vList2"/>
    <dgm:cxn modelId="{6DF04F41-49EE-44FF-BA86-585A579E7BA8}" srcId="{86BA65AC-1B99-4730-8E03-2C9F55839CDA}" destId="{2021AB20-7B4A-4483-AAD1-1CCA6DDD54D5}" srcOrd="0" destOrd="0" parTransId="{D48C25BF-804C-4A14-89BB-D6647ACAFA9D}" sibTransId="{397A363A-DFEA-41E6-AE93-52EA215B9090}"/>
    <dgm:cxn modelId="{27D502DD-5B80-4CCA-A035-49D1E6BEB7AF}" type="presOf" srcId="{22F54718-6439-41BB-B185-528A716A4DB0}" destId="{9984A5DE-4481-4570-B029-7D8B3F7F3B04}" srcOrd="0" destOrd="0" presId="urn:microsoft.com/office/officeart/2005/8/layout/vList2"/>
    <dgm:cxn modelId="{E06DB7C0-83DA-4E30-91E2-064D9FDE3470}" type="presParOf" srcId="{427941BF-EB83-4448-A6F4-C8428BC7DCE6}" destId="{CD34D318-BE85-422F-9815-ED016EF1E61F}" srcOrd="0" destOrd="0" presId="urn:microsoft.com/office/officeart/2005/8/layout/vList2"/>
    <dgm:cxn modelId="{CDEB130B-8F2B-4C23-96FA-23E9CFAFA0C6}" type="presParOf" srcId="{427941BF-EB83-4448-A6F4-C8428BC7DCE6}" destId="{6D8821AE-FDE5-49C7-B53E-2086ADA38E4A}" srcOrd="1" destOrd="0" presId="urn:microsoft.com/office/officeart/2005/8/layout/vList2"/>
    <dgm:cxn modelId="{B6ADB2A6-AC31-4B84-92D2-862BC2A1C221}" type="presParOf" srcId="{427941BF-EB83-4448-A6F4-C8428BC7DCE6}" destId="{3C8535E9-7E2A-4487-9D32-51582B6E56E7}" srcOrd="2" destOrd="0" presId="urn:microsoft.com/office/officeart/2005/8/layout/vList2"/>
    <dgm:cxn modelId="{A216B024-D47B-4BD1-993C-123B214F44C9}" type="presParOf" srcId="{427941BF-EB83-4448-A6F4-C8428BC7DCE6}" destId="{B012F71C-8797-4FF3-9A81-490A1F190C64}" srcOrd="3" destOrd="0" presId="urn:microsoft.com/office/officeart/2005/8/layout/vList2"/>
    <dgm:cxn modelId="{1A4DB537-19BC-4BBC-BEDB-E0E7D333B3ED}" type="presParOf" srcId="{427941BF-EB83-4448-A6F4-C8428BC7DCE6}" destId="{9984A5DE-4481-4570-B029-7D8B3F7F3B0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56D624-860C-447E-A6B2-E66DF8995956}" type="doc">
      <dgm:prSet loTypeId="urn:microsoft.com/office/officeart/2005/8/layout/vList2" loCatId="list" qsTypeId="urn:microsoft.com/office/officeart/2005/8/quickstyle/3d1" qsCatId="3D" csTypeId="urn:microsoft.com/office/officeart/2005/8/colors/colorful5" csCatId="colorful" phldr="1"/>
      <dgm:spPr/>
      <dgm:t>
        <a:bodyPr/>
        <a:lstStyle/>
        <a:p>
          <a:endParaRPr lang="en-US"/>
        </a:p>
      </dgm:t>
    </dgm:pt>
    <dgm:pt modelId="{E4142246-987A-4964-8C2C-18508CDB9EFE}">
      <dgm:prSet/>
      <dgm:spPr>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dgm:spPr>
      <dgm:t>
        <a:bodyPr/>
        <a:lstStyle/>
        <a:p>
          <a:pPr rtl="0"/>
          <a:r>
            <a:rPr lang="en-US" smtClean="0">
              <a:solidFill>
                <a:schemeClr val="accent2">
                  <a:lumMod val="75000"/>
                </a:schemeClr>
              </a:solidFill>
            </a:rPr>
            <a:t>Trust</a:t>
          </a:r>
          <a:endParaRPr lang="en-IN">
            <a:solidFill>
              <a:schemeClr val="accent2">
                <a:lumMod val="75000"/>
              </a:schemeClr>
            </a:solidFill>
          </a:endParaRPr>
        </a:p>
      </dgm:t>
    </dgm:pt>
    <dgm:pt modelId="{1C7F4EE8-717F-4C65-B965-A87EF563FF50}" type="parTrans" cxnId="{29FCF5BF-766B-48E0-8D4A-6EF34016D535}">
      <dgm:prSet/>
      <dgm:spPr/>
      <dgm:t>
        <a:bodyPr/>
        <a:lstStyle/>
        <a:p>
          <a:endParaRPr lang="en-US"/>
        </a:p>
      </dgm:t>
    </dgm:pt>
    <dgm:pt modelId="{EEBAB510-3B8D-4B25-A765-D80468224707}" type="sibTrans" cxnId="{29FCF5BF-766B-48E0-8D4A-6EF34016D535}">
      <dgm:prSet/>
      <dgm:spPr/>
      <dgm:t>
        <a:bodyPr/>
        <a:lstStyle/>
        <a:p>
          <a:endParaRPr lang="en-US"/>
        </a:p>
      </dgm:t>
    </dgm:pt>
    <dgm:pt modelId="{E9F6E240-38A0-4E01-8245-E99DCDFFBC5A}">
      <dgm:prSet/>
      <dgm:spPr>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dgm:spPr>
      <dgm:t>
        <a:bodyPr/>
        <a:lstStyle/>
        <a:p>
          <a:pPr rtl="0"/>
          <a:r>
            <a:rPr lang="en-US" smtClean="0">
              <a:solidFill>
                <a:schemeClr val="accent2">
                  <a:lumMod val="75000"/>
                </a:schemeClr>
              </a:solidFill>
            </a:rPr>
            <a:t>Family Settlement</a:t>
          </a:r>
          <a:endParaRPr lang="en-IN">
            <a:solidFill>
              <a:schemeClr val="accent2">
                <a:lumMod val="75000"/>
              </a:schemeClr>
            </a:solidFill>
          </a:endParaRPr>
        </a:p>
      </dgm:t>
    </dgm:pt>
    <dgm:pt modelId="{2A999259-C983-4767-929F-0F8BBF76EEA6}" type="parTrans" cxnId="{CCD449DA-577E-4267-9A52-574E0C8A34C6}">
      <dgm:prSet/>
      <dgm:spPr/>
      <dgm:t>
        <a:bodyPr/>
        <a:lstStyle/>
        <a:p>
          <a:endParaRPr lang="en-US"/>
        </a:p>
      </dgm:t>
    </dgm:pt>
    <dgm:pt modelId="{1CBD67EB-DE06-4AC7-B9CB-A02956AE6850}" type="sibTrans" cxnId="{CCD449DA-577E-4267-9A52-574E0C8A34C6}">
      <dgm:prSet/>
      <dgm:spPr/>
      <dgm:t>
        <a:bodyPr/>
        <a:lstStyle/>
        <a:p>
          <a:endParaRPr lang="en-US"/>
        </a:p>
      </dgm:t>
    </dgm:pt>
    <dgm:pt modelId="{7A43BBC5-A4FC-4051-B2DF-C266E9340B23}">
      <dgm:prSet/>
      <dgm:spPr>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dgm:spPr>
      <dgm:t>
        <a:bodyPr/>
        <a:lstStyle/>
        <a:p>
          <a:pPr rtl="0"/>
          <a:r>
            <a:rPr lang="en-US" smtClean="0">
              <a:solidFill>
                <a:schemeClr val="accent2">
                  <a:lumMod val="75000"/>
                </a:schemeClr>
              </a:solidFill>
            </a:rPr>
            <a:t>Acknowledgement</a:t>
          </a:r>
          <a:endParaRPr lang="en-IN">
            <a:solidFill>
              <a:schemeClr val="accent2">
                <a:lumMod val="75000"/>
              </a:schemeClr>
            </a:solidFill>
          </a:endParaRPr>
        </a:p>
      </dgm:t>
    </dgm:pt>
    <dgm:pt modelId="{3D3CE63A-CE8B-4265-BDDB-434B9182A12A}" type="parTrans" cxnId="{9315AFA9-BBD2-495F-83F1-E4223C5005D0}">
      <dgm:prSet/>
      <dgm:spPr/>
      <dgm:t>
        <a:bodyPr/>
        <a:lstStyle/>
        <a:p>
          <a:endParaRPr lang="en-US"/>
        </a:p>
      </dgm:t>
    </dgm:pt>
    <dgm:pt modelId="{349ABE67-0185-4AD4-A670-DA6A6492F802}" type="sibTrans" cxnId="{9315AFA9-BBD2-495F-83F1-E4223C5005D0}">
      <dgm:prSet/>
      <dgm:spPr/>
      <dgm:t>
        <a:bodyPr/>
        <a:lstStyle/>
        <a:p>
          <a:endParaRPr lang="en-US"/>
        </a:p>
      </dgm:t>
    </dgm:pt>
    <dgm:pt modelId="{8D7C27A8-90DF-4425-A224-9B4E85C36C1A}">
      <dgm:prSet/>
      <dgm:spPr>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dgm:spPr>
      <dgm:t>
        <a:bodyPr/>
        <a:lstStyle/>
        <a:p>
          <a:pPr rtl="0"/>
          <a:r>
            <a:rPr lang="en-US" smtClean="0">
              <a:solidFill>
                <a:schemeClr val="accent2">
                  <a:lumMod val="75000"/>
                </a:schemeClr>
              </a:solidFill>
            </a:rPr>
            <a:t>Assignment of the Rights of the Contract</a:t>
          </a:r>
          <a:endParaRPr lang="en-IN">
            <a:solidFill>
              <a:schemeClr val="accent2">
                <a:lumMod val="75000"/>
              </a:schemeClr>
            </a:solidFill>
          </a:endParaRPr>
        </a:p>
      </dgm:t>
    </dgm:pt>
    <dgm:pt modelId="{FEB92F28-ADAB-446E-B464-91F56C2B509F}" type="parTrans" cxnId="{29CDCEFC-00B4-4CB6-BEEF-FACF48159FA8}">
      <dgm:prSet/>
      <dgm:spPr/>
      <dgm:t>
        <a:bodyPr/>
        <a:lstStyle/>
        <a:p>
          <a:endParaRPr lang="en-US"/>
        </a:p>
      </dgm:t>
    </dgm:pt>
    <dgm:pt modelId="{8ECF0470-F097-4D62-87A0-7F94D2EADC51}" type="sibTrans" cxnId="{29CDCEFC-00B4-4CB6-BEEF-FACF48159FA8}">
      <dgm:prSet/>
      <dgm:spPr/>
      <dgm:t>
        <a:bodyPr/>
        <a:lstStyle/>
        <a:p>
          <a:endParaRPr lang="en-US"/>
        </a:p>
      </dgm:t>
    </dgm:pt>
    <dgm:pt modelId="{1B9DEE9F-8E92-4444-850C-2727F22ACF5B}">
      <dgm:prSet/>
      <dgm:spPr>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dgm:spPr>
      <dgm:t>
        <a:bodyPr/>
        <a:lstStyle/>
        <a:p>
          <a:pPr rtl="0"/>
          <a:r>
            <a:rPr lang="en-US" smtClean="0">
              <a:solidFill>
                <a:schemeClr val="accent2">
                  <a:lumMod val="75000"/>
                </a:schemeClr>
              </a:solidFill>
            </a:rPr>
            <a:t>Contract through an Agent</a:t>
          </a:r>
          <a:endParaRPr lang="en-IN">
            <a:solidFill>
              <a:schemeClr val="accent2">
                <a:lumMod val="75000"/>
              </a:schemeClr>
            </a:solidFill>
          </a:endParaRPr>
        </a:p>
      </dgm:t>
    </dgm:pt>
    <dgm:pt modelId="{31619F91-4AA5-4EC6-B97A-EBB14ADF4B16}" type="parTrans" cxnId="{7174FF82-3E64-4F26-8D03-98CDAB33768F}">
      <dgm:prSet/>
      <dgm:spPr/>
      <dgm:t>
        <a:bodyPr/>
        <a:lstStyle/>
        <a:p>
          <a:endParaRPr lang="en-US"/>
        </a:p>
      </dgm:t>
    </dgm:pt>
    <dgm:pt modelId="{139B7FAE-50A4-4EA0-BB11-0BCAD4EF9C41}" type="sibTrans" cxnId="{7174FF82-3E64-4F26-8D03-98CDAB33768F}">
      <dgm:prSet/>
      <dgm:spPr/>
      <dgm:t>
        <a:bodyPr/>
        <a:lstStyle/>
        <a:p>
          <a:endParaRPr lang="en-US"/>
        </a:p>
      </dgm:t>
    </dgm:pt>
    <dgm:pt modelId="{26A361CC-346A-4A4A-A10A-2568E609CD98}">
      <dgm:prSet/>
      <dgm:spPr>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dgm:spPr>
      <dgm:t>
        <a:bodyPr/>
        <a:lstStyle/>
        <a:p>
          <a:pPr rtl="0"/>
          <a:r>
            <a:rPr lang="en-US" smtClean="0">
              <a:solidFill>
                <a:schemeClr val="accent2">
                  <a:lumMod val="75000"/>
                </a:schemeClr>
              </a:solidFill>
            </a:rPr>
            <a:t>Contract Labour (Regulation and Abolition) Act, 1970</a:t>
          </a:r>
          <a:endParaRPr lang="en-IN">
            <a:solidFill>
              <a:schemeClr val="accent2">
                <a:lumMod val="75000"/>
              </a:schemeClr>
            </a:solidFill>
          </a:endParaRPr>
        </a:p>
      </dgm:t>
    </dgm:pt>
    <dgm:pt modelId="{6F7E4DC2-723A-4FF8-B8EE-1A51578C5C1F}" type="parTrans" cxnId="{D7227875-B7ED-4074-B542-089585A36D22}">
      <dgm:prSet/>
      <dgm:spPr/>
      <dgm:t>
        <a:bodyPr/>
        <a:lstStyle/>
        <a:p>
          <a:endParaRPr lang="en-US"/>
        </a:p>
      </dgm:t>
    </dgm:pt>
    <dgm:pt modelId="{FA454200-9FBC-4020-9866-93AA222DA0DD}" type="sibTrans" cxnId="{D7227875-B7ED-4074-B542-089585A36D22}">
      <dgm:prSet/>
      <dgm:spPr/>
      <dgm:t>
        <a:bodyPr/>
        <a:lstStyle/>
        <a:p>
          <a:endParaRPr lang="en-US"/>
        </a:p>
      </dgm:t>
    </dgm:pt>
    <dgm:pt modelId="{2E876C9D-1D71-4F2F-AE29-6DDC5B459DE7}" type="pres">
      <dgm:prSet presAssocID="{6256D624-860C-447E-A6B2-E66DF8995956}" presName="linear" presStyleCnt="0">
        <dgm:presLayoutVars>
          <dgm:animLvl val="lvl"/>
          <dgm:resizeHandles val="exact"/>
        </dgm:presLayoutVars>
      </dgm:prSet>
      <dgm:spPr/>
      <dgm:t>
        <a:bodyPr/>
        <a:lstStyle/>
        <a:p>
          <a:endParaRPr lang="en-US"/>
        </a:p>
      </dgm:t>
    </dgm:pt>
    <dgm:pt modelId="{9E938031-666D-4783-B609-1F0F576C437C}" type="pres">
      <dgm:prSet presAssocID="{E4142246-987A-4964-8C2C-18508CDB9EFE}" presName="parentText" presStyleLbl="node1" presStyleIdx="0" presStyleCnt="6">
        <dgm:presLayoutVars>
          <dgm:chMax val="0"/>
          <dgm:bulletEnabled val="1"/>
        </dgm:presLayoutVars>
      </dgm:prSet>
      <dgm:spPr/>
      <dgm:t>
        <a:bodyPr/>
        <a:lstStyle/>
        <a:p>
          <a:endParaRPr lang="en-US"/>
        </a:p>
      </dgm:t>
    </dgm:pt>
    <dgm:pt modelId="{10670CC1-0E90-4303-8F10-534D8256DA41}" type="pres">
      <dgm:prSet presAssocID="{EEBAB510-3B8D-4B25-A765-D80468224707}" presName="spacer" presStyleCnt="0"/>
      <dgm:spPr/>
    </dgm:pt>
    <dgm:pt modelId="{64F4E383-377E-441C-A2CE-0F742DD88104}" type="pres">
      <dgm:prSet presAssocID="{E9F6E240-38A0-4E01-8245-E99DCDFFBC5A}" presName="parentText" presStyleLbl="node1" presStyleIdx="1" presStyleCnt="6">
        <dgm:presLayoutVars>
          <dgm:chMax val="0"/>
          <dgm:bulletEnabled val="1"/>
        </dgm:presLayoutVars>
      </dgm:prSet>
      <dgm:spPr/>
      <dgm:t>
        <a:bodyPr/>
        <a:lstStyle/>
        <a:p>
          <a:endParaRPr lang="en-US"/>
        </a:p>
      </dgm:t>
    </dgm:pt>
    <dgm:pt modelId="{EECE3800-A7CA-4339-809F-F5B4C1A5B816}" type="pres">
      <dgm:prSet presAssocID="{1CBD67EB-DE06-4AC7-B9CB-A02956AE6850}" presName="spacer" presStyleCnt="0"/>
      <dgm:spPr/>
    </dgm:pt>
    <dgm:pt modelId="{AEC705CF-F9B1-4E89-8443-BC4032FA3E25}" type="pres">
      <dgm:prSet presAssocID="{7A43BBC5-A4FC-4051-B2DF-C266E9340B23}" presName="parentText" presStyleLbl="node1" presStyleIdx="2" presStyleCnt="6">
        <dgm:presLayoutVars>
          <dgm:chMax val="0"/>
          <dgm:bulletEnabled val="1"/>
        </dgm:presLayoutVars>
      </dgm:prSet>
      <dgm:spPr/>
      <dgm:t>
        <a:bodyPr/>
        <a:lstStyle/>
        <a:p>
          <a:endParaRPr lang="en-US"/>
        </a:p>
      </dgm:t>
    </dgm:pt>
    <dgm:pt modelId="{DDD7AFA4-55D5-44B8-A0EA-DF9EA7D5CEB4}" type="pres">
      <dgm:prSet presAssocID="{349ABE67-0185-4AD4-A670-DA6A6492F802}" presName="spacer" presStyleCnt="0"/>
      <dgm:spPr/>
    </dgm:pt>
    <dgm:pt modelId="{92FE00DF-47C6-49F6-8B34-736225FC701D}" type="pres">
      <dgm:prSet presAssocID="{8D7C27A8-90DF-4425-A224-9B4E85C36C1A}" presName="parentText" presStyleLbl="node1" presStyleIdx="3" presStyleCnt="6">
        <dgm:presLayoutVars>
          <dgm:chMax val="0"/>
          <dgm:bulletEnabled val="1"/>
        </dgm:presLayoutVars>
      </dgm:prSet>
      <dgm:spPr/>
      <dgm:t>
        <a:bodyPr/>
        <a:lstStyle/>
        <a:p>
          <a:endParaRPr lang="en-US"/>
        </a:p>
      </dgm:t>
    </dgm:pt>
    <dgm:pt modelId="{5D91D5F9-4BE4-4BA3-965F-1D98DCC99A9A}" type="pres">
      <dgm:prSet presAssocID="{8ECF0470-F097-4D62-87A0-7F94D2EADC51}" presName="spacer" presStyleCnt="0"/>
      <dgm:spPr/>
    </dgm:pt>
    <dgm:pt modelId="{0F5097D4-BE90-4B41-A95B-B95D9835CEB7}" type="pres">
      <dgm:prSet presAssocID="{1B9DEE9F-8E92-4444-850C-2727F22ACF5B}" presName="parentText" presStyleLbl="node1" presStyleIdx="4" presStyleCnt="6">
        <dgm:presLayoutVars>
          <dgm:chMax val="0"/>
          <dgm:bulletEnabled val="1"/>
        </dgm:presLayoutVars>
      </dgm:prSet>
      <dgm:spPr/>
      <dgm:t>
        <a:bodyPr/>
        <a:lstStyle/>
        <a:p>
          <a:endParaRPr lang="en-US"/>
        </a:p>
      </dgm:t>
    </dgm:pt>
    <dgm:pt modelId="{EA5D7D0C-A014-4106-AA8D-07EA0B66CC58}" type="pres">
      <dgm:prSet presAssocID="{139B7FAE-50A4-4EA0-BB11-0BCAD4EF9C41}" presName="spacer" presStyleCnt="0"/>
      <dgm:spPr/>
    </dgm:pt>
    <dgm:pt modelId="{3424D874-1ABD-48A3-86DD-85333CED34E7}" type="pres">
      <dgm:prSet presAssocID="{26A361CC-346A-4A4A-A10A-2568E609CD98}" presName="parentText" presStyleLbl="node1" presStyleIdx="5" presStyleCnt="6">
        <dgm:presLayoutVars>
          <dgm:chMax val="0"/>
          <dgm:bulletEnabled val="1"/>
        </dgm:presLayoutVars>
      </dgm:prSet>
      <dgm:spPr/>
      <dgm:t>
        <a:bodyPr/>
        <a:lstStyle/>
        <a:p>
          <a:endParaRPr lang="en-US"/>
        </a:p>
      </dgm:t>
    </dgm:pt>
  </dgm:ptLst>
  <dgm:cxnLst>
    <dgm:cxn modelId="{A8136790-604B-4F3B-8B42-23C42EA4572E}" type="presOf" srcId="{26A361CC-346A-4A4A-A10A-2568E609CD98}" destId="{3424D874-1ABD-48A3-86DD-85333CED34E7}" srcOrd="0" destOrd="0" presId="urn:microsoft.com/office/officeart/2005/8/layout/vList2"/>
    <dgm:cxn modelId="{D016E8F2-679F-4170-BF86-7F4AFE0B143A}" type="presOf" srcId="{6256D624-860C-447E-A6B2-E66DF8995956}" destId="{2E876C9D-1D71-4F2F-AE29-6DDC5B459DE7}" srcOrd="0" destOrd="0" presId="urn:microsoft.com/office/officeart/2005/8/layout/vList2"/>
    <dgm:cxn modelId="{98BFFD43-BA23-4C43-8704-CF2EC4938C9F}" type="presOf" srcId="{E9F6E240-38A0-4E01-8245-E99DCDFFBC5A}" destId="{64F4E383-377E-441C-A2CE-0F742DD88104}" srcOrd="0" destOrd="0" presId="urn:microsoft.com/office/officeart/2005/8/layout/vList2"/>
    <dgm:cxn modelId="{763124E6-12F5-4DB7-ACE2-02865687B1FC}" type="presOf" srcId="{1B9DEE9F-8E92-4444-850C-2727F22ACF5B}" destId="{0F5097D4-BE90-4B41-A95B-B95D9835CEB7}" srcOrd="0" destOrd="0" presId="urn:microsoft.com/office/officeart/2005/8/layout/vList2"/>
    <dgm:cxn modelId="{D7227875-B7ED-4074-B542-089585A36D22}" srcId="{6256D624-860C-447E-A6B2-E66DF8995956}" destId="{26A361CC-346A-4A4A-A10A-2568E609CD98}" srcOrd="5" destOrd="0" parTransId="{6F7E4DC2-723A-4FF8-B8EE-1A51578C5C1F}" sibTransId="{FA454200-9FBC-4020-9866-93AA222DA0DD}"/>
    <dgm:cxn modelId="{80F0B914-8922-4D00-BBA9-851E95268624}" type="presOf" srcId="{E4142246-987A-4964-8C2C-18508CDB9EFE}" destId="{9E938031-666D-4783-B609-1F0F576C437C}" srcOrd="0" destOrd="0" presId="urn:microsoft.com/office/officeart/2005/8/layout/vList2"/>
    <dgm:cxn modelId="{9315AFA9-BBD2-495F-83F1-E4223C5005D0}" srcId="{6256D624-860C-447E-A6B2-E66DF8995956}" destId="{7A43BBC5-A4FC-4051-B2DF-C266E9340B23}" srcOrd="2" destOrd="0" parTransId="{3D3CE63A-CE8B-4265-BDDB-434B9182A12A}" sibTransId="{349ABE67-0185-4AD4-A670-DA6A6492F802}"/>
    <dgm:cxn modelId="{CCD449DA-577E-4267-9A52-574E0C8A34C6}" srcId="{6256D624-860C-447E-A6B2-E66DF8995956}" destId="{E9F6E240-38A0-4E01-8245-E99DCDFFBC5A}" srcOrd="1" destOrd="0" parTransId="{2A999259-C983-4767-929F-0F8BBF76EEA6}" sibTransId="{1CBD67EB-DE06-4AC7-B9CB-A02956AE6850}"/>
    <dgm:cxn modelId="{29CDCEFC-00B4-4CB6-BEEF-FACF48159FA8}" srcId="{6256D624-860C-447E-A6B2-E66DF8995956}" destId="{8D7C27A8-90DF-4425-A224-9B4E85C36C1A}" srcOrd="3" destOrd="0" parTransId="{FEB92F28-ADAB-446E-B464-91F56C2B509F}" sibTransId="{8ECF0470-F097-4D62-87A0-7F94D2EADC51}"/>
    <dgm:cxn modelId="{FE32B4F9-3181-408B-BE07-2A124B5F93DA}" type="presOf" srcId="{7A43BBC5-A4FC-4051-B2DF-C266E9340B23}" destId="{AEC705CF-F9B1-4E89-8443-BC4032FA3E25}" srcOrd="0" destOrd="0" presId="urn:microsoft.com/office/officeart/2005/8/layout/vList2"/>
    <dgm:cxn modelId="{29FCF5BF-766B-48E0-8D4A-6EF34016D535}" srcId="{6256D624-860C-447E-A6B2-E66DF8995956}" destId="{E4142246-987A-4964-8C2C-18508CDB9EFE}" srcOrd="0" destOrd="0" parTransId="{1C7F4EE8-717F-4C65-B965-A87EF563FF50}" sibTransId="{EEBAB510-3B8D-4B25-A765-D80468224707}"/>
    <dgm:cxn modelId="{7174FF82-3E64-4F26-8D03-98CDAB33768F}" srcId="{6256D624-860C-447E-A6B2-E66DF8995956}" destId="{1B9DEE9F-8E92-4444-850C-2727F22ACF5B}" srcOrd="4" destOrd="0" parTransId="{31619F91-4AA5-4EC6-B97A-EBB14ADF4B16}" sibTransId="{139B7FAE-50A4-4EA0-BB11-0BCAD4EF9C41}"/>
    <dgm:cxn modelId="{5B53EB30-BD0C-4767-9AA2-0DD21CB1936D}" type="presOf" srcId="{8D7C27A8-90DF-4425-A224-9B4E85C36C1A}" destId="{92FE00DF-47C6-49F6-8B34-736225FC701D}" srcOrd="0" destOrd="0" presId="urn:microsoft.com/office/officeart/2005/8/layout/vList2"/>
    <dgm:cxn modelId="{AEF751F0-0E18-4E38-BAB1-4B824D211C79}" type="presParOf" srcId="{2E876C9D-1D71-4F2F-AE29-6DDC5B459DE7}" destId="{9E938031-666D-4783-B609-1F0F576C437C}" srcOrd="0" destOrd="0" presId="urn:microsoft.com/office/officeart/2005/8/layout/vList2"/>
    <dgm:cxn modelId="{A770BA8E-0A0D-498E-BE2E-9AE1A781709D}" type="presParOf" srcId="{2E876C9D-1D71-4F2F-AE29-6DDC5B459DE7}" destId="{10670CC1-0E90-4303-8F10-534D8256DA41}" srcOrd="1" destOrd="0" presId="urn:microsoft.com/office/officeart/2005/8/layout/vList2"/>
    <dgm:cxn modelId="{BEF219E3-4D0F-4E34-B9A6-F22401E2DC1C}" type="presParOf" srcId="{2E876C9D-1D71-4F2F-AE29-6DDC5B459DE7}" destId="{64F4E383-377E-441C-A2CE-0F742DD88104}" srcOrd="2" destOrd="0" presId="urn:microsoft.com/office/officeart/2005/8/layout/vList2"/>
    <dgm:cxn modelId="{60AD26B5-1AC7-4852-9592-DE45E565B680}" type="presParOf" srcId="{2E876C9D-1D71-4F2F-AE29-6DDC5B459DE7}" destId="{EECE3800-A7CA-4339-809F-F5B4C1A5B816}" srcOrd="3" destOrd="0" presId="urn:microsoft.com/office/officeart/2005/8/layout/vList2"/>
    <dgm:cxn modelId="{24944621-518B-41C8-86C6-0EE9B63A3A01}" type="presParOf" srcId="{2E876C9D-1D71-4F2F-AE29-6DDC5B459DE7}" destId="{AEC705CF-F9B1-4E89-8443-BC4032FA3E25}" srcOrd="4" destOrd="0" presId="urn:microsoft.com/office/officeart/2005/8/layout/vList2"/>
    <dgm:cxn modelId="{812D9562-5D05-4627-AB14-7092C9109629}" type="presParOf" srcId="{2E876C9D-1D71-4F2F-AE29-6DDC5B459DE7}" destId="{DDD7AFA4-55D5-44B8-A0EA-DF9EA7D5CEB4}" srcOrd="5" destOrd="0" presId="urn:microsoft.com/office/officeart/2005/8/layout/vList2"/>
    <dgm:cxn modelId="{BB59392A-4E95-4240-80E4-4241E724D352}" type="presParOf" srcId="{2E876C9D-1D71-4F2F-AE29-6DDC5B459DE7}" destId="{92FE00DF-47C6-49F6-8B34-736225FC701D}" srcOrd="6" destOrd="0" presId="urn:microsoft.com/office/officeart/2005/8/layout/vList2"/>
    <dgm:cxn modelId="{BE5D0109-76B5-429B-AFA9-7A47BAAACC14}" type="presParOf" srcId="{2E876C9D-1D71-4F2F-AE29-6DDC5B459DE7}" destId="{5D91D5F9-4BE4-4BA3-965F-1D98DCC99A9A}" srcOrd="7" destOrd="0" presId="urn:microsoft.com/office/officeart/2005/8/layout/vList2"/>
    <dgm:cxn modelId="{0FD00BE3-16AC-4D69-B669-179CBC6CFCAC}" type="presParOf" srcId="{2E876C9D-1D71-4F2F-AE29-6DDC5B459DE7}" destId="{0F5097D4-BE90-4B41-A95B-B95D9835CEB7}" srcOrd="8" destOrd="0" presId="urn:microsoft.com/office/officeart/2005/8/layout/vList2"/>
    <dgm:cxn modelId="{A7DF82F3-C175-44A7-8D6D-7C28C05E868C}" type="presParOf" srcId="{2E876C9D-1D71-4F2F-AE29-6DDC5B459DE7}" destId="{EA5D7D0C-A014-4106-AA8D-07EA0B66CC58}" srcOrd="9" destOrd="0" presId="urn:microsoft.com/office/officeart/2005/8/layout/vList2"/>
    <dgm:cxn modelId="{A56B5F5F-83CA-46C0-85C2-693B22F118C5}" type="presParOf" srcId="{2E876C9D-1D71-4F2F-AE29-6DDC5B459DE7}" destId="{3424D874-1ABD-48A3-86DD-85333CED34E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D4AD48F-2ACE-4032-AAE3-6DDA1240C0A1}" type="doc">
      <dgm:prSet loTypeId="urn:microsoft.com/office/officeart/2005/8/layout/hierarchy3" loCatId="hierarchy" qsTypeId="urn:microsoft.com/office/officeart/2005/8/quickstyle/simple2" qsCatId="simple" csTypeId="urn:microsoft.com/office/officeart/2005/8/colors/colorful5" csCatId="colorful" phldr="1"/>
      <dgm:spPr/>
      <dgm:t>
        <a:bodyPr/>
        <a:lstStyle/>
        <a:p>
          <a:endParaRPr lang="en-IN"/>
        </a:p>
      </dgm:t>
    </dgm:pt>
    <dgm:pt modelId="{2BC630BC-0E6D-4D5A-BAE3-363D2F1099DD}">
      <dgm:prSet/>
      <dgm:spPr/>
      <dgm:t>
        <a:bodyPr/>
        <a:lstStyle/>
        <a:p>
          <a:pPr rtl="0"/>
          <a:r>
            <a:rPr lang="en-US" dirty="0" smtClean="0"/>
            <a:t>Used in the sense of quid pro quo (something in return)</a:t>
          </a:r>
          <a:endParaRPr lang="en-IN" dirty="0"/>
        </a:p>
      </dgm:t>
    </dgm:pt>
    <dgm:pt modelId="{7778AA03-686A-441B-A5D0-DDFD5749A745}" type="parTrans" cxnId="{18F845F8-2A25-4DEF-A2F9-EFA19A843531}">
      <dgm:prSet/>
      <dgm:spPr/>
      <dgm:t>
        <a:bodyPr/>
        <a:lstStyle/>
        <a:p>
          <a:endParaRPr lang="en-IN"/>
        </a:p>
      </dgm:t>
    </dgm:pt>
    <dgm:pt modelId="{E01AFB2B-9FAE-45CF-BABB-3C5E8449BBCE}" type="sibTrans" cxnId="{18F845F8-2A25-4DEF-A2F9-EFA19A843531}">
      <dgm:prSet/>
      <dgm:spPr/>
      <dgm:t>
        <a:bodyPr/>
        <a:lstStyle/>
        <a:p>
          <a:endParaRPr lang="en-IN"/>
        </a:p>
      </dgm:t>
    </dgm:pt>
    <dgm:pt modelId="{94306A1F-BA0E-49F9-835F-8EA7F120D663}">
      <dgm:prSet/>
      <dgm:spPr/>
      <dgm:t>
        <a:bodyPr/>
        <a:lstStyle/>
        <a:p>
          <a:pPr rtl="0"/>
          <a:r>
            <a:rPr lang="en-US" dirty="0" smtClean="0"/>
            <a:t>Section 2 (d) – “When at the desire of the promisor, the </a:t>
          </a:r>
          <a:r>
            <a:rPr lang="en-US" dirty="0" err="1" smtClean="0"/>
            <a:t>promisee</a:t>
          </a:r>
          <a:r>
            <a:rPr lang="en-US" dirty="0" smtClean="0"/>
            <a:t> or any other person has done or abstained from doing, or does or abstains from doing, or promises to do or abstain from doing something, such act or abstinence of promise is called a consideration for the promise”. </a:t>
          </a:r>
          <a:endParaRPr lang="en-IN" dirty="0"/>
        </a:p>
      </dgm:t>
    </dgm:pt>
    <dgm:pt modelId="{B58C4771-5437-4BF4-A9A1-3261C061771E}" type="parTrans" cxnId="{DA643E61-AEEC-4E79-AE90-51D373E3EB29}">
      <dgm:prSet/>
      <dgm:spPr/>
      <dgm:t>
        <a:bodyPr/>
        <a:lstStyle/>
        <a:p>
          <a:endParaRPr lang="en-IN"/>
        </a:p>
      </dgm:t>
    </dgm:pt>
    <dgm:pt modelId="{850FBF2F-DA3A-413F-8F0B-728C4E655E96}" type="sibTrans" cxnId="{DA643E61-AEEC-4E79-AE90-51D373E3EB29}">
      <dgm:prSet/>
      <dgm:spPr/>
      <dgm:t>
        <a:bodyPr/>
        <a:lstStyle/>
        <a:p>
          <a:endParaRPr lang="en-IN"/>
        </a:p>
      </dgm:t>
    </dgm:pt>
    <dgm:pt modelId="{DC77E950-E803-4B0D-ABD7-407E1D49208B}">
      <dgm:prSet/>
      <dgm:spPr/>
      <dgm:t>
        <a:bodyPr/>
        <a:lstStyle/>
        <a:p>
          <a:pPr rtl="0"/>
          <a:r>
            <a:rPr lang="en-US" i="1" dirty="0" smtClean="0"/>
            <a:t>E.g. Benazir promises Beta not to file a suit against Beta if Beta pays him </a:t>
          </a:r>
          <a:r>
            <a:rPr lang="en-US" i="1" dirty="0" err="1" smtClean="0"/>
            <a:t>Rs</a:t>
          </a:r>
          <a:r>
            <a:rPr lang="en-US" i="1" dirty="0" smtClean="0"/>
            <a:t> 500. The abstinence of Benazir from filing the lawsuit is the consideration for Beta’s payment.</a:t>
          </a:r>
          <a:endParaRPr lang="en-IN" dirty="0"/>
        </a:p>
      </dgm:t>
    </dgm:pt>
    <dgm:pt modelId="{7C339AAE-E408-40DC-9D0A-AC2769A20ACF}" type="parTrans" cxnId="{88E024E9-D747-4192-AEFE-A58C178C9CCC}">
      <dgm:prSet/>
      <dgm:spPr/>
      <dgm:t>
        <a:bodyPr/>
        <a:lstStyle/>
        <a:p>
          <a:endParaRPr lang="en-IN"/>
        </a:p>
      </dgm:t>
    </dgm:pt>
    <dgm:pt modelId="{3E84C4CE-E71A-4266-A22D-7D574F1D0722}" type="sibTrans" cxnId="{88E024E9-D747-4192-AEFE-A58C178C9CCC}">
      <dgm:prSet/>
      <dgm:spPr/>
      <dgm:t>
        <a:bodyPr/>
        <a:lstStyle/>
        <a:p>
          <a:endParaRPr lang="en-IN"/>
        </a:p>
      </dgm:t>
    </dgm:pt>
    <dgm:pt modelId="{AFE05EFF-5962-4579-B0A5-599CDFE88FA6}">
      <dgm:prSet/>
      <dgm:spPr/>
      <dgm:t>
        <a:bodyPr/>
        <a:lstStyle/>
        <a:p>
          <a:pPr rtl="0"/>
          <a:r>
            <a:rPr lang="en-US" i="1" dirty="0" smtClean="0"/>
            <a:t>E.g. Joy buys a kilo of rice from </a:t>
          </a:r>
          <a:r>
            <a:rPr lang="en-US" i="1" dirty="0" err="1" smtClean="0"/>
            <a:t>Murlilal</a:t>
          </a:r>
          <a:r>
            <a:rPr lang="en-US" i="1" dirty="0" smtClean="0"/>
            <a:t> for </a:t>
          </a:r>
          <a:r>
            <a:rPr lang="en-US" i="1" dirty="0" err="1" smtClean="0"/>
            <a:t>Rs</a:t>
          </a:r>
          <a:r>
            <a:rPr lang="en-US" i="1" dirty="0" smtClean="0"/>
            <a:t>. 60. The money paid by him is the consideration for the goods supplied by </a:t>
          </a:r>
          <a:r>
            <a:rPr lang="en-US" i="1" dirty="0" err="1" smtClean="0"/>
            <a:t>Murlilal</a:t>
          </a:r>
          <a:r>
            <a:rPr lang="en-US" i="1" dirty="0" smtClean="0"/>
            <a:t>.</a:t>
          </a:r>
          <a:endParaRPr lang="en-IN" dirty="0"/>
        </a:p>
      </dgm:t>
    </dgm:pt>
    <dgm:pt modelId="{EEEF05CE-BEEB-4418-BB9B-14A6FD954A7C}" type="parTrans" cxnId="{981F69BF-E510-4473-99AF-8460FDC9F00B}">
      <dgm:prSet/>
      <dgm:spPr/>
      <dgm:t>
        <a:bodyPr/>
        <a:lstStyle/>
        <a:p>
          <a:endParaRPr lang="en-IN"/>
        </a:p>
      </dgm:t>
    </dgm:pt>
    <dgm:pt modelId="{A12C07EF-85A6-4F3E-B5FA-4705934E9D24}" type="sibTrans" cxnId="{981F69BF-E510-4473-99AF-8460FDC9F00B}">
      <dgm:prSet/>
      <dgm:spPr/>
      <dgm:t>
        <a:bodyPr/>
        <a:lstStyle/>
        <a:p>
          <a:endParaRPr lang="en-IN"/>
        </a:p>
      </dgm:t>
    </dgm:pt>
    <dgm:pt modelId="{6739133A-7EE4-4E4C-91E4-EC8F3B7321A3}" type="pres">
      <dgm:prSet presAssocID="{8D4AD48F-2ACE-4032-AAE3-6DDA1240C0A1}" presName="diagram" presStyleCnt="0">
        <dgm:presLayoutVars>
          <dgm:chPref val="1"/>
          <dgm:dir/>
          <dgm:animOne val="branch"/>
          <dgm:animLvl val="lvl"/>
          <dgm:resizeHandles/>
        </dgm:presLayoutVars>
      </dgm:prSet>
      <dgm:spPr/>
      <dgm:t>
        <a:bodyPr/>
        <a:lstStyle/>
        <a:p>
          <a:endParaRPr lang="en-IN"/>
        </a:p>
      </dgm:t>
    </dgm:pt>
    <dgm:pt modelId="{095C3C75-E8EC-43E4-8E13-E696E8FB0540}" type="pres">
      <dgm:prSet presAssocID="{2BC630BC-0E6D-4D5A-BAE3-363D2F1099DD}" presName="root" presStyleCnt="0"/>
      <dgm:spPr/>
    </dgm:pt>
    <dgm:pt modelId="{3944F4F9-9AA0-40BE-88C2-DBC1335EFF7C}" type="pres">
      <dgm:prSet presAssocID="{2BC630BC-0E6D-4D5A-BAE3-363D2F1099DD}" presName="rootComposite" presStyleCnt="0"/>
      <dgm:spPr/>
    </dgm:pt>
    <dgm:pt modelId="{35BC5EA9-34DB-4FF5-8693-29944D973C0B}" type="pres">
      <dgm:prSet presAssocID="{2BC630BC-0E6D-4D5A-BAE3-363D2F1099DD}" presName="rootText" presStyleLbl="node1" presStyleIdx="0" presStyleCnt="2" custScaleX="117566" custScaleY="256951" custLinFactNeighborX="-62594" custLinFactNeighborY="-6701"/>
      <dgm:spPr>
        <a:prstGeom prst="cloudCallout">
          <a:avLst/>
        </a:prstGeom>
      </dgm:spPr>
      <dgm:t>
        <a:bodyPr/>
        <a:lstStyle/>
        <a:p>
          <a:endParaRPr lang="en-IN"/>
        </a:p>
      </dgm:t>
    </dgm:pt>
    <dgm:pt modelId="{250623BE-AEA2-4275-8EA0-3003E8A3733E}" type="pres">
      <dgm:prSet presAssocID="{2BC630BC-0E6D-4D5A-BAE3-363D2F1099DD}" presName="rootConnector" presStyleLbl="node1" presStyleIdx="0" presStyleCnt="2"/>
      <dgm:spPr/>
      <dgm:t>
        <a:bodyPr/>
        <a:lstStyle/>
        <a:p>
          <a:endParaRPr lang="en-IN"/>
        </a:p>
      </dgm:t>
    </dgm:pt>
    <dgm:pt modelId="{C57C0FE5-4474-4AE2-93AB-35DBA83B3D22}" type="pres">
      <dgm:prSet presAssocID="{2BC630BC-0E6D-4D5A-BAE3-363D2F1099DD}" presName="childShape" presStyleCnt="0"/>
      <dgm:spPr/>
    </dgm:pt>
    <dgm:pt modelId="{B51A5595-8D08-4A56-86A6-F29360BC542F}" type="pres">
      <dgm:prSet presAssocID="{94306A1F-BA0E-49F9-835F-8EA7F120D663}" presName="root" presStyleCnt="0"/>
      <dgm:spPr/>
    </dgm:pt>
    <dgm:pt modelId="{328F19B8-DA16-4713-8708-828071D07C3C}" type="pres">
      <dgm:prSet presAssocID="{94306A1F-BA0E-49F9-835F-8EA7F120D663}" presName="rootComposite" presStyleCnt="0"/>
      <dgm:spPr/>
    </dgm:pt>
    <dgm:pt modelId="{2811C0F9-0817-4101-A6B8-94E9CE21B883}" type="pres">
      <dgm:prSet presAssocID="{94306A1F-BA0E-49F9-835F-8EA7F120D663}" presName="rootText" presStyleLbl="node1" presStyleIdx="1" presStyleCnt="2" custScaleX="362967" custScaleY="192997"/>
      <dgm:spPr/>
      <dgm:t>
        <a:bodyPr/>
        <a:lstStyle/>
        <a:p>
          <a:endParaRPr lang="en-IN"/>
        </a:p>
      </dgm:t>
    </dgm:pt>
    <dgm:pt modelId="{E899A954-67E7-4766-9C78-713C0716C9B2}" type="pres">
      <dgm:prSet presAssocID="{94306A1F-BA0E-49F9-835F-8EA7F120D663}" presName="rootConnector" presStyleLbl="node1" presStyleIdx="1" presStyleCnt="2"/>
      <dgm:spPr/>
      <dgm:t>
        <a:bodyPr/>
        <a:lstStyle/>
        <a:p>
          <a:endParaRPr lang="en-IN"/>
        </a:p>
      </dgm:t>
    </dgm:pt>
    <dgm:pt modelId="{927E6ED7-0CA0-470A-AFAB-4938EC9FA976}" type="pres">
      <dgm:prSet presAssocID="{94306A1F-BA0E-49F9-835F-8EA7F120D663}" presName="childShape" presStyleCnt="0"/>
      <dgm:spPr/>
    </dgm:pt>
    <dgm:pt modelId="{07E8058D-8BF5-4F67-BCE4-82B74EC3606C}" type="pres">
      <dgm:prSet presAssocID="{7C339AAE-E408-40DC-9D0A-AC2769A20ACF}" presName="Name13" presStyleLbl="parChTrans1D2" presStyleIdx="0" presStyleCnt="2"/>
      <dgm:spPr/>
      <dgm:t>
        <a:bodyPr/>
        <a:lstStyle/>
        <a:p>
          <a:endParaRPr lang="en-IN"/>
        </a:p>
      </dgm:t>
    </dgm:pt>
    <dgm:pt modelId="{18FBAFD2-17F1-494E-B4CA-5BDF1EC60B71}" type="pres">
      <dgm:prSet presAssocID="{DC77E950-E803-4B0D-ABD7-407E1D49208B}" presName="childText" presStyleLbl="bgAcc1" presStyleIdx="0" presStyleCnt="2" custScaleX="336177">
        <dgm:presLayoutVars>
          <dgm:bulletEnabled val="1"/>
        </dgm:presLayoutVars>
      </dgm:prSet>
      <dgm:spPr/>
      <dgm:t>
        <a:bodyPr/>
        <a:lstStyle/>
        <a:p>
          <a:endParaRPr lang="en-IN"/>
        </a:p>
      </dgm:t>
    </dgm:pt>
    <dgm:pt modelId="{F2613FD9-D226-4E60-B533-9F17A1E2F218}" type="pres">
      <dgm:prSet presAssocID="{EEEF05CE-BEEB-4418-BB9B-14A6FD954A7C}" presName="Name13" presStyleLbl="parChTrans1D2" presStyleIdx="1" presStyleCnt="2"/>
      <dgm:spPr/>
      <dgm:t>
        <a:bodyPr/>
        <a:lstStyle/>
        <a:p>
          <a:endParaRPr lang="en-IN"/>
        </a:p>
      </dgm:t>
    </dgm:pt>
    <dgm:pt modelId="{65017363-637B-4CCB-A8E0-E95181CA29D8}" type="pres">
      <dgm:prSet presAssocID="{AFE05EFF-5962-4579-B0A5-599CDFE88FA6}" presName="childText" presStyleLbl="bgAcc1" presStyleIdx="1" presStyleCnt="2" custScaleX="335642">
        <dgm:presLayoutVars>
          <dgm:bulletEnabled val="1"/>
        </dgm:presLayoutVars>
      </dgm:prSet>
      <dgm:spPr/>
      <dgm:t>
        <a:bodyPr/>
        <a:lstStyle/>
        <a:p>
          <a:endParaRPr lang="en-IN"/>
        </a:p>
      </dgm:t>
    </dgm:pt>
  </dgm:ptLst>
  <dgm:cxnLst>
    <dgm:cxn modelId="{6F66207C-A490-42CC-803E-4389855B2CE4}" type="presOf" srcId="{94306A1F-BA0E-49F9-835F-8EA7F120D663}" destId="{E899A954-67E7-4766-9C78-713C0716C9B2}" srcOrd="1" destOrd="0" presId="urn:microsoft.com/office/officeart/2005/8/layout/hierarchy3"/>
    <dgm:cxn modelId="{754E08BA-019D-4B8D-8F79-2A3DFF8F6FA8}" type="presOf" srcId="{2BC630BC-0E6D-4D5A-BAE3-363D2F1099DD}" destId="{250623BE-AEA2-4275-8EA0-3003E8A3733E}" srcOrd="1" destOrd="0" presId="urn:microsoft.com/office/officeart/2005/8/layout/hierarchy3"/>
    <dgm:cxn modelId="{81DED440-06F8-4D4E-9468-419A8D486C4D}" type="presOf" srcId="{DC77E950-E803-4B0D-ABD7-407E1D49208B}" destId="{18FBAFD2-17F1-494E-B4CA-5BDF1EC60B71}" srcOrd="0" destOrd="0" presId="urn:microsoft.com/office/officeart/2005/8/layout/hierarchy3"/>
    <dgm:cxn modelId="{CC9ACB0F-7249-412F-85F3-621384A89E27}" type="presOf" srcId="{EEEF05CE-BEEB-4418-BB9B-14A6FD954A7C}" destId="{F2613FD9-D226-4E60-B533-9F17A1E2F218}" srcOrd="0" destOrd="0" presId="urn:microsoft.com/office/officeart/2005/8/layout/hierarchy3"/>
    <dgm:cxn modelId="{4A2E21E7-4F22-4A27-A67C-4AF2DC0E0F00}" type="presOf" srcId="{94306A1F-BA0E-49F9-835F-8EA7F120D663}" destId="{2811C0F9-0817-4101-A6B8-94E9CE21B883}" srcOrd="0" destOrd="0" presId="urn:microsoft.com/office/officeart/2005/8/layout/hierarchy3"/>
    <dgm:cxn modelId="{6486D5A6-0F84-4FC0-ABB4-58B8008F0320}" type="presOf" srcId="{AFE05EFF-5962-4579-B0A5-599CDFE88FA6}" destId="{65017363-637B-4CCB-A8E0-E95181CA29D8}" srcOrd="0" destOrd="0" presId="urn:microsoft.com/office/officeart/2005/8/layout/hierarchy3"/>
    <dgm:cxn modelId="{1E892AC9-3DF5-42C4-9472-BFFD67D6C892}" type="presOf" srcId="{7C339AAE-E408-40DC-9D0A-AC2769A20ACF}" destId="{07E8058D-8BF5-4F67-BCE4-82B74EC3606C}" srcOrd="0" destOrd="0" presId="urn:microsoft.com/office/officeart/2005/8/layout/hierarchy3"/>
    <dgm:cxn modelId="{981F69BF-E510-4473-99AF-8460FDC9F00B}" srcId="{94306A1F-BA0E-49F9-835F-8EA7F120D663}" destId="{AFE05EFF-5962-4579-B0A5-599CDFE88FA6}" srcOrd="1" destOrd="0" parTransId="{EEEF05CE-BEEB-4418-BB9B-14A6FD954A7C}" sibTransId="{A12C07EF-85A6-4F3E-B5FA-4705934E9D24}"/>
    <dgm:cxn modelId="{DA643E61-AEEC-4E79-AE90-51D373E3EB29}" srcId="{8D4AD48F-2ACE-4032-AAE3-6DDA1240C0A1}" destId="{94306A1F-BA0E-49F9-835F-8EA7F120D663}" srcOrd="1" destOrd="0" parTransId="{B58C4771-5437-4BF4-A9A1-3261C061771E}" sibTransId="{850FBF2F-DA3A-413F-8F0B-728C4E655E96}"/>
    <dgm:cxn modelId="{8078B879-D3F0-4A8F-842D-12611A39E640}" type="presOf" srcId="{2BC630BC-0E6D-4D5A-BAE3-363D2F1099DD}" destId="{35BC5EA9-34DB-4FF5-8693-29944D973C0B}" srcOrd="0" destOrd="0" presId="urn:microsoft.com/office/officeart/2005/8/layout/hierarchy3"/>
    <dgm:cxn modelId="{FC86EAD3-9CC5-44B4-B6D9-49B5EA07FFA9}" type="presOf" srcId="{8D4AD48F-2ACE-4032-AAE3-6DDA1240C0A1}" destId="{6739133A-7EE4-4E4C-91E4-EC8F3B7321A3}" srcOrd="0" destOrd="0" presId="urn:microsoft.com/office/officeart/2005/8/layout/hierarchy3"/>
    <dgm:cxn modelId="{18F845F8-2A25-4DEF-A2F9-EFA19A843531}" srcId="{8D4AD48F-2ACE-4032-AAE3-6DDA1240C0A1}" destId="{2BC630BC-0E6D-4D5A-BAE3-363D2F1099DD}" srcOrd="0" destOrd="0" parTransId="{7778AA03-686A-441B-A5D0-DDFD5749A745}" sibTransId="{E01AFB2B-9FAE-45CF-BABB-3C5E8449BBCE}"/>
    <dgm:cxn modelId="{88E024E9-D747-4192-AEFE-A58C178C9CCC}" srcId="{94306A1F-BA0E-49F9-835F-8EA7F120D663}" destId="{DC77E950-E803-4B0D-ABD7-407E1D49208B}" srcOrd="0" destOrd="0" parTransId="{7C339AAE-E408-40DC-9D0A-AC2769A20ACF}" sibTransId="{3E84C4CE-E71A-4266-A22D-7D574F1D0722}"/>
    <dgm:cxn modelId="{49B8EF46-2937-4486-845E-C8813725B77E}" type="presParOf" srcId="{6739133A-7EE4-4E4C-91E4-EC8F3B7321A3}" destId="{095C3C75-E8EC-43E4-8E13-E696E8FB0540}" srcOrd="0" destOrd="0" presId="urn:microsoft.com/office/officeart/2005/8/layout/hierarchy3"/>
    <dgm:cxn modelId="{AA35BA4C-0D45-49A3-9936-23CA53FEA28C}" type="presParOf" srcId="{095C3C75-E8EC-43E4-8E13-E696E8FB0540}" destId="{3944F4F9-9AA0-40BE-88C2-DBC1335EFF7C}" srcOrd="0" destOrd="0" presId="urn:microsoft.com/office/officeart/2005/8/layout/hierarchy3"/>
    <dgm:cxn modelId="{568BB784-A2D1-4F92-831B-357ECF792A30}" type="presParOf" srcId="{3944F4F9-9AA0-40BE-88C2-DBC1335EFF7C}" destId="{35BC5EA9-34DB-4FF5-8693-29944D973C0B}" srcOrd="0" destOrd="0" presId="urn:microsoft.com/office/officeart/2005/8/layout/hierarchy3"/>
    <dgm:cxn modelId="{D01D6451-B0DA-4E11-9540-6735E976328B}" type="presParOf" srcId="{3944F4F9-9AA0-40BE-88C2-DBC1335EFF7C}" destId="{250623BE-AEA2-4275-8EA0-3003E8A3733E}" srcOrd="1" destOrd="0" presId="urn:microsoft.com/office/officeart/2005/8/layout/hierarchy3"/>
    <dgm:cxn modelId="{42AE1E0F-1104-4FB6-A251-5ACD23EBB228}" type="presParOf" srcId="{095C3C75-E8EC-43E4-8E13-E696E8FB0540}" destId="{C57C0FE5-4474-4AE2-93AB-35DBA83B3D22}" srcOrd="1" destOrd="0" presId="urn:microsoft.com/office/officeart/2005/8/layout/hierarchy3"/>
    <dgm:cxn modelId="{5E296770-18A1-4409-8019-753DF157A447}" type="presParOf" srcId="{6739133A-7EE4-4E4C-91E4-EC8F3B7321A3}" destId="{B51A5595-8D08-4A56-86A6-F29360BC542F}" srcOrd="1" destOrd="0" presId="urn:microsoft.com/office/officeart/2005/8/layout/hierarchy3"/>
    <dgm:cxn modelId="{331CAE89-5FC8-4DCA-86A8-FC56325878D9}" type="presParOf" srcId="{B51A5595-8D08-4A56-86A6-F29360BC542F}" destId="{328F19B8-DA16-4713-8708-828071D07C3C}" srcOrd="0" destOrd="0" presId="urn:microsoft.com/office/officeart/2005/8/layout/hierarchy3"/>
    <dgm:cxn modelId="{68E58790-3EB6-4BC3-8B69-3EE3A549637B}" type="presParOf" srcId="{328F19B8-DA16-4713-8708-828071D07C3C}" destId="{2811C0F9-0817-4101-A6B8-94E9CE21B883}" srcOrd="0" destOrd="0" presId="urn:microsoft.com/office/officeart/2005/8/layout/hierarchy3"/>
    <dgm:cxn modelId="{47D0A990-4877-44A1-8ED5-9B13EEB256FE}" type="presParOf" srcId="{328F19B8-DA16-4713-8708-828071D07C3C}" destId="{E899A954-67E7-4766-9C78-713C0716C9B2}" srcOrd="1" destOrd="0" presId="urn:microsoft.com/office/officeart/2005/8/layout/hierarchy3"/>
    <dgm:cxn modelId="{3306BE30-9B5A-4358-B28B-27325CB0183B}" type="presParOf" srcId="{B51A5595-8D08-4A56-86A6-F29360BC542F}" destId="{927E6ED7-0CA0-470A-AFAB-4938EC9FA976}" srcOrd="1" destOrd="0" presId="urn:microsoft.com/office/officeart/2005/8/layout/hierarchy3"/>
    <dgm:cxn modelId="{C63A1A80-5FAD-41CB-B630-69AAF0FB9871}" type="presParOf" srcId="{927E6ED7-0CA0-470A-AFAB-4938EC9FA976}" destId="{07E8058D-8BF5-4F67-BCE4-82B74EC3606C}" srcOrd="0" destOrd="0" presId="urn:microsoft.com/office/officeart/2005/8/layout/hierarchy3"/>
    <dgm:cxn modelId="{E0D93C26-3FCD-492B-A33C-375BE7AB2BDE}" type="presParOf" srcId="{927E6ED7-0CA0-470A-AFAB-4938EC9FA976}" destId="{18FBAFD2-17F1-494E-B4CA-5BDF1EC60B71}" srcOrd="1" destOrd="0" presId="urn:microsoft.com/office/officeart/2005/8/layout/hierarchy3"/>
    <dgm:cxn modelId="{C1FDF1ED-7557-4146-87B9-FA4335DDAB3A}" type="presParOf" srcId="{927E6ED7-0CA0-470A-AFAB-4938EC9FA976}" destId="{F2613FD9-D226-4E60-B533-9F17A1E2F218}" srcOrd="2" destOrd="0" presId="urn:microsoft.com/office/officeart/2005/8/layout/hierarchy3"/>
    <dgm:cxn modelId="{450EA6A4-3139-4153-80E8-ABF42059AF57}" type="presParOf" srcId="{927E6ED7-0CA0-470A-AFAB-4938EC9FA976}" destId="{65017363-637B-4CCB-A8E0-E95181CA29D8}"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E0E3158-4F1A-4F5F-A46D-5D7943475A1C}" type="doc">
      <dgm:prSet loTypeId="urn:microsoft.com/office/officeart/2008/layout/LinedList" loCatId="list" qsTypeId="urn:microsoft.com/office/officeart/2005/8/quickstyle/simple5" qsCatId="simple" csTypeId="urn:microsoft.com/office/officeart/2005/8/colors/accent1_2" csCatId="accent1" phldr="1"/>
      <dgm:spPr/>
      <dgm:t>
        <a:bodyPr/>
        <a:lstStyle/>
        <a:p>
          <a:endParaRPr lang="en-IN"/>
        </a:p>
      </dgm:t>
    </dgm:pt>
    <dgm:pt modelId="{AD62FBDE-6B5F-45F7-91AA-50FDD45ECEE6}">
      <dgm:prSet/>
      <dgm:spPr/>
      <dgm:t>
        <a:bodyPr/>
        <a:lstStyle/>
        <a:p>
          <a:pPr algn="just" rtl="0"/>
          <a:r>
            <a:rPr lang="en-US" dirty="0" smtClean="0"/>
            <a:t>It must move at the desire of the promisor. If it is done at the instance of a third party or without desire of the promisor, it will not be a good consideration. </a:t>
          </a:r>
          <a:endParaRPr lang="en-IN" dirty="0"/>
        </a:p>
      </dgm:t>
    </dgm:pt>
    <dgm:pt modelId="{161DDF82-96A1-4B85-8984-9693D98469E2}" type="parTrans" cxnId="{E53BAA38-776A-4C9D-91FE-F3661D581666}">
      <dgm:prSet/>
      <dgm:spPr/>
      <dgm:t>
        <a:bodyPr/>
        <a:lstStyle/>
        <a:p>
          <a:endParaRPr lang="en-IN"/>
        </a:p>
      </dgm:t>
    </dgm:pt>
    <dgm:pt modelId="{D09CE250-FC12-417F-BD72-C2B0A28398DC}" type="sibTrans" cxnId="{E53BAA38-776A-4C9D-91FE-F3661D581666}">
      <dgm:prSet/>
      <dgm:spPr/>
      <dgm:t>
        <a:bodyPr/>
        <a:lstStyle/>
        <a:p>
          <a:endParaRPr lang="en-IN"/>
        </a:p>
      </dgm:t>
    </dgm:pt>
    <dgm:pt modelId="{8F41B89E-6001-49F5-9992-E069BD5238AB}">
      <dgm:prSet/>
      <dgm:spPr/>
      <dgm:t>
        <a:bodyPr/>
        <a:lstStyle/>
        <a:p>
          <a:pPr rtl="0"/>
          <a:r>
            <a:rPr lang="en-US" dirty="0" smtClean="0"/>
            <a:t>It may move from the </a:t>
          </a:r>
          <a:r>
            <a:rPr lang="en-US" dirty="0" err="1" smtClean="0"/>
            <a:t>promisee</a:t>
          </a:r>
          <a:r>
            <a:rPr lang="en-US" dirty="0" smtClean="0"/>
            <a:t> or any other person. </a:t>
          </a:r>
          <a:r>
            <a:rPr lang="en-US" err="1" smtClean="0"/>
            <a:t>E.g</a:t>
          </a:r>
          <a:r>
            <a:rPr lang="en-US" smtClean="0"/>
            <a:t>. Chinnaya</a:t>
          </a:r>
          <a:r>
            <a:rPr lang="en-US" dirty="0" smtClean="0"/>
            <a:t> Vs </a:t>
          </a:r>
          <a:r>
            <a:rPr lang="en-US" dirty="0" err="1" smtClean="0"/>
            <a:t>Ramayya</a:t>
          </a:r>
          <a:r>
            <a:rPr lang="en-US" dirty="0" smtClean="0"/>
            <a:t>  </a:t>
          </a:r>
          <a:endParaRPr lang="en-IN" dirty="0"/>
        </a:p>
      </dgm:t>
    </dgm:pt>
    <dgm:pt modelId="{C63F8E6F-F6DE-424D-8E90-3FE8DA69B3B8}" type="parTrans" cxnId="{A9814590-636B-4374-B77A-1EDFA29DD2BA}">
      <dgm:prSet/>
      <dgm:spPr/>
      <dgm:t>
        <a:bodyPr/>
        <a:lstStyle/>
        <a:p>
          <a:endParaRPr lang="en-IN"/>
        </a:p>
      </dgm:t>
    </dgm:pt>
    <dgm:pt modelId="{8F50AF01-790D-4DE9-8027-3708C8EEB4C0}" type="sibTrans" cxnId="{A9814590-636B-4374-B77A-1EDFA29DD2BA}">
      <dgm:prSet/>
      <dgm:spPr/>
      <dgm:t>
        <a:bodyPr/>
        <a:lstStyle/>
        <a:p>
          <a:endParaRPr lang="en-IN"/>
        </a:p>
      </dgm:t>
    </dgm:pt>
    <dgm:pt modelId="{8ED8304A-BD64-414C-88AE-CB0AC25A26BE}">
      <dgm:prSet/>
      <dgm:spPr/>
      <dgm:t>
        <a:bodyPr/>
        <a:lstStyle/>
        <a:p>
          <a:pPr algn="just" rtl="0"/>
          <a:r>
            <a:rPr lang="en-US" dirty="0" smtClean="0"/>
            <a:t>It may be an act, abstinence or forbearance or a return promise. Forbearance to sue, compromise of a disputed claim or composition with the creditors are good consideration for a contract. </a:t>
          </a:r>
          <a:endParaRPr lang="en-IN" dirty="0"/>
        </a:p>
      </dgm:t>
    </dgm:pt>
    <dgm:pt modelId="{D2DD6623-DEBA-452A-AF03-6991293C185D}" type="parTrans" cxnId="{6FC56BF2-31B8-48A3-B2E4-E445FF971820}">
      <dgm:prSet/>
      <dgm:spPr/>
      <dgm:t>
        <a:bodyPr/>
        <a:lstStyle/>
        <a:p>
          <a:endParaRPr lang="en-IN"/>
        </a:p>
      </dgm:t>
    </dgm:pt>
    <dgm:pt modelId="{EDD34171-C623-410E-833E-8B25A17C08CB}" type="sibTrans" cxnId="{6FC56BF2-31B8-48A3-B2E4-E445FF971820}">
      <dgm:prSet/>
      <dgm:spPr/>
      <dgm:t>
        <a:bodyPr/>
        <a:lstStyle/>
        <a:p>
          <a:endParaRPr lang="en-IN"/>
        </a:p>
      </dgm:t>
    </dgm:pt>
    <dgm:pt modelId="{BA94B162-822E-4AF5-9F20-9879D5D71A82}">
      <dgm:prSet/>
      <dgm:spPr/>
      <dgm:t>
        <a:bodyPr/>
        <a:lstStyle/>
        <a:p>
          <a:pPr rtl="0"/>
          <a:r>
            <a:rPr lang="en-US" smtClean="0"/>
            <a:t>It may be past, present or future</a:t>
          </a:r>
          <a:r>
            <a:rPr lang="en-US" i="1" smtClean="0"/>
            <a:t>. </a:t>
          </a:r>
          <a:r>
            <a:rPr lang="en-US" smtClean="0"/>
            <a:t> </a:t>
          </a:r>
          <a:endParaRPr lang="en-IN"/>
        </a:p>
      </dgm:t>
    </dgm:pt>
    <dgm:pt modelId="{D4234E44-938C-41FD-93D0-227146BCD9B2}" type="parTrans" cxnId="{95CCCE56-9648-4074-A0AA-983640B9B2BB}">
      <dgm:prSet/>
      <dgm:spPr/>
      <dgm:t>
        <a:bodyPr/>
        <a:lstStyle/>
        <a:p>
          <a:endParaRPr lang="en-IN"/>
        </a:p>
      </dgm:t>
    </dgm:pt>
    <dgm:pt modelId="{8CC0D6EE-4E4E-4AC3-A549-DE4C00EAFAEF}" type="sibTrans" cxnId="{95CCCE56-9648-4074-A0AA-983640B9B2BB}">
      <dgm:prSet/>
      <dgm:spPr/>
      <dgm:t>
        <a:bodyPr/>
        <a:lstStyle/>
        <a:p>
          <a:endParaRPr lang="en-IN"/>
        </a:p>
      </dgm:t>
    </dgm:pt>
    <dgm:pt modelId="{556F6629-D93F-40C0-962C-A529E7D94BD8}">
      <dgm:prSet/>
      <dgm:spPr/>
      <dgm:t>
        <a:bodyPr/>
        <a:lstStyle/>
        <a:p>
          <a:pPr rtl="0"/>
          <a:r>
            <a:rPr lang="en-US" smtClean="0"/>
            <a:t>It need not be adequate. The “something in return” need not necessarily be equal in value to “something given”. </a:t>
          </a:r>
          <a:endParaRPr lang="en-IN"/>
        </a:p>
      </dgm:t>
    </dgm:pt>
    <dgm:pt modelId="{EC1A26FE-602F-4DE7-85B7-9BE081F8F2E9}" type="parTrans" cxnId="{F392D87A-92AB-4E52-9BB4-B95AF039F876}">
      <dgm:prSet/>
      <dgm:spPr/>
      <dgm:t>
        <a:bodyPr/>
        <a:lstStyle/>
        <a:p>
          <a:endParaRPr lang="en-IN"/>
        </a:p>
      </dgm:t>
    </dgm:pt>
    <dgm:pt modelId="{9914226A-097D-463D-BB91-EB9C4A45AEDA}" type="sibTrans" cxnId="{F392D87A-92AB-4E52-9BB4-B95AF039F876}">
      <dgm:prSet/>
      <dgm:spPr/>
      <dgm:t>
        <a:bodyPr/>
        <a:lstStyle/>
        <a:p>
          <a:endParaRPr lang="en-IN"/>
        </a:p>
      </dgm:t>
    </dgm:pt>
    <dgm:pt modelId="{AE8338FD-7912-44F4-962D-CE4E52C80325}" type="pres">
      <dgm:prSet presAssocID="{4E0E3158-4F1A-4F5F-A46D-5D7943475A1C}" presName="vert0" presStyleCnt="0">
        <dgm:presLayoutVars>
          <dgm:dir/>
          <dgm:animOne val="branch"/>
          <dgm:animLvl val="lvl"/>
        </dgm:presLayoutVars>
      </dgm:prSet>
      <dgm:spPr/>
      <dgm:t>
        <a:bodyPr/>
        <a:lstStyle/>
        <a:p>
          <a:endParaRPr lang="en-IN"/>
        </a:p>
      </dgm:t>
    </dgm:pt>
    <dgm:pt modelId="{D2F36032-DE1F-4B74-B973-7C701CFB98BF}" type="pres">
      <dgm:prSet presAssocID="{AD62FBDE-6B5F-45F7-91AA-50FDD45ECEE6}" presName="thickLine" presStyleLbl="alignNode1" presStyleIdx="0" presStyleCnt="5"/>
      <dgm:spPr/>
    </dgm:pt>
    <dgm:pt modelId="{3FECB501-CB62-42D3-9A2D-F1E6DEA0C62B}" type="pres">
      <dgm:prSet presAssocID="{AD62FBDE-6B5F-45F7-91AA-50FDD45ECEE6}" presName="horz1" presStyleCnt="0"/>
      <dgm:spPr/>
    </dgm:pt>
    <dgm:pt modelId="{900F6AC5-7FF7-4A03-B255-1EB82CCD0F8E}" type="pres">
      <dgm:prSet presAssocID="{AD62FBDE-6B5F-45F7-91AA-50FDD45ECEE6}" presName="tx1" presStyleLbl="revTx" presStyleIdx="0" presStyleCnt="5"/>
      <dgm:spPr/>
      <dgm:t>
        <a:bodyPr/>
        <a:lstStyle/>
        <a:p>
          <a:endParaRPr lang="en-IN"/>
        </a:p>
      </dgm:t>
    </dgm:pt>
    <dgm:pt modelId="{7F6B694E-2272-4026-82FD-ACBBCB83B9EB}" type="pres">
      <dgm:prSet presAssocID="{AD62FBDE-6B5F-45F7-91AA-50FDD45ECEE6}" presName="vert1" presStyleCnt="0"/>
      <dgm:spPr/>
    </dgm:pt>
    <dgm:pt modelId="{F72223F0-9C57-4ACB-9C4F-D102716CD0F1}" type="pres">
      <dgm:prSet presAssocID="{8F41B89E-6001-49F5-9992-E069BD5238AB}" presName="thickLine" presStyleLbl="alignNode1" presStyleIdx="1" presStyleCnt="5"/>
      <dgm:spPr/>
    </dgm:pt>
    <dgm:pt modelId="{B0477671-11FC-4354-B3B3-F7DAB51D2465}" type="pres">
      <dgm:prSet presAssocID="{8F41B89E-6001-49F5-9992-E069BD5238AB}" presName="horz1" presStyleCnt="0"/>
      <dgm:spPr/>
    </dgm:pt>
    <dgm:pt modelId="{C17166DD-398D-4E97-BD96-5719BD7B9C91}" type="pres">
      <dgm:prSet presAssocID="{8F41B89E-6001-49F5-9992-E069BD5238AB}" presName="tx1" presStyleLbl="revTx" presStyleIdx="1" presStyleCnt="5"/>
      <dgm:spPr/>
      <dgm:t>
        <a:bodyPr/>
        <a:lstStyle/>
        <a:p>
          <a:endParaRPr lang="en-IN"/>
        </a:p>
      </dgm:t>
    </dgm:pt>
    <dgm:pt modelId="{C8D77EB0-EE9A-4D72-B3B3-A3EA660A7495}" type="pres">
      <dgm:prSet presAssocID="{8F41B89E-6001-49F5-9992-E069BD5238AB}" presName="vert1" presStyleCnt="0"/>
      <dgm:spPr/>
    </dgm:pt>
    <dgm:pt modelId="{F204766C-A8DD-4DDA-9E61-2B91ADF634D7}" type="pres">
      <dgm:prSet presAssocID="{8ED8304A-BD64-414C-88AE-CB0AC25A26BE}" presName="thickLine" presStyleLbl="alignNode1" presStyleIdx="2" presStyleCnt="5"/>
      <dgm:spPr/>
    </dgm:pt>
    <dgm:pt modelId="{A8633167-5DBA-4EEF-9CEE-83968DAD9F1A}" type="pres">
      <dgm:prSet presAssocID="{8ED8304A-BD64-414C-88AE-CB0AC25A26BE}" presName="horz1" presStyleCnt="0"/>
      <dgm:spPr/>
    </dgm:pt>
    <dgm:pt modelId="{10009D8A-88A4-41F9-9B07-018AF8FF2235}" type="pres">
      <dgm:prSet presAssocID="{8ED8304A-BD64-414C-88AE-CB0AC25A26BE}" presName="tx1" presStyleLbl="revTx" presStyleIdx="2" presStyleCnt="5"/>
      <dgm:spPr/>
      <dgm:t>
        <a:bodyPr/>
        <a:lstStyle/>
        <a:p>
          <a:endParaRPr lang="en-IN"/>
        </a:p>
      </dgm:t>
    </dgm:pt>
    <dgm:pt modelId="{B079691D-8C54-4227-97C6-2B82D3B592D2}" type="pres">
      <dgm:prSet presAssocID="{8ED8304A-BD64-414C-88AE-CB0AC25A26BE}" presName="vert1" presStyleCnt="0"/>
      <dgm:spPr/>
    </dgm:pt>
    <dgm:pt modelId="{91F573D9-8FE2-472E-A916-68A6A28EADD0}" type="pres">
      <dgm:prSet presAssocID="{BA94B162-822E-4AF5-9F20-9879D5D71A82}" presName="thickLine" presStyleLbl="alignNode1" presStyleIdx="3" presStyleCnt="5"/>
      <dgm:spPr/>
    </dgm:pt>
    <dgm:pt modelId="{2609F5F3-28E8-4705-9E10-30F4337E700E}" type="pres">
      <dgm:prSet presAssocID="{BA94B162-822E-4AF5-9F20-9879D5D71A82}" presName="horz1" presStyleCnt="0"/>
      <dgm:spPr/>
    </dgm:pt>
    <dgm:pt modelId="{DF791890-6219-4EBC-9620-61DC2BDD8A5C}" type="pres">
      <dgm:prSet presAssocID="{BA94B162-822E-4AF5-9F20-9879D5D71A82}" presName="tx1" presStyleLbl="revTx" presStyleIdx="3" presStyleCnt="5"/>
      <dgm:spPr/>
      <dgm:t>
        <a:bodyPr/>
        <a:lstStyle/>
        <a:p>
          <a:endParaRPr lang="en-IN"/>
        </a:p>
      </dgm:t>
    </dgm:pt>
    <dgm:pt modelId="{823B1536-BF84-4FB0-B95C-475A247CF2FB}" type="pres">
      <dgm:prSet presAssocID="{BA94B162-822E-4AF5-9F20-9879D5D71A82}" presName="vert1" presStyleCnt="0"/>
      <dgm:spPr/>
    </dgm:pt>
    <dgm:pt modelId="{F71E31B5-CBE7-48BB-85C8-F108C6867418}" type="pres">
      <dgm:prSet presAssocID="{556F6629-D93F-40C0-962C-A529E7D94BD8}" presName="thickLine" presStyleLbl="alignNode1" presStyleIdx="4" presStyleCnt="5"/>
      <dgm:spPr/>
    </dgm:pt>
    <dgm:pt modelId="{CAC9D04D-242B-457A-A232-36FD1E65FA03}" type="pres">
      <dgm:prSet presAssocID="{556F6629-D93F-40C0-962C-A529E7D94BD8}" presName="horz1" presStyleCnt="0"/>
      <dgm:spPr/>
    </dgm:pt>
    <dgm:pt modelId="{333094C3-E89B-4148-B918-75927F802606}" type="pres">
      <dgm:prSet presAssocID="{556F6629-D93F-40C0-962C-A529E7D94BD8}" presName="tx1" presStyleLbl="revTx" presStyleIdx="4" presStyleCnt="5"/>
      <dgm:spPr/>
      <dgm:t>
        <a:bodyPr/>
        <a:lstStyle/>
        <a:p>
          <a:endParaRPr lang="en-IN"/>
        </a:p>
      </dgm:t>
    </dgm:pt>
    <dgm:pt modelId="{32AA9823-D9EB-4798-846D-AF9E9A99101F}" type="pres">
      <dgm:prSet presAssocID="{556F6629-D93F-40C0-962C-A529E7D94BD8}" presName="vert1" presStyleCnt="0"/>
      <dgm:spPr/>
    </dgm:pt>
  </dgm:ptLst>
  <dgm:cxnLst>
    <dgm:cxn modelId="{F392D87A-92AB-4E52-9BB4-B95AF039F876}" srcId="{4E0E3158-4F1A-4F5F-A46D-5D7943475A1C}" destId="{556F6629-D93F-40C0-962C-A529E7D94BD8}" srcOrd="4" destOrd="0" parTransId="{EC1A26FE-602F-4DE7-85B7-9BE081F8F2E9}" sibTransId="{9914226A-097D-463D-BB91-EB9C4A45AEDA}"/>
    <dgm:cxn modelId="{DF2C9FD5-EC2F-418A-B8E5-50B2B9C3052D}" type="presOf" srcId="{4E0E3158-4F1A-4F5F-A46D-5D7943475A1C}" destId="{AE8338FD-7912-44F4-962D-CE4E52C80325}" srcOrd="0" destOrd="0" presId="urn:microsoft.com/office/officeart/2008/layout/LinedList"/>
    <dgm:cxn modelId="{7917E183-886B-4C7E-86C5-50437EB64ACE}" type="presOf" srcId="{AD62FBDE-6B5F-45F7-91AA-50FDD45ECEE6}" destId="{900F6AC5-7FF7-4A03-B255-1EB82CCD0F8E}" srcOrd="0" destOrd="0" presId="urn:microsoft.com/office/officeart/2008/layout/LinedList"/>
    <dgm:cxn modelId="{E53BAA38-776A-4C9D-91FE-F3661D581666}" srcId="{4E0E3158-4F1A-4F5F-A46D-5D7943475A1C}" destId="{AD62FBDE-6B5F-45F7-91AA-50FDD45ECEE6}" srcOrd="0" destOrd="0" parTransId="{161DDF82-96A1-4B85-8984-9693D98469E2}" sibTransId="{D09CE250-FC12-417F-BD72-C2B0A28398DC}"/>
    <dgm:cxn modelId="{6FC56BF2-31B8-48A3-B2E4-E445FF971820}" srcId="{4E0E3158-4F1A-4F5F-A46D-5D7943475A1C}" destId="{8ED8304A-BD64-414C-88AE-CB0AC25A26BE}" srcOrd="2" destOrd="0" parTransId="{D2DD6623-DEBA-452A-AF03-6991293C185D}" sibTransId="{EDD34171-C623-410E-833E-8B25A17C08CB}"/>
    <dgm:cxn modelId="{5F70D33C-519D-439A-A7D4-0AB686DC8C5B}" type="presOf" srcId="{8ED8304A-BD64-414C-88AE-CB0AC25A26BE}" destId="{10009D8A-88A4-41F9-9B07-018AF8FF2235}" srcOrd="0" destOrd="0" presId="urn:microsoft.com/office/officeart/2008/layout/LinedList"/>
    <dgm:cxn modelId="{95CCCE56-9648-4074-A0AA-983640B9B2BB}" srcId="{4E0E3158-4F1A-4F5F-A46D-5D7943475A1C}" destId="{BA94B162-822E-4AF5-9F20-9879D5D71A82}" srcOrd="3" destOrd="0" parTransId="{D4234E44-938C-41FD-93D0-227146BCD9B2}" sibTransId="{8CC0D6EE-4E4E-4AC3-A549-DE4C00EAFAEF}"/>
    <dgm:cxn modelId="{2B2C86A5-DCD4-4EA2-88BE-4B576BB49060}" type="presOf" srcId="{BA94B162-822E-4AF5-9F20-9879D5D71A82}" destId="{DF791890-6219-4EBC-9620-61DC2BDD8A5C}" srcOrd="0" destOrd="0" presId="urn:microsoft.com/office/officeart/2008/layout/LinedList"/>
    <dgm:cxn modelId="{A9814590-636B-4374-B77A-1EDFA29DD2BA}" srcId="{4E0E3158-4F1A-4F5F-A46D-5D7943475A1C}" destId="{8F41B89E-6001-49F5-9992-E069BD5238AB}" srcOrd="1" destOrd="0" parTransId="{C63F8E6F-F6DE-424D-8E90-3FE8DA69B3B8}" sibTransId="{8F50AF01-790D-4DE9-8027-3708C8EEB4C0}"/>
    <dgm:cxn modelId="{1B0402EE-DF7E-4F78-B97D-16C2E018B63B}" type="presOf" srcId="{8F41B89E-6001-49F5-9992-E069BD5238AB}" destId="{C17166DD-398D-4E97-BD96-5719BD7B9C91}" srcOrd="0" destOrd="0" presId="urn:microsoft.com/office/officeart/2008/layout/LinedList"/>
    <dgm:cxn modelId="{D2859163-C5DA-4F79-82CC-E7B494F057F8}" type="presOf" srcId="{556F6629-D93F-40C0-962C-A529E7D94BD8}" destId="{333094C3-E89B-4148-B918-75927F802606}" srcOrd="0" destOrd="0" presId="urn:microsoft.com/office/officeart/2008/layout/LinedList"/>
    <dgm:cxn modelId="{845DC001-DC8D-4743-868F-FEAFFDEF42AA}" type="presParOf" srcId="{AE8338FD-7912-44F4-962D-CE4E52C80325}" destId="{D2F36032-DE1F-4B74-B973-7C701CFB98BF}" srcOrd="0" destOrd="0" presId="urn:microsoft.com/office/officeart/2008/layout/LinedList"/>
    <dgm:cxn modelId="{98C37B29-3B45-41AE-A1E3-59C4E675CF14}" type="presParOf" srcId="{AE8338FD-7912-44F4-962D-CE4E52C80325}" destId="{3FECB501-CB62-42D3-9A2D-F1E6DEA0C62B}" srcOrd="1" destOrd="0" presId="urn:microsoft.com/office/officeart/2008/layout/LinedList"/>
    <dgm:cxn modelId="{5737E7C6-C80B-42CC-A190-ECE90FECB0CF}" type="presParOf" srcId="{3FECB501-CB62-42D3-9A2D-F1E6DEA0C62B}" destId="{900F6AC5-7FF7-4A03-B255-1EB82CCD0F8E}" srcOrd="0" destOrd="0" presId="urn:microsoft.com/office/officeart/2008/layout/LinedList"/>
    <dgm:cxn modelId="{F21E1722-8336-4DF3-BD2E-3359923A7B41}" type="presParOf" srcId="{3FECB501-CB62-42D3-9A2D-F1E6DEA0C62B}" destId="{7F6B694E-2272-4026-82FD-ACBBCB83B9EB}" srcOrd="1" destOrd="0" presId="urn:microsoft.com/office/officeart/2008/layout/LinedList"/>
    <dgm:cxn modelId="{0D790D7A-612C-426D-8815-CF858997F956}" type="presParOf" srcId="{AE8338FD-7912-44F4-962D-CE4E52C80325}" destId="{F72223F0-9C57-4ACB-9C4F-D102716CD0F1}" srcOrd="2" destOrd="0" presId="urn:microsoft.com/office/officeart/2008/layout/LinedList"/>
    <dgm:cxn modelId="{AEDE772A-F0A6-4C5C-A8BC-0DFF81ACF6F1}" type="presParOf" srcId="{AE8338FD-7912-44F4-962D-CE4E52C80325}" destId="{B0477671-11FC-4354-B3B3-F7DAB51D2465}" srcOrd="3" destOrd="0" presId="urn:microsoft.com/office/officeart/2008/layout/LinedList"/>
    <dgm:cxn modelId="{92AD602F-60FB-4BEB-B0B0-05BF39301410}" type="presParOf" srcId="{B0477671-11FC-4354-B3B3-F7DAB51D2465}" destId="{C17166DD-398D-4E97-BD96-5719BD7B9C91}" srcOrd="0" destOrd="0" presId="urn:microsoft.com/office/officeart/2008/layout/LinedList"/>
    <dgm:cxn modelId="{AFF58964-8298-4CD1-8F4F-28BB68B0D03F}" type="presParOf" srcId="{B0477671-11FC-4354-B3B3-F7DAB51D2465}" destId="{C8D77EB0-EE9A-4D72-B3B3-A3EA660A7495}" srcOrd="1" destOrd="0" presId="urn:microsoft.com/office/officeart/2008/layout/LinedList"/>
    <dgm:cxn modelId="{5734DB09-B468-4487-A0AD-6338275352D9}" type="presParOf" srcId="{AE8338FD-7912-44F4-962D-CE4E52C80325}" destId="{F204766C-A8DD-4DDA-9E61-2B91ADF634D7}" srcOrd="4" destOrd="0" presId="urn:microsoft.com/office/officeart/2008/layout/LinedList"/>
    <dgm:cxn modelId="{A27E0ACA-33DC-42BC-B03C-8B96E4337F80}" type="presParOf" srcId="{AE8338FD-7912-44F4-962D-CE4E52C80325}" destId="{A8633167-5DBA-4EEF-9CEE-83968DAD9F1A}" srcOrd="5" destOrd="0" presId="urn:microsoft.com/office/officeart/2008/layout/LinedList"/>
    <dgm:cxn modelId="{60047412-1ACB-458F-8F28-753BA0A03149}" type="presParOf" srcId="{A8633167-5DBA-4EEF-9CEE-83968DAD9F1A}" destId="{10009D8A-88A4-41F9-9B07-018AF8FF2235}" srcOrd="0" destOrd="0" presId="urn:microsoft.com/office/officeart/2008/layout/LinedList"/>
    <dgm:cxn modelId="{56935DA7-086D-4ABE-AEE4-21ADDFE573D8}" type="presParOf" srcId="{A8633167-5DBA-4EEF-9CEE-83968DAD9F1A}" destId="{B079691D-8C54-4227-97C6-2B82D3B592D2}" srcOrd="1" destOrd="0" presId="urn:microsoft.com/office/officeart/2008/layout/LinedList"/>
    <dgm:cxn modelId="{8F10DC68-D56C-4262-BE90-B1D58C41F443}" type="presParOf" srcId="{AE8338FD-7912-44F4-962D-CE4E52C80325}" destId="{91F573D9-8FE2-472E-A916-68A6A28EADD0}" srcOrd="6" destOrd="0" presId="urn:microsoft.com/office/officeart/2008/layout/LinedList"/>
    <dgm:cxn modelId="{0CFC4371-ADF2-4E29-9512-18C184F1ADBB}" type="presParOf" srcId="{AE8338FD-7912-44F4-962D-CE4E52C80325}" destId="{2609F5F3-28E8-4705-9E10-30F4337E700E}" srcOrd="7" destOrd="0" presId="urn:microsoft.com/office/officeart/2008/layout/LinedList"/>
    <dgm:cxn modelId="{15226B8B-E1AF-46EA-9459-055900C0E6C0}" type="presParOf" srcId="{2609F5F3-28E8-4705-9E10-30F4337E700E}" destId="{DF791890-6219-4EBC-9620-61DC2BDD8A5C}" srcOrd="0" destOrd="0" presId="urn:microsoft.com/office/officeart/2008/layout/LinedList"/>
    <dgm:cxn modelId="{95175A58-6356-4342-8BA8-B1B7C30E66ED}" type="presParOf" srcId="{2609F5F3-28E8-4705-9E10-30F4337E700E}" destId="{823B1536-BF84-4FB0-B95C-475A247CF2FB}" srcOrd="1" destOrd="0" presId="urn:microsoft.com/office/officeart/2008/layout/LinedList"/>
    <dgm:cxn modelId="{8DCD76FB-4187-489B-AC6D-4C16365A8194}" type="presParOf" srcId="{AE8338FD-7912-44F4-962D-CE4E52C80325}" destId="{F71E31B5-CBE7-48BB-85C8-F108C6867418}" srcOrd="8" destOrd="0" presId="urn:microsoft.com/office/officeart/2008/layout/LinedList"/>
    <dgm:cxn modelId="{BFE1C78A-1AB4-4A8D-A3DC-AA24B96C8F00}" type="presParOf" srcId="{AE8338FD-7912-44F4-962D-CE4E52C80325}" destId="{CAC9D04D-242B-457A-A232-36FD1E65FA03}" srcOrd="9" destOrd="0" presId="urn:microsoft.com/office/officeart/2008/layout/LinedList"/>
    <dgm:cxn modelId="{17F6D225-192E-4DB9-BF5D-A19E41B50D32}" type="presParOf" srcId="{CAC9D04D-242B-457A-A232-36FD1E65FA03}" destId="{333094C3-E89B-4148-B918-75927F802606}" srcOrd="0" destOrd="0" presId="urn:microsoft.com/office/officeart/2008/layout/LinedList"/>
    <dgm:cxn modelId="{8C106D1F-806B-4BA0-88D1-7418A55DDC5D}" type="presParOf" srcId="{CAC9D04D-242B-457A-A232-36FD1E65FA03}" destId="{32AA9823-D9EB-4798-846D-AF9E9A99101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0154383-E26D-4702-A1EA-6F949D3A6600}" type="doc">
      <dgm:prSet loTypeId="urn:microsoft.com/office/officeart/2008/layout/LinedList" loCatId="list" qsTypeId="urn:microsoft.com/office/officeart/2005/8/quickstyle/simple5" qsCatId="simple" csTypeId="urn:microsoft.com/office/officeart/2005/8/colors/accent1_2" csCatId="accent1"/>
      <dgm:spPr/>
      <dgm:t>
        <a:bodyPr/>
        <a:lstStyle/>
        <a:p>
          <a:endParaRPr lang="en-IN"/>
        </a:p>
      </dgm:t>
    </dgm:pt>
    <dgm:pt modelId="{EF8FC16C-60C7-4AC5-AE87-5E04D5F747F2}">
      <dgm:prSet/>
      <dgm:spPr/>
      <dgm:t>
        <a:bodyPr/>
        <a:lstStyle/>
        <a:p>
          <a:pPr algn="just" rtl="0"/>
          <a:r>
            <a:rPr lang="en-US" dirty="0" smtClean="0"/>
            <a:t>It must be real and not illusory. There is no real consideration in case there is physical impossibility, legal impossibility, uncertain consideration or illusory consideration (</a:t>
          </a:r>
          <a:r>
            <a:rPr lang="en-US" i="1" dirty="0" err="1" smtClean="0"/>
            <a:t>Stilk</a:t>
          </a:r>
          <a:r>
            <a:rPr lang="en-US" i="1" dirty="0" smtClean="0"/>
            <a:t> Vs Myrick, 1809); </a:t>
          </a:r>
          <a:r>
            <a:rPr lang="en-US" dirty="0" smtClean="0"/>
            <a:t> </a:t>
          </a:r>
          <a:endParaRPr lang="en-IN" dirty="0"/>
        </a:p>
      </dgm:t>
    </dgm:pt>
    <dgm:pt modelId="{782B9342-BDBE-4BEA-ACB2-8AF10CE2CA28}" type="parTrans" cxnId="{D3CA37B4-FC01-4B89-B90A-DB88D933C874}">
      <dgm:prSet/>
      <dgm:spPr/>
      <dgm:t>
        <a:bodyPr/>
        <a:lstStyle/>
        <a:p>
          <a:endParaRPr lang="en-IN"/>
        </a:p>
      </dgm:t>
    </dgm:pt>
    <dgm:pt modelId="{DFA83A06-F931-4395-A475-CE89E405A9EE}" type="sibTrans" cxnId="{D3CA37B4-FC01-4B89-B90A-DB88D933C874}">
      <dgm:prSet/>
      <dgm:spPr/>
      <dgm:t>
        <a:bodyPr/>
        <a:lstStyle/>
        <a:p>
          <a:endParaRPr lang="en-IN"/>
        </a:p>
      </dgm:t>
    </dgm:pt>
    <dgm:pt modelId="{61CB85B6-164E-4E65-AD7A-B4A032ECAD16}">
      <dgm:prSet/>
      <dgm:spPr/>
      <dgm:t>
        <a:bodyPr/>
        <a:lstStyle/>
        <a:p>
          <a:pPr algn="just" rtl="0"/>
          <a:r>
            <a:rPr lang="en-US" dirty="0" smtClean="0"/>
            <a:t>It must be something which the promisor is not already bound to do. A promise to perform a public duty by a public servant is not actually a consideration. </a:t>
          </a:r>
          <a:r>
            <a:rPr lang="en-US" i="1" dirty="0" err="1" smtClean="0"/>
            <a:t>Ramchandra</a:t>
          </a:r>
          <a:r>
            <a:rPr lang="en-US" i="1" dirty="0" smtClean="0"/>
            <a:t> </a:t>
          </a:r>
          <a:r>
            <a:rPr lang="en-US" i="1" dirty="0" err="1" smtClean="0"/>
            <a:t>Chintaman</a:t>
          </a:r>
          <a:r>
            <a:rPr lang="en-US" i="1" dirty="0" smtClean="0"/>
            <a:t> </a:t>
          </a:r>
          <a:r>
            <a:rPr lang="en-US" i="1" dirty="0" err="1" smtClean="0"/>
            <a:t>Vs</a:t>
          </a:r>
          <a:r>
            <a:rPr lang="en-US" i="1" dirty="0" smtClean="0"/>
            <a:t> </a:t>
          </a:r>
          <a:r>
            <a:rPr lang="en-US" i="1" dirty="0" err="1" smtClean="0"/>
            <a:t>Kalu</a:t>
          </a:r>
          <a:r>
            <a:rPr lang="en-US" i="1" dirty="0" smtClean="0"/>
            <a:t> </a:t>
          </a:r>
          <a:r>
            <a:rPr lang="en-US" i="1" dirty="0" err="1" smtClean="0"/>
            <a:t>Raju</a:t>
          </a:r>
          <a:r>
            <a:rPr lang="en-US" i="1" dirty="0" smtClean="0"/>
            <a:t> (1831)</a:t>
          </a:r>
          <a:endParaRPr lang="en-IN" dirty="0"/>
        </a:p>
      </dgm:t>
    </dgm:pt>
    <dgm:pt modelId="{C244B70C-363D-4084-9EBB-5E52FEBB369F}" type="parTrans" cxnId="{294BDDB6-AFBC-4475-B687-2DDA5D5345C1}">
      <dgm:prSet/>
      <dgm:spPr/>
      <dgm:t>
        <a:bodyPr/>
        <a:lstStyle/>
        <a:p>
          <a:endParaRPr lang="en-IN"/>
        </a:p>
      </dgm:t>
    </dgm:pt>
    <dgm:pt modelId="{AE521245-463F-4AEB-B0B5-02A86B0C076B}" type="sibTrans" cxnId="{294BDDB6-AFBC-4475-B687-2DDA5D5345C1}">
      <dgm:prSet/>
      <dgm:spPr/>
      <dgm:t>
        <a:bodyPr/>
        <a:lstStyle/>
        <a:p>
          <a:endParaRPr lang="en-IN"/>
        </a:p>
      </dgm:t>
    </dgm:pt>
    <dgm:pt modelId="{8D78FEE6-F00B-4F04-A56D-C99E145C0B0C}">
      <dgm:prSet/>
      <dgm:spPr/>
      <dgm:t>
        <a:bodyPr/>
        <a:lstStyle/>
        <a:p>
          <a:pPr rtl="0"/>
          <a:r>
            <a:rPr lang="en-US" smtClean="0"/>
            <a:t>It must not be illegal, immoral or opposed to public policy (Section 23). </a:t>
          </a:r>
          <a:endParaRPr lang="en-IN"/>
        </a:p>
      </dgm:t>
    </dgm:pt>
    <dgm:pt modelId="{61A320CD-A6D3-458E-9F1E-7D6AFBDE70D1}" type="parTrans" cxnId="{EB1C329C-6B21-466E-B92D-184EA766C724}">
      <dgm:prSet/>
      <dgm:spPr/>
      <dgm:t>
        <a:bodyPr/>
        <a:lstStyle/>
        <a:p>
          <a:endParaRPr lang="en-IN"/>
        </a:p>
      </dgm:t>
    </dgm:pt>
    <dgm:pt modelId="{3B08F6B2-98EC-4E10-B0AC-7CD713986989}" type="sibTrans" cxnId="{EB1C329C-6B21-466E-B92D-184EA766C724}">
      <dgm:prSet/>
      <dgm:spPr/>
      <dgm:t>
        <a:bodyPr/>
        <a:lstStyle/>
        <a:p>
          <a:endParaRPr lang="en-IN"/>
        </a:p>
      </dgm:t>
    </dgm:pt>
    <dgm:pt modelId="{A2D5B34D-CB8D-46BA-A12B-60E62D95DAE3}" type="pres">
      <dgm:prSet presAssocID="{80154383-E26D-4702-A1EA-6F949D3A6600}" presName="vert0" presStyleCnt="0">
        <dgm:presLayoutVars>
          <dgm:dir/>
          <dgm:animOne val="branch"/>
          <dgm:animLvl val="lvl"/>
        </dgm:presLayoutVars>
      </dgm:prSet>
      <dgm:spPr/>
      <dgm:t>
        <a:bodyPr/>
        <a:lstStyle/>
        <a:p>
          <a:endParaRPr lang="en-IN"/>
        </a:p>
      </dgm:t>
    </dgm:pt>
    <dgm:pt modelId="{A853F84E-DBAB-4F1C-8F35-9EC7CBD83437}" type="pres">
      <dgm:prSet presAssocID="{EF8FC16C-60C7-4AC5-AE87-5E04D5F747F2}" presName="thickLine" presStyleLbl="alignNode1" presStyleIdx="0" presStyleCnt="3"/>
      <dgm:spPr/>
    </dgm:pt>
    <dgm:pt modelId="{4E1D2825-361F-4618-9B70-9C19B9A74227}" type="pres">
      <dgm:prSet presAssocID="{EF8FC16C-60C7-4AC5-AE87-5E04D5F747F2}" presName="horz1" presStyleCnt="0"/>
      <dgm:spPr/>
    </dgm:pt>
    <dgm:pt modelId="{14EFFD2F-4B1A-427E-B9BD-54536D19CA33}" type="pres">
      <dgm:prSet presAssocID="{EF8FC16C-60C7-4AC5-AE87-5E04D5F747F2}" presName="tx1" presStyleLbl="revTx" presStyleIdx="0" presStyleCnt="3"/>
      <dgm:spPr/>
      <dgm:t>
        <a:bodyPr/>
        <a:lstStyle/>
        <a:p>
          <a:endParaRPr lang="en-IN"/>
        </a:p>
      </dgm:t>
    </dgm:pt>
    <dgm:pt modelId="{97E0C334-D755-46D8-BEC8-F012D98CBAE8}" type="pres">
      <dgm:prSet presAssocID="{EF8FC16C-60C7-4AC5-AE87-5E04D5F747F2}" presName="vert1" presStyleCnt="0"/>
      <dgm:spPr/>
    </dgm:pt>
    <dgm:pt modelId="{B8870D99-D70C-455D-B218-873301E92117}" type="pres">
      <dgm:prSet presAssocID="{61CB85B6-164E-4E65-AD7A-B4A032ECAD16}" presName="thickLine" presStyleLbl="alignNode1" presStyleIdx="1" presStyleCnt="3"/>
      <dgm:spPr/>
    </dgm:pt>
    <dgm:pt modelId="{28DCE350-F866-431A-9BAB-80B4B82B73C9}" type="pres">
      <dgm:prSet presAssocID="{61CB85B6-164E-4E65-AD7A-B4A032ECAD16}" presName="horz1" presStyleCnt="0"/>
      <dgm:spPr/>
    </dgm:pt>
    <dgm:pt modelId="{DC4C8BFD-6C4D-4663-93DE-298C22106154}" type="pres">
      <dgm:prSet presAssocID="{61CB85B6-164E-4E65-AD7A-B4A032ECAD16}" presName="tx1" presStyleLbl="revTx" presStyleIdx="1" presStyleCnt="3"/>
      <dgm:spPr/>
      <dgm:t>
        <a:bodyPr/>
        <a:lstStyle/>
        <a:p>
          <a:endParaRPr lang="en-IN"/>
        </a:p>
      </dgm:t>
    </dgm:pt>
    <dgm:pt modelId="{7BF645B7-E49F-42CC-A551-4B1FC067E76E}" type="pres">
      <dgm:prSet presAssocID="{61CB85B6-164E-4E65-AD7A-B4A032ECAD16}" presName="vert1" presStyleCnt="0"/>
      <dgm:spPr/>
    </dgm:pt>
    <dgm:pt modelId="{93DA3F67-D541-4608-9524-EF9ECC9517DF}" type="pres">
      <dgm:prSet presAssocID="{8D78FEE6-F00B-4F04-A56D-C99E145C0B0C}" presName="thickLine" presStyleLbl="alignNode1" presStyleIdx="2" presStyleCnt="3"/>
      <dgm:spPr/>
    </dgm:pt>
    <dgm:pt modelId="{21A9BBD1-B772-489D-8A5D-3734FCE15075}" type="pres">
      <dgm:prSet presAssocID="{8D78FEE6-F00B-4F04-A56D-C99E145C0B0C}" presName="horz1" presStyleCnt="0"/>
      <dgm:spPr/>
    </dgm:pt>
    <dgm:pt modelId="{8A1282EC-1E68-4DF1-AA0A-25C60E290C75}" type="pres">
      <dgm:prSet presAssocID="{8D78FEE6-F00B-4F04-A56D-C99E145C0B0C}" presName="tx1" presStyleLbl="revTx" presStyleIdx="2" presStyleCnt="3"/>
      <dgm:spPr/>
      <dgm:t>
        <a:bodyPr/>
        <a:lstStyle/>
        <a:p>
          <a:endParaRPr lang="en-IN"/>
        </a:p>
      </dgm:t>
    </dgm:pt>
    <dgm:pt modelId="{4C44F669-E2FC-4AB4-9BB3-39BDB870A69D}" type="pres">
      <dgm:prSet presAssocID="{8D78FEE6-F00B-4F04-A56D-C99E145C0B0C}" presName="vert1" presStyleCnt="0"/>
      <dgm:spPr/>
    </dgm:pt>
  </dgm:ptLst>
  <dgm:cxnLst>
    <dgm:cxn modelId="{DB044CFE-880A-491F-9C5B-76AA75D261A0}" type="presOf" srcId="{61CB85B6-164E-4E65-AD7A-B4A032ECAD16}" destId="{DC4C8BFD-6C4D-4663-93DE-298C22106154}" srcOrd="0" destOrd="0" presId="urn:microsoft.com/office/officeart/2008/layout/LinedList"/>
    <dgm:cxn modelId="{D3CA37B4-FC01-4B89-B90A-DB88D933C874}" srcId="{80154383-E26D-4702-A1EA-6F949D3A6600}" destId="{EF8FC16C-60C7-4AC5-AE87-5E04D5F747F2}" srcOrd="0" destOrd="0" parTransId="{782B9342-BDBE-4BEA-ACB2-8AF10CE2CA28}" sibTransId="{DFA83A06-F931-4395-A475-CE89E405A9EE}"/>
    <dgm:cxn modelId="{EB1C329C-6B21-466E-B92D-184EA766C724}" srcId="{80154383-E26D-4702-A1EA-6F949D3A6600}" destId="{8D78FEE6-F00B-4F04-A56D-C99E145C0B0C}" srcOrd="2" destOrd="0" parTransId="{61A320CD-A6D3-458E-9F1E-7D6AFBDE70D1}" sibTransId="{3B08F6B2-98EC-4E10-B0AC-7CD713986989}"/>
    <dgm:cxn modelId="{294BDDB6-AFBC-4475-B687-2DDA5D5345C1}" srcId="{80154383-E26D-4702-A1EA-6F949D3A6600}" destId="{61CB85B6-164E-4E65-AD7A-B4A032ECAD16}" srcOrd="1" destOrd="0" parTransId="{C244B70C-363D-4084-9EBB-5E52FEBB369F}" sibTransId="{AE521245-463F-4AEB-B0B5-02A86B0C076B}"/>
    <dgm:cxn modelId="{FEDCE58C-00CB-4EA0-9743-A2EC1EE64812}" type="presOf" srcId="{80154383-E26D-4702-A1EA-6F949D3A6600}" destId="{A2D5B34D-CB8D-46BA-A12B-60E62D95DAE3}" srcOrd="0" destOrd="0" presId="urn:microsoft.com/office/officeart/2008/layout/LinedList"/>
    <dgm:cxn modelId="{2807F5B0-0101-4BED-A181-9A42AC8F0675}" type="presOf" srcId="{8D78FEE6-F00B-4F04-A56D-C99E145C0B0C}" destId="{8A1282EC-1E68-4DF1-AA0A-25C60E290C75}" srcOrd="0" destOrd="0" presId="urn:microsoft.com/office/officeart/2008/layout/LinedList"/>
    <dgm:cxn modelId="{DA7A0AC8-4F2F-415A-83AC-DDBBF9AFFA3D}" type="presOf" srcId="{EF8FC16C-60C7-4AC5-AE87-5E04D5F747F2}" destId="{14EFFD2F-4B1A-427E-B9BD-54536D19CA33}" srcOrd="0" destOrd="0" presId="urn:microsoft.com/office/officeart/2008/layout/LinedList"/>
    <dgm:cxn modelId="{A4C59B5E-DBF9-45C8-8684-575F71FCB523}" type="presParOf" srcId="{A2D5B34D-CB8D-46BA-A12B-60E62D95DAE3}" destId="{A853F84E-DBAB-4F1C-8F35-9EC7CBD83437}" srcOrd="0" destOrd="0" presId="urn:microsoft.com/office/officeart/2008/layout/LinedList"/>
    <dgm:cxn modelId="{72933DB1-F9CD-4209-941E-A9655AFB324D}" type="presParOf" srcId="{A2D5B34D-CB8D-46BA-A12B-60E62D95DAE3}" destId="{4E1D2825-361F-4618-9B70-9C19B9A74227}" srcOrd="1" destOrd="0" presId="urn:microsoft.com/office/officeart/2008/layout/LinedList"/>
    <dgm:cxn modelId="{8548D443-CFF7-435B-B528-46EAF2E1F735}" type="presParOf" srcId="{4E1D2825-361F-4618-9B70-9C19B9A74227}" destId="{14EFFD2F-4B1A-427E-B9BD-54536D19CA33}" srcOrd="0" destOrd="0" presId="urn:microsoft.com/office/officeart/2008/layout/LinedList"/>
    <dgm:cxn modelId="{B55AB6FD-19FF-47EB-8791-9D1984985365}" type="presParOf" srcId="{4E1D2825-361F-4618-9B70-9C19B9A74227}" destId="{97E0C334-D755-46D8-BEC8-F012D98CBAE8}" srcOrd="1" destOrd="0" presId="urn:microsoft.com/office/officeart/2008/layout/LinedList"/>
    <dgm:cxn modelId="{47FBFF31-1F09-4458-8040-0FE90121CE74}" type="presParOf" srcId="{A2D5B34D-CB8D-46BA-A12B-60E62D95DAE3}" destId="{B8870D99-D70C-455D-B218-873301E92117}" srcOrd="2" destOrd="0" presId="urn:microsoft.com/office/officeart/2008/layout/LinedList"/>
    <dgm:cxn modelId="{369FF7DA-6AFE-4545-A69B-C5B7D20D8F8E}" type="presParOf" srcId="{A2D5B34D-CB8D-46BA-A12B-60E62D95DAE3}" destId="{28DCE350-F866-431A-9BAB-80B4B82B73C9}" srcOrd="3" destOrd="0" presId="urn:microsoft.com/office/officeart/2008/layout/LinedList"/>
    <dgm:cxn modelId="{8730B38E-0CDA-4C4E-A649-A7D14C8FAD85}" type="presParOf" srcId="{28DCE350-F866-431A-9BAB-80B4B82B73C9}" destId="{DC4C8BFD-6C4D-4663-93DE-298C22106154}" srcOrd="0" destOrd="0" presId="urn:microsoft.com/office/officeart/2008/layout/LinedList"/>
    <dgm:cxn modelId="{1829EB4E-84A8-49DF-AEA1-2F1E405A0F6D}" type="presParOf" srcId="{28DCE350-F866-431A-9BAB-80B4B82B73C9}" destId="{7BF645B7-E49F-42CC-A551-4B1FC067E76E}" srcOrd="1" destOrd="0" presId="urn:microsoft.com/office/officeart/2008/layout/LinedList"/>
    <dgm:cxn modelId="{634D2661-E820-4625-927A-4B30833FB98D}" type="presParOf" srcId="{A2D5B34D-CB8D-46BA-A12B-60E62D95DAE3}" destId="{93DA3F67-D541-4608-9524-EF9ECC9517DF}" srcOrd="4" destOrd="0" presId="urn:microsoft.com/office/officeart/2008/layout/LinedList"/>
    <dgm:cxn modelId="{6B481691-BABB-4903-8954-8E1862B73FC0}" type="presParOf" srcId="{A2D5B34D-CB8D-46BA-A12B-60E62D95DAE3}" destId="{21A9BBD1-B772-489D-8A5D-3734FCE15075}" srcOrd="5" destOrd="0" presId="urn:microsoft.com/office/officeart/2008/layout/LinedList"/>
    <dgm:cxn modelId="{97CC1AED-E3F4-4D3F-9234-FCF5653A67CE}" type="presParOf" srcId="{21A9BBD1-B772-489D-8A5D-3734FCE15075}" destId="{8A1282EC-1E68-4DF1-AA0A-25C60E290C75}" srcOrd="0" destOrd="0" presId="urn:microsoft.com/office/officeart/2008/layout/LinedList"/>
    <dgm:cxn modelId="{D5B3A2C6-204B-4772-8C94-7BD16B6AF6FD}" type="presParOf" srcId="{21A9BBD1-B772-489D-8A5D-3734FCE15075}" destId="{4C44F669-E2FC-4AB4-9BB3-39BDB870A69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9386C08-AC94-4A57-B380-248DA06F03B7}" type="doc">
      <dgm:prSet loTypeId="urn:microsoft.com/office/officeart/2005/8/layout/orgChart1" loCatId="hierarchy" qsTypeId="urn:microsoft.com/office/officeart/2005/8/quickstyle/simple5" qsCatId="simple" csTypeId="urn:microsoft.com/office/officeart/2005/8/colors/colorful4" csCatId="colorful" phldr="1"/>
      <dgm:spPr/>
      <dgm:t>
        <a:bodyPr/>
        <a:lstStyle/>
        <a:p>
          <a:endParaRPr lang="en-IN"/>
        </a:p>
      </dgm:t>
    </dgm:pt>
    <dgm:pt modelId="{60163209-70D3-4E79-AB9D-FAC1DA135C15}">
      <dgm:prSet/>
      <dgm:spPr>
        <a:solidFill>
          <a:srgbClr val="FF0000"/>
        </a:solidFill>
        <a:ln>
          <a:solidFill>
            <a:schemeClr val="bg2">
              <a:lumMod val="75000"/>
            </a:schemeClr>
          </a:solidFill>
        </a:ln>
        <a:scene3d>
          <a:camera prst="orthographicFront">
            <a:rot lat="0" lon="0" rev="0"/>
          </a:camera>
          <a:lightRig rig="threePt" dir="t">
            <a:rot lat="0" lon="0" rev="1200000"/>
          </a:lightRig>
        </a:scene3d>
        <a:sp3d>
          <a:bevelT w="63500" h="25400" prst="coolSlant"/>
        </a:sp3d>
      </dgm:spPr>
      <dgm:t>
        <a:bodyPr/>
        <a:lstStyle/>
        <a:p>
          <a:pPr rtl="0"/>
          <a:r>
            <a:rPr lang="en-US" dirty="0" smtClean="0"/>
            <a:t>Section 11 declares the following person to be incompetent to contract:</a:t>
          </a:r>
          <a:endParaRPr lang="en-IN" dirty="0"/>
        </a:p>
      </dgm:t>
    </dgm:pt>
    <dgm:pt modelId="{6BF58BC2-2B22-4E5D-95C0-5A40F78C53CC}" type="parTrans" cxnId="{8FAE7BAC-29FD-493A-9DEE-180148C694B7}">
      <dgm:prSet/>
      <dgm:spPr/>
      <dgm:t>
        <a:bodyPr/>
        <a:lstStyle/>
        <a:p>
          <a:endParaRPr lang="en-IN"/>
        </a:p>
      </dgm:t>
    </dgm:pt>
    <dgm:pt modelId="{BDEBA8A1-A5DB-4F8E-8B3D-8A4AEF597FD6}" type="sibTrans" cxnId="{8FAE7BAC-29FD-493A-9DEE-180148C694B7}">
      <dgm:prSet/>
      <dgm:spPr/>
      <dgm:t>
        <a:bodyPr/>
        <a:lstStyle/>
        <a:p>
          <a:endParaRPr lang="en-IN"/>
        </a:p>
      </dgm:t>
    </dgm:pt>
    <dgm:pt modelId="{B5D0FF02-0B7D-421D-BD53-1EC5A3699B48}">
      <dgm:prSet/>
      <dgm:spPr>
        <a:solidFill>
          <a:srgbClr val="FF0000"/>
        </a:solidFill>
        <a:ln>
          <a:solidFill>
            <a:schemeClr val="bg2">
              <a:lumMod val="75000"/>
            </a:schemeClr>
          </a:solidFill>
        </a:ln>
        <a:scene3d>
          <a:camera prst="orthographicFront">
            <a:rot lat="0" lon="0" rev="0"/>
          </a:camera>
          <a:lightRig rig="threePt" dir="t">
            <a:rot lat="0" lon="0" rev="1200000"/>
          </a:lightRig>
        </a:scene3d>
        <a:sp3d>
          <a:bevelT w="63500" h="25400" prst="coolSlant"/>
        </a:sp3d>
      </dgm:spPr>
      <dgm:t>
        <a:bodyPr/>
        <a:lstStyle/>
        <a:p>
          <a:pPr rtl="0"/>
          <a:r>
            <a:rPr lang="en-US" smtClean="0"/>
            <a:t>Minors</a:t>
          </a:r>
          <a:endParaRPr lang="en-IN"/>
        </a:p>
      </dgm:t>
    </dgm:pt>
    <dgm:pt modelId="{E1F281E9-0B78-4D78-AB07-B477EE97DA00}" type="parTrans" cxnId="{D19B9E4F-DDA3-48C0-84DB-A1771675F3AB}">
      <dgm:prSet/>
      <dgm:spPr>
        <a:solidFill>
          <a:srgbClr val="FF0000"/>
        </a:solidFill>
        <a:ln>
          <a:solidFill>
            <a:schemeClr val="bg2">
              <a:lumMod val="75000"/>
            </a:schemeClr>
          </a:solidFill>
        </a:ln>
        <a:scene3d>
          <a:camera prst="orthographicFront"/>
          <a:lightRig rig="threePt" dir="t"/>
        </a:scene3d>
        <a:sp3d>
          <a:bevelT w="165100" prst="coolSlant"/>
        </a:sp3d>
      </dgm:spPr>
      <dgm:t>
        <a:bodyPr/>
        <a:lstStyle/>
        <a:p>
          <a:endParaRPr lang="en-IN"/>
        </a:p>
      </dgm:t>
    </dgm:pt>
    <dgm:pt modelId="{DD647E1E-CC93-4653-B1F5-9484EAE40109}" type="sibTrans" cxnId="{D19B9E4F-DDA3-48C0-84DB-A1771675F3AB}">
      <dgm:prSet/>
      <dgm:spPr/>
      <dgm:t>
        <a:bodyPr/>
        <a:lstStyle/>
        <a:p>
          <a:endParaRPr lang="en-IN"/>
        </a:p>
      </dgm:t>
    </dgm:pt>
    <dgm:pt modelId="{015016D7-BAA5-4559-9075-597615D7C772}">
      <dgm:prSet/>
      <dgm:spPr>
        <a:solidFill>
          <a:srgbClr val="FF0000"/>
        </a:solidFill>
        <a:ln>
          <a:solidFill>
            <a:schemeClr val="bg2">
              <a:lumMod val="75000"/>
            </a:schemeClr>
          </a:solidFill>
        </a:ln>
        <a:scene3d>
          <a:camera prst="orthographicFront">
            <a:rot lat="0" lon="0" rev="0"/>
          </a:camera>
          <a:lightRig rig="threePt" dir="t">
            <a:rot lat="0" lon="0" rev="1200000"/>
          </a:lightRig>
        </a:scene3d>
        <a:sp3d>
          <a:bevelT w="63500" h="25400" prst="coolSlant"/>
        </a:sp3d>
      </dgm:spPr>
      <dgm:t>
        <a:bodyPr/>
        <a:lstStyle/>
        <a:p>
          <a:pPr rtl="0"/>
          <a:r>
            <a:rPr lang="en-US" smtClean="0"/>
            <a:t>Persons of Unsound Mind</a:t>
          </a:r>
          <a:endParaRPr lang="en-IN"/>
        </a:p>
      </dgm:t>
    </dgm:pt>
    <dgm:pt modelId="{F007D687-37CC-4B60-9075-B6B3267B218D}" type="parTrans" cxnId="{02567EB3-2D99-4E64-9395-789766A3FD6F}">
      <dgm:prSet/>
      <dgm:spPr>
        <a:solidFill>
          <a:srgbClr val="FF0000"/>
        </a:solidFill>
        <a:ln>
          <a:solidFill>
            <a:schemeClr val="bg2">
              <a:lumMod val="75000"/>
            </a:schemeClr>
          </a:solidFill>
        </a:ln>
        <a:scene3d>
          <a:camera prst="orthographicFront"/>
          <a:lightRig rig="threePt" dir="t"/>
        </a:scene3d>
        <a:sp3d>
          <a:bevelT w="165100" prst="coolSlant"/>
        </a:sp3d>
      </dgm:spPr>
      <dgm:t>
        <a:bodyPr/>
        <a:lstStyle/>
        <a:p>
          <a:endParaRPr lang="en-IN"/>
        </a:p>
      </dgm:t>
    </dgm:pt>
    <dgm:pt modelId="{2E65D9D7-B186-497C-B008-F5A0868AE0F3}" type="sibTrans" cxnId="{02567EB3-2D99-4E64-9395-789766A3FD6F}">
      <dgm:prSet/>
      <dgm:spPr/>
      <dgm:t>
        <a:bodyPr/>
        <a:lstStyle/>
        <a:p>
          <a:endParaRPr lang="en-IN"/>
        </a:p>
      </dgm:t>
    </dgm:pt>
    <dgm:pt modelId="{0ECB52F7-3CC3-466E-8838-69B3EDB93741}">
      <dgm:prSet/>
      <dgm:spPr>
        <a:solidFill>
          <a:srgbClr val="FF0000"/>
        </a:solidFill>
        <a:ln>
          <a:solidFill>
            <a:schemeClr val="bg2">
              <a:lumMod val="75000"/>
            </a:schemeClr>
          </a:solidFill>
        </a:ln>
        <a:scene3d>
          <a:camera prst="orthographicFront">
            <a:rot lat="0" lon="0" rev="0"/>
          </a:camera>
          <a:lightRig rig="threePt" dir="t">
            <a:rot lat="0" lon="0" rev="1200000"/>
          </a:lightRig>
        </a:scene3d>
        <a:sp3d>
          <a:bevelT w="63500" h="25400" prst="coolSlant"/>
        </a:sp3d>
      </dgm:spPr>
      <dgm:t>
        <a:bodyPr/>
        <a:lstStyle/>
        <a:p>
          <a:pPr rtl="0"/>
          <a:r>
            <a:rPr lang="en-US" smtClean="0"/>
            <a:t>Persons disqualified by any law to which they are subject</a:t>
          </a:r>
          <a:endParaRPr lang="en-IN"/>
        </a:p>
      </dgm:t>
    </dgm:pt>
    <dgm:pt modelId="{AA41B032-3135-4957-A125-7B8B1C069705}" type="parTrans" cxnId="{FBC8EFE0-B3E5-4CE5-9A34-3F2B0B995FF8}">
      <dgm:prSet/>
      <dgm:spPr>
        <a:solidFill>
          <a:srgbClr val="FF0000"/>
        </a:solidFill>
        <a:ln>
          <a:solidFill>
            <a:schemeClr val="bg2">
              <a:lumMod val="75000"/>
            </a:schemeClr>
          </a:solidFill>
        </a:ln>
        <a:scene3d>
          <a:camera prst="orthographicFront"/>
          <a:lightRig rig="threePt" dir="t"/>
        </a:scene3d>
        <a:sp3d>
          <a:bevelT w="165100" prst="coolSlant"/>
        </a:sp3d>
      </dgm:spPr>
      <dgm:t>
        <a:bodyPr/>
        <a:lstStyle/>
        <a:p>
          <a:endParaRPr lang="en-IN"/>
        </a:p>
      </dgm:t>
    </dgm:pt>
    <dgm:pt modelId="{7A8581CC-F95A-4CC1-AA60-CEEFAB467FEF}" type="sibTrans" cxnId="{FBC8EFE0-B3E5-4CE5-9A34-3F2B0B995FF8}">
      <dgm:prSet/>
      <dgm:spPr/>
      <dgm:t>
        <a:bodyPr/>
        <a:lstStyle/>
        <a:p>
          <a:endParaRPr lang="en-IN"/>
        </a:p>
      </dgm:t>
    </dgm:pt>
    <dgm:pt modelId="{68B8DD49-CA98-4211-AAB5-02EE47039897}" type="pres">
      <dgm:prSet presAssocID="{C9386C08-AC94-4A57-B380-248DA06F03B7}" presName="hierChild1" presStyleCnt="0">
        <dgm:presLayoutVars>
          <dgm:orgChart val="1"/>
          <dgm:chPref val="1"/>
          <dgm:dir/>
          <dgm:animOne val="branch"/>
          <dgm:animLvl val="lvl"/>
          <dgm:resizeHandles/>
        </dgm:presLayoutVars>
      </dgm:prSet>
      <dgm:spPr/>
      <dgm:t>
        <a:bodyPr/>
        <a:lstStyle/>
        <a:p>
          <a:endParaRPr lang="en-IN"/>
        </a:p>
      </dgm:t>
    </dgm:pt>
    <dgm:pt modelId="{788B2BAE-1D7D-44F2-B1AA-03C3DC4B1CF6}" type="pres">
      <dgm:prSet presAssocID="{60163209-70D3-4E79-AB9D-FAC1DA135C15}" presName="hierRoot1" presStyleCnt="0">
        <dgm:presLayoutVars>
          <dgm:hierBranch val="init"/>
        </dgm:presLayoutVars>
      </dgm:prSet>
      <dgm:spPr/>
    </dgm:pt>
    <dgm:pt modelId="{4CFC46DF-4AF5-429D-A235-111031D78321}" type="pres">
      <dgm:prSet presAssocID="{60163209-70D3-4E79-AB9D-FAC1DA135C15}" presName="rootComposite1" presStyleCnt="0"/>
      <dgm:spPr/>
    </dgm:pt>
    <dgm:pt modelId="{91C1EDA2-F5B8-400F-983F-962A9F2B5D7F}" type="pres">
      <dgm:prSet presAssocID="{60163209-70D3-4E79-AB9D-FAC1DA135C15}" presName="rootText1" presStyleLbl="node0" presStyleIdx="0" presStyleCnt="1">
        <dgm:presLayoutVars>
          <dgm:chPref val="3"/>
        </dgm:presLayoutVars>
      </dgm:prSet>
      <dgm:spPr/>
      <dgm:t>
        <a:bodyPr/>
        <a:lstStyle/>
        <a:p>
          <a:endParaRPr lang="en-IN"/>
        </a:p>
      </dgm:t>
    </dgm:pt>
    <dgm:pt modelId="{38432A5C-16B7-4818-A5DA-AC059E758498}" type="pres">
      <dgm:prSet presAssocID="{60163209-70D3-4E79-AB9D-FAC1DA135C15}" presName="rootConnector1" presStyleLbl="node1" presStyleIdx="0" presStyleCnt="0"/>
      <dgm:spPr/>
      <dgm:t>
        <a:bodyPr/>
        <a:lstStyle/>
        <a:p>
          <a:endParaRPr lang="en-IN"/>
        </a:p>
      </dgm:t>
    </dgm:pt>
    <dgm:pt modelId="{9C3467BA-435E-4129-9202-1049B78E62AF}" type="pres">
      <dgm:prSet presAssocID="{60163209-70D3-4E79-AB9D-FAC1DA135C15}" presName="hierChild2" presStyleCnt="0"/>
      <dgm:spPr/>
    </dgm:pt>
    <dgm:pt modelId="{707B3FE2-D22E-4CE8-8AEE-1618C2436D68}" type="pres">
      <dgm:prSet presAssocID="{E1F281E9-0B78-4D78-AB07-B477EE97DA00}" presName="Name37" presStyleLbl="parChTrans1D2" presStyleIdx="0" presStyleCnt="3"/>
      <dgm:spPr/>
      <dgm:t>
        <a:bodyPr/>
        <a:lstStyle/>
        <a:p>
          <a:endParaRPr lang="en-IN"/>
        </a:p>
      </dgm:t>
    </dgm:pt>
    <dgm:pt modelId="{1D51CD04-43C4-4998-9F16-C16FCBFD84BD}" type="pres">
      <dgm:prSet presAssocID="{B5D0FF02-0B7D-421D-BD53-1EC5A3699B48}" presName="hierRoot2" presStyleCnt="0">
        <dgm:presLayoutVars>
          <dgm:hierBranch val="init"/>
        </dgm:presLayoutVars>
      </dgm:prSet>
      <dgm:spPr/>
    </dgm:pt>
    <dgm:pt modelId="{1CCF9020-7594-490E-B250-5ED11B01C5AE}" type="pres">
      <dgm:prSet presAssocID="{B5D0FF02-0B7D-421D-BD53-1EC5A3699B48}" presName="rootComposite" presStyleCnt="0"/>
      <dgm:spPr/>
    </dgm:pt>
    <dgm:pt modelId="{FCE9DCE4-C4C6-44FE-A9BA-913C45B3020A}" type="pres">
      <dgm:prSet presAssocID="{B5D0FF02-0B7D-421D-BD53-1EC5A3699B48}" presName="rootText" presStyleLbl="node2" presStyleIdx="0" presStyleCnt="3">
        <dgm:presLayoutVars>
          <dgm:chPref val="3"/>
        </dgm:presLayoutVars>
      </dgm:prSet>
      <dgm:spPr/>
      <dgm:t>
        <a:bodyPr/>
        <a:lstStyle/>
        <a:p>
          <a:endParaRPr lang="en-IN"/>
        </a:p>
      </dgm:t>
    </dgm:pt>
    <dgm:pt modelId="{A685F6C2-4BB3-4FE2-8626-F753F42B26BB}" type="pres">
      <dgm:prSet presAssocID="{B5D0FF02-0B7D-421D-BD53-1EC5A3699B48}" presName="rootConnector" presStyleLbl="node2" presStyleIdx="0" presStyleCnt="3"/>
      <dgm:spPr/>
      <dgm:t>
        <a:bodyPr/>
        <a:lstStyle/>
        <a:p>
          <a:endParaRPr lang="en-IN"/>
        </a:p>
      </dgm:t>
    </dgm:pt>
    <dgm:pt modelId="{4A51F6F5-DEA7-4D8B-A27B-A227B2B7F7F1}" type="pres">
      <dgm:prSet presAssocID="{B5D0FF02-0B7D-421D-BD53-1EC5A3699B48}" presName="hierChild4" presStyleCnt="0"/>
      <dgm:spPr/>
    </dgm:pt>
    <dgm:pt modelId="{6FEB190F-C374-469E-A4DC-986202C880E6}" type="pres">
      <dgm:prSet presAssocID="{B5D0FF02-0B7D-421D-BD53-1EC5A3699B48}" presName="hierChild5" presStyleCnt="0"/>
      <dgm:spPr/>
    </dgm:pt>
    <dgm:pt modelId="{667F7335-C3F4-48BB-BCCC-1CEF35A61576}" type="pres">
      <dgm:prSet presAssocID="{F007D687-37CC-4B60-9075-B6B3267B218D}" presName="Name37" presStyleLbl="parChTrans1D2" presStyleIdx="1" presStyleCnt="3"/>
      <dgm:spPr/>
      <dgm:t>
        <a:bodyPr/>
        <a:lstStyle/>
        <a:p>
          <a:endParaRPr lang="en-IN"/>
        </a:p>
      </dgm:t>
    </dgm:pt>
    <dgm:pt modelId="{8C81B680-D0B1-4873-A768-1FB5B75B67C1}" type="pres">
      <dgm:prSet presAssocID="{015016D7-BAA5-4559-9075-597615D7C772}" presName="hierRoot2" presStyleCnt="0">
        <dgm:presLayoutVars>
          <dgm:hierBranch val="init"/>
        </dgm:presLayoutVars>
      </dgm:prSet>
      <dgm:spPr/>
    </dgm:pt>
    <dgm:pt modelId="{28C01AC5-9CE3-48B9-9A23-85322770BF36}" type="pres">
      <dgm:prSet presAssocID="{015016D7-BAA5-4559-9075-597615D7C772}" presName="rootComposite" presStyleCnt="0"/>
      <dgm:spPr/>
    </dgm:pt>
    <dgm:pt modelId="{1C4F960A-22C2-41C9-9D37-EB87832DC5D2}" type="pres">
      <dgm:prSet presAssocID="{015016D7-BAA5-4559-9075-597615D7C772}" presName="rootText" presStyleLbl="node2" presStyleIdx="1" presStyleCnt="3">
        <dgm:presLayoutVars>
          <dgm:chPref val="3"/>
        </dgm:presLayoutVars>
      </dgm:prSet>
      <dgm:spPr/>
      <dgm:t>
        <a:bodyPr/>
        <a:lstStyle/>
        <a:p>
          <a:endParaRPr lang="en-IN"/>
        </a:p>
      </dgm:t>
    </dgm:pt>
    <dgm:pt modelId="{0B5DF871-E601-4935-AD83-6E6774795551}" type="pres">
      <dgm:prSet presAssocID="{015016D7-BAA5-4559-9075-597615D7C772}" presName="rootConnector" presStyleLbl="node2" presStyleIdx="1" presStyleCnt="3"/>
      <dgm:spPr/>
      <dgm:t>
        <a:bodyPr/>
        <a:lstStyle/>
        <a:p>
          <a:endParaRPr lang="en-IN"/>
        </a:p>
      </dgm:t>
    </dgm:pt>
    <dgm:pt modelId="{75691F66-1E04-4558-9F16-382A563A56FF}" type="pres">
      <dgm:prSet presAssocID="{015016D7-BAA5-4559-9075-597615D7C772}" presName="hierChild4" presStyleCnt="0"/>
      <dgm:spPr/>
    </dgm:pt>
    <dgm:pt modelId="{0DCA9828-FD30-4568-941F-97BC4ABC7346}" type="pres">
      <dgm:prSet presAssocID="{015016D7-BAA5-4559-9075-597615D7C772}" presName="hierChild5" presStyleCnt="0"/>
      <dgm:spPr/>
    </dgm:pt>
    <dgm:pt modelId="{45A12895-A419-4588-A993-C1EBC3C13FBC}" type="pres">
      <dgm:prSet presAssocID="{AA41B032-3135-4957-A125-7B8B1C069705}" presName="Name37" presStyleLbl="parChTrans1D2" presStyleIdx="2" presStyleCnt="3"/>
      <dgm:spPr/>
      <dgm:t>
        <a:bodyPr/>
        <a:lstStyle/>
        <a:p>
          <a:endParaRPr lang="en-IN"/>
        </a:p>
      </dgm:t>
    </dgm:pt>
    <dgm:pt modelId="{205A6024-BE2F-4E1E-B770-177E60A977E3}" type="pres">
      <dgm:prSet presAssocID="{0ECB52F7-3CC3-466E-8838-69B3EDB93741}" presName="hierRoot2" presStyleCnt="0">
        <dgm:presLayoutVars>
          <dgm:hierBranch val="init"/>
        </dgm:presLayoutVars>
      </dgm:prSet>
      <dgm:spPr/>
    </dgm:pt>
    <dgm:pt modelId="{0C2BE858-A10D-47CD-B56E-16BB79FA5979}" type="pres">
      <dgm:prSet presAssocID="{0ECB52F7-3CC3-466E-8838-69B3EDB93741}" presName="rootComposite" presStyleCnt="0"/>
      <dgm:spPr/>
    </dgm:pt>
    <dgm:pt modelId="{F45AD5AD-0457-4703-ADD9-EE469FE872A3}" type="pres">
      <dgm:prSet presAssocID="{0ECB52F7-3CC3-466E-8838-69B3EDB93741}" presName="rootText" presStyleLbl="node2" presStyleIdx="2" presStyleCnt="3">
        <dgm:presLayoutVars>
          <dgm:chPref val="3"/>
        </dgm:presLayoutVars>
      </dgm:prSet>
      <dgm:spPr/>
      <dgm:t>
        <a:bodyPr/>
        <a:lstStyle/>
        <a:p>
          <a:endParaRPr lang="en-IN"/>
        </a:p>
      </dgm:t>
    </dgm:pt>
    <dgm:pt modelId="{B127903A-3479-445A-9977-6CEC613F7E3E}" type="pres">
      <dgm:prSet presAssocID="{0ECB52F7-3CC3-466E-8838-69B3EDB93741}" presName="rootConnector" presStyleLbl="node2" presStyleIdx="2" presStyleCnt="3"/>
      <dgm:spPr/>
      <dgm:t>
        <a:bodyPr/>
        <a:lstStyle/>
        <a:p>
          <a:endParaRPr lang="en-IN"/>
        </a:p>
      </dgm:t>
    </dgm:pt>
    <dgm:pt modelId="{AD9E2017-6F45-4C94-992F-EB8F99CEC9BA}" type="pres">
      <dgm:prSet presAssocID="{0ECB52F7-3CC3-466E-8838-69B3EDB93741}" presName="hierChild4" presStyleCnt="0"/>
      <dgm:spPr/>
    </dgm:pt>
    <dgm:pt modelId="{3F427A39-A4B1-4165-8A0B-15329D749FED}" type="pres">
      <dgm:prSet presAssocID="{0ECB52F7-3CC3-466E-8838-69B3EDB93741}" presName="hierChild5" presStyleCnt="0"/>
      <dgm:spPr/>
    </dgm:pt>
    <dgm:pt modelId="{1DC858E0-0918-4D89-A4FD-C8AEAAFFA04F}" type="pres">
      <dgm:prSet presAssocID="{60163209-70D3-4E79-AB9D-FAC1DA135C15}" presName="hierChild3" presStyleCnt="0"/>
      <dgm:spPr/>
    </dgm:pt>
  </dgm:ptLst>
  <dgm:cxnLst>
    <dgm:cxn modelId="{8D35364C-9CF9-46B9-8044-7295B8A79B09}" type="presOf" srcId="{015016D7-BAA5-4559-9075-597615D7C772}" destId="{0B5DF871-E601-4935-AD83-6E6774795551}" srcOrd="1" destOrd="0" presId="urn:microsoft.com/office/officeart/2005/8/layout/orgChart1"/>
    <dgm:cxn modelId="{02567EB3-2D99-4E64-9395-789766A3FD6F}" srcId="{60163209-70D3-4E79-AB9D-FAC1DA135C15}" destId="{015016D7-BAA5-4559-9075-597615D7C772}" srcOrd="1" destOrd="0" parTransId="{F007D687-37CC-4B60-9075-B6B3267B218D}" sibTransId="{2E65D9D7-B186-497C-B008-F5A0868AE0F3}"/>
    <dgm:cxn modelId="{E6DE32C6-8DCC-4C59-AB1F-1D6BA7227FF6}" type="presOf" srcId="{0ECB52F7-3CC3-466E-8838-69B3EDB93741}" destId="{F45AD5AD-0457-4703-ADD9-EE469FE872A3}" srcOrd="0" destOrd="0" presId="urn:microsoft.com/office/officeart/2005/8/layout/orgChart1"/>
    <dgm:cxn modelId="{D19B9E4F-DDA3-48C0-84DB-A1771675F3AB}" srcId="{60163209-70D3-4E79-AB9D-FAC1DA135C15}" destId="{B5D0FF02-0B7D-421D-BD53-1EC5A3699B48}" srcOrd="0" destOrd="0" parTransId="{E1F281E9-0B78-4D78-AB07-B477EE97DA00}" sibTransId="{DD647E1E-CC93-4653-B1F5-9484EAE40109}"/>
    <dgm:cxn modelId="{3DEF85EA-9362-4AE0-8AA5-EFCA5EE0163B}" type="presOf" srcId="{AA41B032-3135-4957-A125-7B8B1C069705}" destId="{45A12895-A419-4588-A993-C1EBC3C13FBC}" srcOrd="0" destOrd="0" presId="urn:microsoft.com/office/officeart/2005/8/layout/orgChart1"/>
    <dgm:cxn modelId="{23618A15-1CA8-48E5-9D11-D3DBD0D42AA8}" type="presOf" srcId="{C9386C08-AC94-4A57-B380-248DA06F03B7}" destId="{68B8DD49-CA98-4211-AAB5-02EE47039897}" srcOrd="0" destOrd="0" presId="urn:microsoft.com/office/officeart/2005/8/layout/orgChart1"/>
    <dgm:cxn modelId="{8FAE7BAC-29FD-493A-9DEE-180148C694B7}" srcId="{C9386C08-AC94-4A57-B380-248DA06F03B7}" destId="{60163209-70D3-4E79-AB9D-FAC1DA135C15}" srcOrd="0" destOrd="0" parTransId="{6BF58BC2-2B22-4E5D-95C0-5A40F78C53CC}" sibTransId="{BDEBA8A1-A5DB-4F8E-8B3D-8A4AEF597FD6}"/>
    <dgm:cxn modelId="{1F8193FF-F3BE-403A-BEB1-6A447D8FA07E}" type="presOf" srcId="{015016D7-BAA5-4559-9075-597615D7C772}" destId="{1C4F960A-22C2-41C9-9D37-EB87832DC5D2}" srcOrd="0" destOrd="0" presId="urn:microsoft.com/office/officeart/2005/8/layout/orgChart1"/>
    <dgm:cxn modelId="{1CBAC60B-095A-4B7A-B7D6-DA9EAD7B6CF2}" type="presOf" srcId="{B5D0FF02-0B7D-421D-BD53-1EC5A3699B48}" destId="{A685F6C2-4BB3-4FE2-8626-F753F42B26BB}" srcOrd="1" destOrd="0" presId="urn:microsoft.com/office/officeart/2005/8/layout/orgChart1"/>
    <dgm:cxn modelId="{FBC8EFE0-B3E5-4CE5-9A34-3F2B0B995FF8}" srcId="{60163209-70D3-4E79-AB9D-FAC1DA135C15}" destId="{0ECB52F7-3CC3-466E-8838-69B3EDB93741}" srcOrd="2" destOrd="0" parTransId="{AA41B032-3135-4957-A125-7B8B1C069705}" sibTransId="{7A8581CC-F95A-4CC1-AA60-CEEFAB467FEF}"/>
    <dgm:cxn modelId="{30FD150A-21B2-44B9-BBA6-EBBE937C9070}" type="presOf" srcId="{E1F281E9-0B78-4D78-AB07-B477EE97DA00}" destId="{707B3FE2-D22E-4CE8-8AEE-1618C2436D68}" srcOrd="0" destOrd="0" presId="urn:microsoft.com/office/officeart/2005/8/layout/orgChart1"/>
    <dgm:cxn modelId="{884FC5CB-DE8C-479C-954F-0C544892932B}" type="presOf" srcId="{B5D0FF02-0B7D-421D-BD53-1EC5A3699B48}" destId="{FCE9DCE4-C4C6-44FE-A9BA-913C45B3020A}" srcOrd="0" destOrd="0" presId="urn:microsoft.com/office/officeart/2005/8/layout/orgChart1"/>
    <dgm:cxn modelId="{830246A8-F7CF-45D3-971F-9317EBD13A69}" type="presOf" srcId="{F007D687-37CC-4B60-9075-B6B3267B218D}" destId="{667F7335-C3F4-48BB-BCCC-1CEF35A61576}" srcOrd="0" destOrd="0" presId="urn:microsoft.com/office/officeart/2005/8/layout/orgChart1"/>
    <dgm:cxn modelId="{314D18EC-D814-4AAD-A4E2-6E7CA75C4447}" type="presOf" srcId="{0ECB52F7-3CC3-466E-8838-69B3EDB93741}" destId="{B127903A-3479-445A-9977-6CEC613F7E3E}" srcOrd="1" destOrd="0" presId="urn:microsoft.com/office/officeart/2005/8/layout/orgChart1"/>
    <dgm:cxn modelId="{EFA95C9A-FAD4-49B3-9B55-726649D83305}" type="presOf" srcId="{60163209-70D3-4E79-AB9D-FAC1DA135C15}" destId="{38432A5C-16B7-4818-A5DA-AC059E758498}" srcOrd="1" destOrd="0" presId="urn:microsoft.com/office/officeart/2005/8/layout/orgChart1"/>
    <dgm:cxn modelId="{66D6864A-B0FB-4F48-94A6-4E47136B7349}" type="presOf" srcId="{60163209-70D3-4E79-AB9D-FAC1DA135C15}" destId="{91C1EDA2-F5B8-400F-983F-962A9F2B5D7F}" srcOrd="0" destOrd="0" presId="urn:microsoft.com/office/officeart/2005/8/layout/orgChart1"/>
    <dgm:cxn modelId="{C0E09132-BA2E-4FC4-9F49-FD05EA462FB8}" type="presParOf" srcId="{68B8DD49-CA98-4211-AAB5-02EE47039897}" destId="{788B2BAE-1D7D-44F2-B1AA-03C3DC4B1CF6}" srcOrd="0" destOrd="0" presId="urn:microsoft.com/office/officeart/2005/8/layout/orgChart1"/>
    <dgm:cxn modelId="{3011BFC6-5DF8-47AA-94DA-D928CD67551B}" type="presParOf" srcId="{788B2BAE-1D7D-44F2-B1AA-03C3DC4B1CF6}" destId="{4CFC46DF-4AF5-429D-A235-111031D78321}" srcOrd="0" destOrd="0" presId="urn:microsoft.com/office/officeart/2005/8/layout/orgChart1"/>
    <dgm:cxn modelId="{37B8BEFE-B7CC-4A9B-806D-A46068D1AD83}" type="presParOf" srcId="{4CFC46DF-4AF5-429D-A235-111031D78321}" destId="{91C1EDA2-F5B8-400F-983F-962A9F2B5D7F}" srcOrd="0" destOrd="0" presId="urn:microsoft.com/office/officeart/2005/8/layout/orgChart1"/>
    <dgm:cxn modelId="{4963763C-4FE5-46B8-A425-4E6FEE8634FC}" type="presParOf" srcId="{4CFC46DF-4AF5-429D-A235-111031D78321}" destId="{38432A5C-16B7-4818-A5DA-AC059E758498}" srcOrd="1" destOrd="0" presId="urn:microsoft.com/office/officeart/2005/8/layout/orgChart1"/>
    <dgm:cxn modelId="{002ADEF6-AED9-4105-9A78-86711CEA4383}" type="presParOf" srcId="{788B2BAE-1D7D-44F2-B1AA-03C3DC4B1CF6}" destId="{9C3467BA-435E-4129-9202-1049B78E62AF}" srcOrd="1" destOrd="0" presId="urn:microsoft.com/office/officeart/2005/8/layout/orgChart1"/>
    <dgm:cxn modelId="{75DF54A5-E684-43F9-BF6A-B7676C14A701}" type="presParOf" srcId="{9C3467BA-435E-4129-9202-1049B78E62AF}" destId="{707B3FE2-D22E-4CE8-8AEE-1618C2436D68}" srcOrd="0" destOrd="0" presId="urn:microsoft.com/office/officeart/2005/8/layout/orgChart1"/>
    <dgm:cxn modelId="{8520E8B1-33D1-4FBE-93B8-CDC49F2EF154}" type="presParOf" srcId="{9C3467BA-435E-4129-9202-1049B78E62AF}" destId="{1D51CD04-43C4-4998-9F16-C16FCBFD84BD}" srcOrd="1" destOrd="0" presId="urn:microsoft.com/office/officeart/2005/8/layout/orgChart1"/>
    <dgm:cxn modelId="{08E8F02D-4ABC-4574-9758-C6BD37987CE4}" type="presParOf" srcId="{1D51CD04-43C4-4998-9F16-C16FCBFD84BD}" destId="{1CCF9020-7594-490E-B250-5ED11B01C5AE}" srcOrd="0" destOrd="0" presId="urn:microsoft.com/office/officeart/2005/8/layout/orgChart1"/>
    <dgm:cxn modelId="{926F0F7C-F2FB-4E70-B1DF-46248F955B4E}" type="presParOf" srcId="{1CCF9020-7594-490E-B250-5ED11B01C5AE}" destId="{FCE9DCE4-C4C6-44FE-A9BA-913C45B3020A}" srcOrd="0" destOrd="0" presId="urn:microsoft.com/office/officeart/2005/8/layout/orgChart1"/>
    <dgm:cxn modelId="{C01A8252-A632-4627-BA95-E60747C8D535}" type="presParOf" srcId="{1CCF9020-7594-490E-B250-5ED11B01C5AE}" destId="{A685F6C2-4BB3-4FE2-8626-F753F42B26BB}" srcOrd="1" destOrd="0" presId="urn:microsoft.com/office/officeart/2005/8/layout/orgChart1"/>
    <dgm:cxn modelId="{482D124D-7E0C-469E-B79B-9753F065EFB6}" type="presParOf" srcId="{1D51CD04-43C4-4998-9F16-C16FCBFD84BD}" destId="{4A51F6F5-DEA7-4D8B-A27B-A227B2B7F7F1}" srcOrd="1" destOrd="0" presId="urn:microsoft.com/office/officeart/2005/8/layout/orgChart1"/>
    <dgm:cxn modelId="{9E791D34-CDF2-4666-A708-3E893E65C654}" type="presParOf" srcId="{1D51CD04-43C4-4998-9F16-C16FCBFD84BD}" destId="{6FEB190F-C374-469E-A4DC-986202C880E6}" srcOrd="2" destOrd="0" presId="urn:microsoft.com/office/officeart/2005/8/layout/orgChart1"/>
    <dgm:cxn modelId="{07373CA7-ADDA-42E7-89C1-69EFF4D276F5}" type="presParOf" srcId="{9C3467BA-435E-4129-9202-1049B78E62AF}" destId="{667F7335-C3F4-48BB-BCCC-1CEF35A61576}" srcOrd="2" destOrd="0" presId="urn:microsoft.com/office/officeart/2005/8/layout/orgChart1"/>
    <dgm:cxn modelId="{6CB6AF1D-B6B4-4092-9AB4-BD155439AA07}" type="presParOf" srcId="{9C3467BA-435E-4129-9202-1049B78E62AF}" destId="{8C81B680-D0B1-4873-A768-1FB5B75B67C1}" srcOrd="3" destOrd="0" presId="urn:microsoft.com/office/officeart/2005/8/layout/orgChart1"/>
    <dgm:cxn modelId="{2F8ACDB2-D023-459C-8C36-08C9E9420BD3}" type="presParOf" srcId="{8C81B680-D0B1-4873-A768-1FB5B75B67C1}" destId="{28C01AC5-9CE3-48B9-9A23-85322770BF36}" srcOrd="0" destOrd="0" presId="urn:microsoft.com/office/officeart/2005/8/layout/orgChart1"/>
    <dgm:cxn modelId="{3E4E5E84-DC0B-4E7C-B72B-022AD762C2CD}" type="presParOf" srcId="{28C01AC5-9CE3-48B9-9A23-85322770BF36}" destId="{1C4F960A-22C2-41C9-9D37-EB87832DC5D2}" srcOrd="0" destOrd="0" presId="urn:microsoft.com/office/officeart/2005/8/layout/orgChart1"/>
    <dgm:cxn modelId="{782EDC91-ADDC-48C8-BD3A-82C61F454F27}" type="presParOf" srcId="{28C01AC5-9CE3-48B9-9A23-85322770BF36}" destId="{0B5DF871-E601-4935-AD83-6E6774795551}" srcOrd="1" destOrd="0" presId="urn:microsoft.com/office/officeart/2005/8/layout/orgChart1"/>
    <dgm:cxn modelId="{8D1C1C55-73F1-4C79-B28A-DB66389D2251}" type="presParOf" srcId="{8C81B680-D0B1-4873-A768-1FB5B75B67C1}" destId="{75691F66-1E04-4558-9F16-382A563A56FF}" srcOrd="1" destOrd="0" presId="urn:microsoft.com/office/officeart/2005/8/layout/orgChart1"/>
    <dgm:cxn modelId="{9A7F6D4B-53B6-4188-9FD4-52A5A4301788}" type="presParOf" srcId="{8C81B680-D0B1-4873-A768-1FB5B75B67C1}" destId="{0DCA9828-FD30-4568-941F-97BC4ABC7346}" srcOrd="2" destOrd="0" presId="urn:microsoft.com/office/officeart/2005/8/layout/orgChart1"/>
    <dgm:cxn modelId="{D6D81132-106A-4C5B-A9FF-69752BC536CC}" type="presParOf" srcId="{9C3467BA-435E-4129-9202-1049B78E62AF}" destId="{45A12895-A419-4588-A993-C1EBC3C13FBC}" srcOrd="4" destOrd="0" presId="urn:microsoft.com/office/officeart/2005/8/layout/orgChart1"/>
    <dgm:cxn modelId="{27533AAC-504B-4B12-8E6C-2DEED3E8E575}" type="presParOf" srcId="{9C3467BA-435E-4129-9202-1049B78E62AF}" destId="{205A6024-BE2F-4E1E-B770-177E60A977E3}" srcOrd="5" destOrd="0" presId="urn:microsoft.com/office/officeart/2005/8/layout/orgChart1"/>
    <dgm:cxn modelId="{7E980C85-7C07-490B-B1E5-DC22682D7E74}" type="presParOf" srcId="{205A6024-BE2F-4E1E-B770-177E60A977E3}" destId="{0C2BE858-A10D-47CD-B56E-16BB79FA5979}" srcOrd="0" destOrd="0" presId="urn:microsoft.com/office/officeart/2005/8/layout/orgChart1"/>
    <dgm:cxn modelId="{A8DE0372-FBF8-4EEF-8EA0-98572AD1C110}" type="presParOf" srcId="{0C2BE858-A10D-47CD-B56E-16BB79FA5979}" destId="{F45AD5AD-0457-4703-ADD9-EE469FE872A3}" srcOrd="0" destOrd="0" presId="urn:microsoft.com/office/officeart/2005/8/layout/orgChart1"/>
    <dgm:cxn modelId="{CA262633-E434-429E-A230-E5C867E1E1C8}" type="presParOf" srcId="{0C2BE858-A10D-47CD-B56E-16BB79FA5979}" destId="{B127903A-3479-445A-9977-6CEC613F7E3E}" srcOrd="1" destOrd="0" presId="urn:microsoft.com/office/officeart/2005/8/layout/orgChart1"/>
    <dgm:cxn modelId="{F98B9739-6627-407D-856F-990589B8A4C6}" type="presParOf" srcId="{205A6024-BE2F-4E1E-B770-177E60A977E3}" destId="{AD9E2017-6F45-4C94-992F-EB8F99CEC9BA}" srcOrd="1" destOrd="0" presId="urn:microsoft.com/office/officeart/2005/8/layout/orgChart1"/>
    <dgm:cxn modelId="{060114F9-4429-479D-8B61-94EAEE34D71A}" type="presParOf" srcId="{205A6024-BE2F-4E1E-B770-177E60A977E3}" destId="{3F427A39-A4B1-4165-8A0B-15329D749FED}" srcOrd="2" destOrd="0" presId="urn:microsoft.com/office/officeart/2005/8/layout/orgChart1"/>
    <dgm:cxn modelId="{D6F0215B-0271-4C19-9002-E2CA6CE00928}" type="presParOf" srcId="{788B2BAE-1D7D-44F2-B1AA-03C3DC4B1CF6}" destId="{1DC858E0-0918-4D89-A4FD-C8AEAAFFA04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9BB08E1-AC07-429F-ACC3-8234FF424C06}"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IN"/>
        </a:p>
      </dgm:t>
    </dgm:pt>
    <dgm:pt modelId="{CB3167A6-0A96-403A-8D5B-2770DE763851}">
      <dgm:prSet/>
      <dgm:spPr/>
      <dgm:t>
        <a:bodyPr/>
        <a:lstStyle/>
        <a:p>
          <a:pPr rtl="0"/>
          <a:r>
            <a:rPr lang="en-US" dirty="0" smtClean="0"/>
            <a:t>Section 3, Indian Majority Act, 1875: A minor is a person who has not completed eighteen years of age. </a:t>
          </a:r>
          <a:r>
            <a:rPr lang="en-US" smtClean="0"/>
            <a:t>There are two fundamental rules:</a:t>
          </a:r>
          <a:endParaRPr lang="en-IN" dirty="0"/>
        </a:p>
      </dgm:t>
    </dgm:pt>
    <dgm:pt modelId="{E1CA6C38-9DBD-4740-8354-0BE7F7A096D7}" type="parTrans" cxnId="{C0B70D4E-8276-4536-A4DB-52A925CAD43A}">
      <dgm:prSet/>
      <dgm:spPr/>
      <dgm:t>
        <a:bodyPr/>
        <a:lstStyle/>
        <a:p>
          <a:endParaRPr lang="en-IN"/>
        </a:p>
      </dgm:t>
    </dgm:pt>
    <dgm:pt modelId="{777C03FC-1F53-4133-AFD0-8F48BB170AC4}" type="sibTrans" cxnId="{C0B70D4E-8276-4536-A4DB-52A925CAD43A}">
      <dgm:prSet/>
      <dgm:spPr/>
      <dgm:t>
        <a:bodyPr/>
        <a:lstStyle/>
        <a:p>
          <a:endParaRPr lang="en-IN"/>
        </a:p>
      </dgm:t>
    </dgm:pt>
    <dgm:pt modelId="{5EBC119D-F106-4CB5-8051-F81A2BFA3DA3}">
      <dgm:prSet/>
      <dgm:spPr/>
      <dgm:t>
        <a:bodyPr/>
        <a:lstStyle/>
        <a:p>
          <a:pPr algn="l" rtl="0"/>
          <a:r>
            <a:rPr lang="en-US" dirty="0" smtClean="0"/>
            <a:t>Law protects minors against their own inexperience.</a:t>
          </a:r>
          <a:endParaRPr lang="en-IN" dirty="0"/>
        </a:p>
      </dgm:t>
    </dgm:pt>
    <dgm:pt modelId="{1A64AB8E-44FD-46C4-98B1-B7C8103CB095}" type="parTrans" cxnId="{E0CD1C50-F3DD-48DC-8E91-4EFADE669A44}">
      <dgm:prSet/>
      <dgm:spPr/>
      <dgm:t>
        <a:bodyPr/>
        <a:lstStyle/>
        <a:p>
          <a:endParaRPr lang="en-IN"/>
        </a:p>
      </dgm:t>
    </dgm:pt>
    <dgm:pt modelId="{827C99D2-047D-4832-8AAE-5A4E9C5D76A8}" type="sibTrans" cxnId="{E0CD1C50-F3DD-48DC-8E91-4EFADE669A44}">
      <dgm:prSet/>
      <dgm:spPr/>
      <dgm:t>
        <a:bodyPr/>
        <a:lstStyle/>
        <a:p>
          <a:endParaRPr lang="en-IN"/>
        </a:p>
      </dgm:t>
    </dgm:pt>
    <dgm:pt modelId="{B40C5ECA-EFB7-4653-A5A6-E933FF2EA0C8}">
      <dgm:prSet/>
      <dgm:spPr/>
      <dgm:t>
        <a:bodyPr/>
        <a:lstStyle/>
        <a:p>
          <a:pPr algn="just" rtl="0"/>
          <a:r>
            <a:rPr lang="en-US" dirty="0" smtClean="0"/>
            <a:t>The law should not cause unnecessary hardship to persons who deal with minors.</a:t>
          </a:r>
          <a:endParaRPr lang="en-IN" dirty="0"/>
        </a:p>
      </dgm:t>
    </dgm:pt>
    <dgm:pt modelId="{58BCC6AB-D168-49B9-9426-7E3E76555DAF}" type="parTrans" cxnId="{DC7426B2-2AD9-4FF2-A94B-87BF304A0616}">
      <dgm:prSet/>
      <dgm:spPr/>
      <dgm:t>
        <a:bodyPr/>
        <a:lstStyle/>
        <a:p>
          <a:endParaRPr lang="en-IN"/>
        </a:p>
      </dgm:t>
    </dgm:pt>
    <dgm:pt modelId="{664FD7B8-6D48-4649-95B3-9E90219EE9D0}" type="sibTrans" cxnId="{DC7426B2-2AD9-4FF2-A94B-87BF304A0616}">
      <dgm:prSet/>
      <dgm:spPr/>
      <dgm:t>
        <a:bodyPr/>
        <a:lstStyle/>
        <a:p>
          <a:endParaRPr lang="en-IN"/>
        </a:p>
      </dgm:t>
    </dgm:pt>
    <dgm:pt modelId="{7769C69D-6C10-43A4-A4F4-39CF8A0D37DB}" type="pres">
      <dgm:prSet presAssocID="{59BB08E1-AC07-429F-ACC3-8234FF424C06}" presName="linearFlow" presStyleCnt="0">
        <dgm:presLayoutVars>
          <dgm:dir/>
          <dgm:animLvl val="lvl"/>
          <dgm:resizeHandles val="exact"/>
        </dgm:presLayoutVars>
      </dgm:prSet>
      <dgm:spPr/>
      <dgm:t>
        <a:bodyPr/>
        <a:lstStyle/>
        <a:p>
          <a:endParaRPr lang="en-IN"/>
        </a:p>
      </dgm:t>
    </dgm:pt>
    <dgm:pt modelId="{0632FFBE-068F-4D22-8AC3-2C38A9033EB2}" type="pres">
      <dgm:prSet presAssocID="{CB3167A6-0A96-403A-8D5B-2770DE763851}" presName="composite" presStyleCnt="0"/>
      <dgm:spPr/>
    </dgm:pt>
    <dgm:pt modelId="{D8E8F548-20F3-471A-9055-62DE131CF6ED}" type="pres">
      <dgm:prSet presAssocID="{CB3167A6-0A96-403A-8D5B-2770DE763851}" presName="parentText" presStyleLbl="alignNode1" presStyleIdx="0" presStyleCnt="1">
        <dgm:presLayoutVars>
          <dgm:chMax val="1"/>
          <dgm:bulletEnabled val="1"/>
        </dgm:presLayoutVars>
      </dgm:prSet>
      <dgm:spPr/>
      <dgm:t>
        <a:bodyPr/>
        <a:lstStyle/>
        <a:p>
          <a:endParaRPr lang="en-IN"/>
        </a:p>
      </dgm:t>
    </dgm:pt>
    <dgm:pt modelId="{39F115DF-E4DC-4425-B504-1E92CDA22B09}" type="pres">
      <dgm:prSet presAssocID="{CB3167A6-0A96-403A-8D5B-2770DE763851}" presName="descendantText" presStyleLbl="alignAcc1" presStyleIdx="0" presStyleCnt="1">
        <dgm:presLayoutVars>
          <dgm:bulletEnabled val="1"/>
        </dgm:presLayoutVars>
      </dgm:prSet>
      <dgm:spPr/>
      <dgm:t>
        <a:bodyPr/>
        <a:lstStyle/>
        <a:p>
          <a:endParaRPr lang="en-IN"/>
        </a:p>
      </dgm:t>
    </dgm:pt>
  </dgm:ptLst>
  <dgm:cxnLst>
    <dgm:cxn modelId="{E0CD1C50-F3DD-48DC-8E91-4EFADE669A44}" srcId="{CB3167A6-0A96-403A-8D5B-2770DE763851}" destId="{5EBC119D-F106-4CB5-8051-F81A2BFA3DA3}" srcOrd="0" destOrd="0" parTransId="{1A64AB8E-44FD-46C4-98B1-B7C8103CB095}" sibTransId="{827C99D2-047D-4832-8AAE-5A4E9C5D76A8}"/>
    <dgm:cxn modelId="{5EBBD13D-0133-47BE-AAD9-B24C6507DC24}" type="presOf" srcId="{59BB08E1-AC07-429F-ACC3-8234FF424C06}" destId="{7769C69D-6C10-43A4-A4F4-39CF8A0D37DB}" srcOrd="0" destOrd="0" presId="urn:microsoft.com/office/officeart/2005/8/layout/chevron2"/>
    <dgm:cxn modelId="{C0B70D4E-8276-4536-A4DB-52A925CAD43A}" srcId="{59BB08E1-AC07-429F-ACC3-8234FF424C06}" destId="{CB3167A6-0A96-403A-8D5B-2770DE763851}" srcOrd="0" destOrd="0" parTransId="{E1CA6C38-9DBD-4740-8354-0BE7F7A096D7}" sibTransId="{777C03FC-1F53-4133-AFD0-8F48BB170AC4}"/>
    <dgm:cxn modelId="{B6375A86-E411-49AE-AB12-CF7421C31372}" type="presOf" srcId="{5EBC119D-F106-4CB5-8051-F81A2BFA3DA3}" destId="{39F115DF-E4DC-4425-B504-1E92CDA22B09}" srcOrd="0" destOrd="0" presId="urn:microsoft.com/office/officeart/2005/8/layout/chevron2"/>
    <dgm:cxn modelId="{725FB8F3-BA45-4875-A271-005E2701220C}" type="presOf" srcId="{B40C5ECA-EFB7-4653-A5A6-E933FF2EA0C8}" destId="{39F115DF-E4DC-4425-B504-1E92CDA22B09}" srcOrd="0" destOrd="1" presId="urn:microsoft.com/office/officeart/2005/8/layout/chevron2"/>
    <dgm:cxn modelId="{1F76796A-F48C-4378-A1DB-9AC1F5576029}" type="presOf" srcId="{CB3167A6-0A96-403A-8D5B-2770DE763851}" destId="{D8E8F548-20F3-471A-9055-62DE131CF6ED}" srcOrd="0" destOrd="0" presId="urn:microsoft.com/office/officeart/2005/8/layout/chevron2"/>
    <dgm:cxn modelId="{DC7426B2-2AD9-4FF2-A94B-87BF304A0616}" srcId="{CB3167A6-0A96-403A-8D5B-2770DE763851}" destId="{B40C5ECA-EFB7-4653-A5A6-E933FF2EA0C8}" srcOrd="1" destOrd="0" parTransId="{58BCC6AB-D168-49B9-9426-7E3E76555DAF}" sibTransId="{664FD7B8-6D48-4649-95B3-9E90219EE9D0}"/>
    <dgm:cxn modelId="{8206675F-AD86-489D-A335-2F47DA91D6AE}" type="presParOf" srcId="{7769C69D-6C10-43A4-A4F4-39CF8A0D37DB}" destId="{0632FFBE-068F-4D22-8AC3-2C38A9033EB2}" srcOrd="0" destOrd="0" presId="urn:microsoft.com/office/officeart/2005/8/layout/chevron2"/>
    <dgm:cxn modelId="{7B7DFBCC-FC45-4E77-AC89-D8193C55CA45}" type="presParOf" srcId="{0632FFBE-068F-4D22-8AC3-2C38A9033EB2}" destId="{D8E8F548-20F3-471A-9055-62DE131CF6ED}" srcOrd="0" destOrd="0" presId="urn:microsoft.com/office/officeart/2005/8/layout/chevron2"/>
    <dgm:cxn modelId="{290F085D-1546-4D36-A60F-87ABA0F5AA1D}" type="presParOf" srcId="{0632FFBE-068F-4D22-8AC3-2C38A9033EB2}" destId="{39F115DF-E4DC-4425-B504-1E92CDA22B0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A76C9EE-1A2C-4BCA-B5FD-1B29C49CFFFA}" type="doc">
      <dgm:prSet loTypeId="urn:microsoft.com/office/officeart/2005/8/layout/vList2" loCatId="list" qsTypeId="urn:microsoft.com/office/officeart/2005/8/quickstyle/simple4" qsCatId="simple" csTypeId="urn:microsoft.com/office/officeart/2005/8/colors/accent2_2" csCatId="accent2" phldr="1"/>
      <dgm:spPr/>
      <dgm:t>
        <a:bodyPr/>
        <a:lstStyle/>
        <a:p>
          <a:endParaRPr lang="en-IN"/>
        </a:p>
      </dgm:t>
    </dgm:pt>
    <dgm:pt modelId="{C79606FE-5F03-4D5C-B0FD-9184EB26366D}">
      <dgm:prSet custT="1"/>
      <dgm:spPr/>
      <dgm:t>
        <a:bodyPr/>
        <a:lstStyle/>
        <a:p>
          <a:pPr algn="just" rtl="0"/>
          <a:r>
            <a:rPr lang="en-US" sz="1800" dirty="0" smtClean="0"/>
            <a:t>An agreement with or by a minor is void and inoperative </a:t>
          </a:r>
          <a:r>
            <a:rPr lang="en-US" sz="1800" dirty="0" err="1" smtClean="0"/>
            <a:t>ab</a:t>
          </a:r>
          <a:r>
            <a:rPr lang="en-US" sz="1800" dirty="0" smtClean="0"/>
            <a:t> initio. </a:t>
          </a:r>
          <a:r>
            <a:rPr lang="en-US" sz="1800" i="1" dirty="0" smtClean="0"/>
            <a:t>E.g. </a:t>
          </a:r>
          <a:r>
            <a:rPr lang="en-US" sz="1800" i="1" dirty="0" err="1" smtClean="0"/>
            <a:t>Mohiri</a:t>
          </a:r>
          <a:r>
            <a:rPr lang="en-US" sz="1800" i="1" dirty="0" smtClean="0"/>
            <a:t> </a:t>
          </a:r>
          <a:r>
            <a:rPr lang="en-US" sz="1800" i="1" dirty="0" err="1" smtClean="0"/>
            <a:t>Bibi</a:t>
          </a:r>
          <a:r>
            <a:rPr lang="en-US" sz="1800" i="1" dirty="0" smtClean="0"/>
            <a:t> Vs. </a:t>
          </a:r>
          <a:r>
            <a:rPr lang="en-US" sz="1800" i="1" dirty="0" err="1" smtClean="0"/>
            <a:t>Dharmodas</a:t>
          </a:r>
          <a:r>
            <a:rPr lang="en-US" sz="1800" i="1" dirty="0" smtClean="0"/>
            <a:t> </a:t>
          </a:r>
          <a:r>
            <a:rPr lang="en-US" sz="1800" i="1" dirty="0" err="1" smtClean="0"/>
            <a:t>Ghose</a:t>
          </a:r>
          <a:r>
            <a:rPr lang="en-US" sz="1800" i="1" dirty="0" smtClean="0"/>
            <a:t> (1903); </a:t>
          </a:r>
          <a:endParaRPr lang="en-IN" sz="1800" dirty="0"/>
        </a:p>
      </dgm:t>
    </dgm:pt>
    <dgm:pt modelId="{DE8FADA6-1E99-446B-8485-96BB60CAF6A5}" type="parTrans" cxnId="{F56D3A7B-F004-46A6-8FAD-8DA27728E418}">
      <dgm:prSet/>
      <dgm:spPr/>
      <dgm:t>
        <a:bodyPr/>
        <a:lstStyle/>
        <a:p>
          <a:endParaRPr lang="en-IN"/>
        </a:p>
      </dgm:t>
    </dgm:pt>
    <dgm:pt modelId="{5F92F14B-3716-42BB-92A5-84DBDA906612}" type="sibTrans" cxnId="{F56D3A7B-F004-46A6-8FAD-8DA27728E418}">
      <dgm:prSet/>
      <dgm:spPr/>
      <dgm:t>
        <a:bodyPr/>
        <a:lstStyle/>
        <a:p>
          <a:endParaRPr lang="en-IN"/>
        </a:p>
      </dgm:t>
    </dgm:pt>
    <dgm:pt modelId="{13F6A652-5CB6-4B60-91BD-B26078343FEE}">
      <dgm:prSet custT="1"/>
      <dgm:spPr/>
      <dgm:t>
        <a:bodyPr/>
        <a:lstStyle/>
        <a:p>
          <a:pPr rtl="0"/>
          <a:r>
            <a:rPr lang="en-US" sz="2000" dirty="0" smtClean="0"/>
            <a:t>A minor can be a </a:t>
          </a:r>
          <a:r>
            <a:rPr lang="en-US" sz="2000" dirty="0" err="1" smtClean="0"/>
            <a:t>promisee</a:t>
          </a:r>
          <a:r>
            <a:rPr lang="en-US" sz="2000" dirty="0" smtClean="0"/>
            <a:t> or beneficiary.</a:t>
          </a:r>
          <a:endParaRPr lang="en-IN" sz="2000" dirty="0"/>
        </a:p>
      </dgm:t>
    </dgm:pt>
    <dgm:pt modelId="{2DAF1E28-782E-46B4-A5CB-044EAE81CEEC}" type="parTrans" cxnId="{3299F20F-EA04-4EDC-A25C-1B7DD332102C}">
      <dgm:prSet/>
      <dgm:spPr/>
      <dgm:t>
        <a:bodyPr/>
        <a:lstStyle/>
        <a:p>
          <a:endParaRPr lang="en-IN"/>
        </a:p>
      </dgm:t>
    </dgm:pt>
    <dgm:pt modelId="{49E17DDB-DE76-43B8-AB9E-BCC10C63EA26}" type="sibTrans" cxnId="{3299F20F-EA04-4EDC-A25C-1B7DD332102C}">
      <dgm:prSet/>
      <dgm:spPr/>
      <dgm:t>
        <a:bodyPr/>
        <a:lstStyle/>
        <a:p>
          <a:endParaRPr lang="en-IN"/>
        </a:p>
      </dgm:t>
    </dgm:pt>
    <dgm:pt modelId="{DA84EE47-6384-45BA-8259-4C9A82C251D5}">
      <dgm:prSet custT="1"/>
      <dgm:spPr/>
      <dgm:t>
        <a:bodyPr/>
        <a:lstStyle/>
        <a:p>
          <a:pPr algn="just" rtl="0"/>
          <a:r>
            <a:rPr lang="en-US" sz="1800" dirty="0" smtClean="0"/>
            <a:t>His agreement cannot be ratified by him on attaining the age of majority. Consideration given during minority is no consideration.</a:t>
          </a:r>
          <a:endParaRPr lang="en-IN" sz="1800" dirty="0"/>
        </a:p>
      </dgm:t>
    </dgm:pt>
    <dgm:pt modelId="{39D7B213-6BF2-4330-82AC-6D7075A67CA3}" type="parTrans" cxnId="{C1A7A71E-F04A-4D6E-AE82-801595A9C8C7}">
      <dgm:prSet/>
      <dgm:spPr/>
      <dgm:t>
        <a:bodyPr/>
        <a:lstStyle/>
        <a:p>
          <a:endParaRPr lang="en-IN"/>
        </a:p>
      </dgm:t>
    </dgm:pt>
    <dgm:pt modelId="{98F393D7-2FCA-4287-94C2-3B4585AE637B}" type="sibTrans" cxnId="{C1A7A71E-F04A-4D6E-AE82-801595A9C8C7}">
      <dgm:prSet/>
      <dgm:spPr/>
      <dgm:t>
        <a:bodyPr/>
        <a:lstStyle/>
        <a:p>
          <a:endParaRPr lang="en-IN"/>
        </a:p>
      </dgm:t>
    </dgm:pt>
    <dgm:pt modelId="{C2DE4E35-07CE-47E7-A2EF-3972F9DF71E5}">
      <dgm:prSet custT="1"/>
      <dgm:spPr/>
      <dgm:t>
        <a:bodyPr/>
        <a:lstStyle/>
        <a:p>
          <a:pPr rtl="0"/>
          <a:r>
            <a:rPr lang="en-US" sz="2000" dirty="0" smtClean="0"/>
            <a:t>If he has received any benefit under a void agreement, he cannot be asked to compensate for the same.</a:t>
          </a:r>
          <a:endParaRPr lang="en-IN" sz="2000" dirty="0"/>
        </a:p>
      </dgm:t>
    </dgm:pt>
    <dgm:pt modelId="{79CD921F-3238-454F-831D-A3CF7F29D392}" type="parTrans" cxnId="{82CB2C95-1DF1-47F5-A3AF-0D769C4A22E8}">
      <dgm:prSet/>
      <dgm:spPr/>
      <dgm:t>
        <a:bodyPr/>
        <a:lstStyle/>
        <a:p>
          <a:endParaRPr lang="en-IN"/>
        </a:p>
      </dgm:t>
    </dgm:pt>
    <dgm:pt modelId="{23741F9A-B7E8-4F07-B40F-A131BDC33713}" type="sibTrans" cxnId="{82CB2C95-1DF1-47F5-A3AF-0D769C4A22E8}">
      <dgm:prSet/>
      <dgm:spPr/>
      <dgm:t>
        <a:bodyPr/>
        <a:lstStyle/>
        <a:p>
          <a:endParaRPr lang="en-IN"/>
        </a:p>
      </dgm:t>
    </dgm:pt>
    <dgm:pt modelId="{13483C41-90C4-44D7-B9A7-E87FE4412F37}" type="pres">
      <dgm:prSet presAssocID="{FA76C9EE-1A2C-4BCA-B5FD-1B29C49CFFFA}" presName="linear" presStyleCnt="0">
        <dgm:presLayoutVars>
          <dgm:animLvl val="lvl"/>
          <dgm:resizeHandles val="exact"/>
        </dgm:presLayoutVars>
      </dgm:prSet>
      <dgm:spPr/>
      <dgm:t>
        <a:bodyPr/>
        <a:lstStyle/>
        <a:p>
          <a:endParaRPr lang="en-IN"/>
        </a:p>
      </dgm:t>
    </dgm:pt>
    <dgm:pt modelId="{F09C6200-0692-4524-8982-8EC9A26C9654}" type="pres">
      <dgm:prSet presAssocID="{C79606FE-5F03-4D5C-B0FD-9184EB26366D}" presName="parentText" presStyleLbl="node1" presStyleIdx="0" presStyleCnt="4">
        <dgm:presLayoutVars>
          <dgm:chMax val="0"/>
          <dgm:bulletEnabled val="1"/>
        </dgm:presLayoutVars>
      </dgm:prSet>
      <dgm:spPr/>
      <dgm:t>
        <a:bodyPr/>
        <a:lstStyle/>
        <a:p>
          <a:endParaRPr lang="en-IN"/>
        </a:p>
      </dgm:t>
    </dgm:pt>
    <dgm:pt modelId="{3AEF57C5-2EAF-4BDE-993F-E3777B9DB5BF}" type="pres">
      <dgm:prSet presAssocID="{5F92F14B-3716-42BB-92A5-84DBDA906612}" presName="spacer" presStyleCnt="0"/>
      <dgm:spPr/>
    </dgm:pt>
    <dgm:pt modelId="{8D463055-0B69-41F1-B4F3-EE7D1525B9D1}" type="pres">
      <dgm:prSet presAssocID="{13F6A652-5CB6-4B60-91BD-B26078343FEE}" presName="parentText" presStyleLbl="node1" presStyleIdx="1" presStyleCnt="4">
        <dgm:presLayoutVars>
          <dgm:chMax val="0"/>
          <dgm:bulletEnabled val="1"/>
        </dgm:presLayoutVars>
      </dgm:prSet>
      <dgm:spPr/>
      <dgm:t>
        <a:bodyPr/>
        <a:lstStyle/>
        <a:p>
          <a:endParaRPr lang="en-IN"/>
        </a:p>
      </dgm:t>
    </dgm:pt>
    <dgm:pt modelId="{360B9546-AD61-486E-BF31-FFBBCA67D4D3}" type="pres">
      <dgm:prSet presAssocID="{49E17DDB-DE76-43B8-AB9E-BCC10C63EA26}" presName="spacer" presStyleCnt="0"/>
      <dgm:spPr/>
    </dgm:pt>
    <dgm:pt modelId="{25D4AFDB-EB52-419B-9CA2-20314D4A41F4}" type="pres">
      <dgm:prSet presAssocID="{DA84EE47-6384-45BA-8259-4C9A82C251D5}" presName="parentText" presStyleLbl="node1" presStyleIdx="2" presStyleCnt="4">
        <dgm:presLayoutVars>
          <dgm:chMax val="0"/>
          <dgm:bulletEnabled val="1"/>
        </dgm:presLayoutVars>
      </dgm:prSet>
      <dgm:spPr/>
      <dgm:t>
        <a:bodyPr/>
        <a:lstStyle/>
        <a:p>
          <a:endParaRPr lang="en-IN"/>
        </a:p>
      </dgm:t>
    </dgm:pt>
    <dgm:pt modelId="{67E7EEE1-497D-4B3D-BC3A-5682B2118F7F}" type="pres">
      <dgm:prSet presAssocID="{98F393D7-2FCA-4287-94C2-3B4585AE637B}" presName="spacer" presStyleCnt="0"/>
      <dgm:spPr/>
    </dgm:pt>
    <dgm:pt modelId="{C2C092A3-A07C-430A-807A-227A46004661}" type="pres">
      <dgm:prSet presAssocID="{C2DE4E35-07CE-47E7-A2EF-3972F9DF71E5}" presName="parentText" presStyleLbl="node1" presStyleIdx="3" presStyleCnt="4">
        <dgm:presLayoutVars>
          <dgm:chMax val="0"/>
          <dgm:bulletEnabled val="1"/>
        </dgm:presLayoutVars>
      </dgm:prSet>
      <dgm:spPr/>
      <dgm:t>
        <a:bodyPr/>
        <a:lstStyle/>
        <a:p>
          <a:endParaRPr lang="en-IN"/>
        </a:p>
      </dgm:t>
    </dgm:pt>
  </dgm:ptLst>
  <dgm:cxnLst>
    <dgm:cxn modelId="{3299F20F-EA04-4EDC-A25C-1B7DD332102C}" srcId="{FA76C9EE-1A2C-4BCA-B5FD-1B29C49CFFFA}" destId="{13F6A652-5CB6-4B60-91BD-B26078343FEE}" srcOrd="1" destOrd="0" parTransId="{2DAF1E28-782E-46B4-A5CB-044EAE81CEEC}" sibTransId="{49E17DDB-DE76-43B8-AB9E-BCC10C63EA26}"/>
    <dgm:cxn modelId="{82CB2C95-1DF1-47F5-A3AF-0D769C4A22E8}" srcId="{FA76C9EE-1A2C-4BCA-B5FD-1B29C49CFFFA}" destId="{C2DE4E35-07CE-47E7-A2EF-3972F9DF71E5}" srcOrd="3" destOrd="0" parTransId="{79CD921F-3238-454F-831D-A3CF7F29D392}" sibTransId="{23741F9A-B7E8-4F07-B40F-A131BDC33713}"/>
    <dgm:cxn modelId="{7EEB2D7F-EA32-488F-A0FA-0B0B33BBC5E6}" type="presOf" srcId="{13F6A652-5CB6-4B60-91BD-B26078343FEE}" destId="{8D463055-0B69-41F1-B4F3-EE7D1525B9D1}" srcOrd="0" destOrd="0" presId="urn:microsoft.com/office/officeart/2005/8/layout/vList2"/>
    <dgm:cxn modelId="{AC0D1C3F-CCDB-4417-9E63-0FC7C96B3263}" type="presOf" srcId="{C2DE4E35-07CE-47E7-A2EF-3972F9DF71E5}" destId="{C2C092A3-A07C-430A-807A-227A46004661}" srcOrd="0" destOrd="0" presId="urn:microsoft.com/office/officeart/2005/8/layout/vList2"/>
    <dgm:cxn modelId="{90FB2C55-0CA8-4BAB-9A71-1647577FF84E}" type="presOf" srcId="{C79606FE-5F03-4D5C-B0FD-9184EB26366D}" destId="{F09C6200-0692-4524-8982-8EC9A26C9654}" srcOrd="0" destOrd="0" presId="urn:microsoft.com/office/officeart/2005/8/layout/vList2"/>
    <dgm:cxn modelId="{C1A7A71E-F04A-4D6E-AE82-801595A9C8C7}" srcId="{FA76C9EE-1A2C-4BCA-B5FD-1B29C49CFFFA}" destId="{DA84EE47-6384-45BA-8259-4C9A82C251D5}" srcOrd="2" destOrd="0" parTransId="{39D7B213-6BF2-4330-82AC-6D7075A67CA3}" sibTransId="{98F393D7-2FCA-4287-94C2-3B4585AE637B}"/>
    <dgm:cxn modelId="{FB84619C-559F-4CC4-8CFB-0C06984C4C94}" type="presOf" srcId="{DA84EE47-6384-45BA-8259-4C9A82C251D5}" destId="{25D4AFDB-EB52-419B-9CA2-20314D4A41F4}" srcOrd="0" destOrd="0" presId="urn:microsoft.com/office/officeart/2005/8/layout/vList2"/>
    <dgm:cxn modelId="{F56D3A7B-F004-46A6-8FAD-8DA27728E418}" srcId="{FA76C9EE-1A2C-4BCA-B5FD-1B29C49CFFFA}" destId="{C79606FE-5F03-4D5C-B0FD-9184EB26366D}" srcOrd="0" destOrd="0" parTransId="{DE8FADA6-1E99-446B-8485-96BB60CAF6A5}" sibTransId="{5F92F14B-3716-42BB-92A5-84DBDA906612}"/>
    <dgm:cxn modelId="{FCB3D88A-D029-45B8-B8F7-A531D3DC8F34}" type="presOf" srcId="{FA76C9EE-1A2C-4BCA-B5FD-1B29C49CFFFA}" destId="{13483C41-90C4-44D7-B9A7-E87FE4412F37}" srcOrd="0" destOrd="0" presId="urn:microsoft.com/office/officeart/2005/8/layout/vList2"/>
    <dgm:cxn modelId="{9A327A21-A55A-419F-8468-1E3EF2293FB7}" type="presParOf" srcId="{13483C41-90C4-44D7-B9A7-E87FE4412F37}" destId="{F09C6200-0692-4524-8982-8EC9A26C9654}" srcOrd="0" destOrd="0" presId="urn:microsoft.com/office/officeart/2005/8/layout/vList2"/>
    <dgm:cxn modelId="{68E53BCC-B368-4BA3-AB7E-7E121E29C463}" type="presParOf" srcId="{13483C41-90C4-44D7-B9A7-E87FE4412F37}" destId="{3AEF57C5-2EAF-4BDE-993F-E3777B9DB5BF}" srcOrd="1" destOrd="0" presId="urn:microsoft.com/office/officeart/2005/8/layout/vList2"/>
    <dgm:cxn modelId="{EE6AF137-148C-42D4-976B-B79248D79112}" type="presParOf" srcId="{13483C41-90C4-44D7-B9A7-E87FE4412F37}" destId="{8D463055-0B69-41F1-B4F3-EE7D1525B9D1}" srcOrd="2" destOrd="0" presId="urn:microsoft.com/office/officeart/2005/8/layout/vList2"/>
    <dgm:cxn modelId="{BC4089EB-E7EC-4F44-B3AA-996C6E57DA00}" type="presParOf" srcId="{13483C41-90C4-44D7-B9A7-E87FE4412F37}" destId="{360B9546-AD61-486E-BF31-FFBBCA67D4D3}" srcOrd="3" destOrd="0" presId="urn:microsoft.com/office/officeart/2005/8/layout/vList2"/>
    <dgm:cxn modelId="{63894E91-651F-4BD3-880E-36A223B57271}" type="presParOf" srcId="{13483C41-90C4-44D7-B9A7-E87FE4412F37}" destId="{25D4AFDB-EB52-419B-9CA2-20314D4A41F4}" srcOrd="4" destOrd="0" presId="urn:microsoft.com/office/officeart/2005/8/layout/vList2"/>
    <dgm:cxn modelId="{7090FD7E-14C7-414B-8709-0E7A58846C95}" type="presParOf" srcId="{13483C41-90C4-44D7-B9A7-E87FE4412F37}" destId="{67E7EEE1-497D-4B3D-BC3A-5682B2118F7F}" srcOrd="5" destOrd="0" presId="urn:microsoft.com/office/officeart/2005/8/layout/vList2"/>
    <dgm:cxn modelId="{7EA4E5E6-31AF-486F-A96D-938036DC97F7}" type="presParOf" srcId="{13483C41-90C4-44D7-B9A7-E87FE4412F37}" destId="{C2C092A3-A07C-430A-807A-227A4600466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95BE822-86B6-4021-A0FF-61FBBE58EB33}" type="doc">
      <dgm:prSet loTypeId="urn:microsoft.com/office/officeart/2005/8/layout/vList2" loCatId="list" qsTypeId="urn:microsoft.com/office/officeart/2005/8/quickstyle/simple4" qsCatId="simple" csTypeId="urn:microsoft.com/office/officeart/2005/8/colors/accent2_2" csCatId="accent2" phldr="1"/>
      <dgm:spPr/>
      <dgm:t>
        <a:bodyPr/>
        <a:lstStyle/>
        <a:p>
          <a:endParaRPr lang="en-IN"/>
        </a:p>
      </dgm:t>
    </dgm:pt>
    <dgm:pt modelId="{D55A52C5-9436-4481-B3C5-7987E1AE085C}">
      <dgm:prSet custT="1"/>
      <dgm:spPr/>
      <dgm:t>
        <a:bodyPr/>
        <a:lstStyle/>
        <a:p>
          <a:pPr rtl="0"/>
          <a:r>
            <a:rPr lang="en-US" sz="2400" dirty="0" smtClean="0"/>
            <a:t>He can always plead minority.</a:t>
          </a:r>
          <a:endParaRPr lang="en-IN" sz="2400" dirty="0"/>
        </a:p>
      </dgm:t>
    </dgm:pt>
    <dgm:pt modelId="{5178BD43-F330-4313-9178-C290A763E791}" type="parTrans" cxnId="{871BB25F-4920-44C4-8BEB-CAAD30077062}">
      <dgm:prSet/>
      <dgm:spPr/>
      <dgm:t>
        <a:bodyPr/>
        <a:lstStyle/>
        <a:p>
          <a:endParaRPr lang="en-IN"/>
        </a:p>
      </dgm:t>
    </dgm:pt>
    <dgm:pt modelId="{2B029103-0A22-4F78-95C3-E6CF9657B48C}" type="sibTrans" cxnId="{871BB25F-4920-44C4-8BEB-CAAD30077062}">
      <dgm:prSet/>
      <dgm:spPr/>
      <dgm:t>
        <a:bodyPr/>
        <a:lstStyle/>
        <a:p>
          <a:endParaRPr lang="en-IN"/>
        </a:p>
      </dgm:t>
    </dgm:pt>
    <dgm:pt modelId="{3BDD3C37-93DD-40F1-8D2B-37F91C37FC88}">
      <dgm:prSet custT="1"/>
      <dgm:spPr/>
      <dgm:t>
        <a:bodyPr/>
        <a:lstStyle/>
        <a:p>
          <a:pPr rtl="0"/>
          <a:r>
            <a:rPr lang="en-US" sz="1600" dirty="0" smtClean="0"/>
            <a:t>There can be no specific performance of the agreements entered into by him as they are void, </a:t>
          </a:r>
          <a:r>
            <a:rPr lang="en-US" sz="1600" i="1" dirty="0" err="1" smtClean="0"/>
            <a:t>ab</a:t>
          </a:r>
          <a:r>
            <a:rPr lang="en-US" sz="1600" i="1" dirty="0" smtClean="0"/>
            <a:t> initio</a:t>
          </a:r>
          <a:r>
            <a:rPr lang="en-US" sz="1600" dirty="0" smtClean="0"/>
            <a:t>.</a:t>
          </a:r>
          <a:endParaRPr lang="en-IN" sz="1600" dirty="0"/>
        </a:p>
      </dgm:t>
    </dgm:pt>
    <dgm:pt modelId="{1B6B9439-572B-40B1-8C61-B071FAF73461}" type="parTrans" cxnId="{AFF7D579-AB77-431A-8FF9-FC7AEB591BCC}">
      <dgm:prSet/>
      <dgm:spPr/>
      <dgm:t>
        <a:bodyPr/>
        <a:lstStyle/>
        <a:p>
          <a:endParaRPr lang="en-IN"/>
        </a:p>
      </dgm:t>
    </dgm:pt>
    <dgm:pt modelId="{D261C780-8502-4E7A-841A-C4E67D183212}" type="sibTrans" cxnId="{AFF7D579-AB77-431A-8FF9-FC7AEB591BCC}">
      <dgm:prSet/>
      <dgm:spPr/>
      <dgm:t>
        <a:bodyPr/>
        <a:lstStyle/>
        <a:p>
          <a:endParaRPr lang="en-IN"/>
        </a:p>
      </dgm:t>
    </dgm:pt>
    <dgm:pt modelId="{7F89A5F3-CAE7-4851-97BB-BB43E7A4E460}">
      <dgm:prSet custT="1"/>
      <dgm:spPr/>
      <dgm:t>
        <a:bodyPr/>
        <a:lstStyle/>
        <a:p>
          <a:pPr rtl="0"/>
          <a:r>
            <a:rPr lang="en-US" sz="2000" dirty="0" smtClean="0"/>
            <a:t>A minor cannot enter into a contract of partnership.</a:t>
          </a:r>
          <a:endParaRPr lang="en-IN" sz="2000" dirty="0"/>
        </a:p>
      </dgm:t>
    </dgm:pt>
    <dgm:pt modelId="{840A15C0-A944-47A7-B6E9-63259B5C2104}" type="parTrans" cxnId="{552C3262-248E-406A-AB72-E40EF45CEF2C}">
      <dgm:prSet/>
      <dgm:spPr/>
      <dgm:t>
        <a:bodyPr/>
        <a:lstStyle/>
        <a:p>
          <a:endParaRPr lang="en-IN"/>
        </a:p>
      </dgm:t>
    </dgm:pt>
    <dgm:pt modelId="{619826F2-A780-4463-B835-7CBFB136C01D}" type="sibTrans" cxnId="{552C3262-248E-406A-AB72-E40EF45CEF2C}">
      <dgm:prSet/>
      <dgm:spPr/>
      <dgm:t>
        <a:bodyPr/>
        <a:lstStyle/>
        <a:p>
          <a:endParaRPr lang="en-IN"/>
        </a:p>
      </dgm:t>
    </dgm:pt>
    <dgm:pt modelId="{37F4E853-0C15-488C-AC79-FE1CC21B5FD0}">
      <dgm:prSet custT="1"/>
      <dgm:spPr/>
      <dgm:t>
        <a:bodyPr/>
        <a:lstStyle/>
        <a:p>
          <a:pPr rtl="0"/>
          <a:r>
            <a:rPr lang="en-US" sz="2000" dirty="0" smtClean="0"/>
            <a:t>He cannot be adjusted insolvent.</a:t>
          </a:r>
          <a:endParaRPr lang="en-IN" sz="2000" dirty="0"/>
        </a:p>
      </dgm:t>
    </dgm:pt>
    <dgm:pt modelId="{1B787566-27EF-4143-A3A4-8FFFA6870AC3}" type="parTrans" cxnId="{F7C09678-D53C-4BC6-A223-1DD8FF648DBF}">
      <dgm:prSet/>
      <dgm:spPr/>
      <dgm:t>
        <a:bodyPr/>
        <a:lstStyle/>
        <a:p>
          <a:endParaRPr lang="en-IN"/>
        </a:p>
      </dgm:t>
    </dgm:pt>
    <dgm:pt modelId="{400553B4-3074-4DD9-BB51-BA43569528BE}" type="sibTrans" cxnId="{F7C09678-D53C-4BC6-A223-1DD8FF648DBF}">
      <dgm:prSet/>
      <dgm:spPr/>
      <dgm:t>
        <a:bodyPr/>
        <a:lstStyle/>
        <a:p>
          <a:endParaRPr lang="en-IN"/>
        </a:p>
      </dgm:t>
    </dgm:pt>
    <dgm:pt modelId="{B3510DD4-294B-49B4-A44A-BC9FFB363152}" type="pres">
      <dgm:prSet presAssocID="{A95BE822-86B6-4021-A0FF-61FBBE58EB33}" presName="linear" presStyleCnt="0">
        <dgm:presLayoutVars>
          <dgm:animLvl val="lvl"/>
          <dgm:resizeHandles val="exact"/>
        </dgm:presLayoutVars>
      </dgm:prSet>
      <dgm:spPr/>
      <dgm:t>
        <a:bodyPr/>
        <a:lstStyle/>
        <a:p>
          <a:endParaRPr lang="en-IN"/>
        </a:p>
      </dgm:t>
    </dgm:pt>
    <dgm:pt modelId="{617E82CD-5EF3-4599-B4D8-DDB496419703}" type="pres">
      <dgm:prSet presAssocID="{D55A52C5-9436-4481-B3C5-7987E1AE085C}" presName="parentText" presStyleLbl="node1" presStyleIdx="0" presStyleCnt="4">
        <dgm:presLayoutVars>
          <dgm:chMax val="0"/>
          <dgm:bulletEnabled val="1"/>
        </dgm:presLayoutVars>
      </dgm:prSet>
      <dgm:spPr/>
      <dgm:t>
        <a:bodyPr/>
        <a:lstStyle/>
        <a:p>
          <a:endParaRPr lang="en-IN"/>
        </a:p>
      </dgm:t>
    </dgm:pt>
    <dgm:pt modelId="{4C3569C8-D599-4921-A349-C2C1017F335E}" type="pres">
      <dgm:prSet presAssocID="{2B029103-0A22-4F78-95C3-E6CF9657B48C}" presName="spacer" presStyleCnt="0"/>
      <dgm:spPr/>
    </dgm:pt>
    <dgm:pt modelId="{99AA317C-75F7-48CA-B8ED-9269EDF1B2E7}" type="pres">
      <dgm:prSet presAssocID="{3BDD3C37-93DD-40F1-8D2B-37F91C37FC88}" presName="parentText" presStyleLbl="node1" presStyleIdx="1" presStyleCnt="4">
        <dgm:presLayoutVars>
          <dgm:chMax val="0"/>
          <dgm:bulletEnabled val="1"/>
        </dgm:presLayoutVars>
      </dgm:prSet>
      <dgm:spPr/>
      <dgm:t>
        <a:bodyPr/>
        <a:lstStyle/>
        <a:p>
          <a:endParaRPr lang="en-IN"/>
        </a:p>
      </dgm:t>
    </dgm:pt>
    <dgm:pt modelId="{B7945911-32CB-4EE8-B663-7B73E46B9630}" type="pres">
      <dgm:prSet presAssocID="{D261C780-8502-4E7A-841A-C4E67D183212}" presName="spacer" presStyleCnt="0"/>
      <dgm:spPr/>
    </dgm:pt>
    <dgm:pt modelId="{75805EF0-556F-454A-9A8A-F8922C386953}" type="pres">
      <dgm:prSet presAssocID="{7F89A5F3-CAE7-4851-97BB-BB43E7A4E460}" presName="parentText" presStyleLbl="node1" presStyleIdx="2" presStyleCnt="4">
        <dgm:presLayoutVars>
          <dgm:chMax val="0"/>
          <dgm:bulletEnabled val="1"/>
        </dgm:presLayoutVars>
      </dgm:prSet>
      <dgm:spPr/>
      <dgm:t>
        <a:bodyPr/>
        <a:lstStyle/>
        <a:p>
          <a:endParaRPr lang="en-IN"/>
        </a:p>
      </dgm:t>
    </dgm:pt>
    <dgm:pt modelId="{14A47227-9E55-4F5A-BD20-1F0235B4915B}" type="pres">
      <dgm:prSet presAssocID="{619826F2-A780-4463-B835-7CBFB136C01D}" presName="spacer" presStyleCnt="0"/>
      <dgm:spPr/>
    </dgm:pt>
    <dgm:pt modelId="{410BB2B9-E49C-4D93-9A52-D5A7853D61B8}" type="pres">
      <dgm:prSet presAssocID="{37F4E853-0C15-488C-AC79-FE1CC21B5FD0}" presName="parentText" presStyleLbl="node1" presStyleIdx="3" presStyleCnt="4">
        <dgm:presLayoutVars>
          <dgm:chMax val="0"/>
          <dgm:bulletEnabled val="1"/>
        </dgm:presLayoutVars>
      </dgm:prSet>
      <dgm:spPr/>
      <dgm:t>
        <a:bodyPr/>
        <a:lstStyle/>
        <a:p>
          <a:endParaRPr lang="en-IN"/>
        </a:p>
      </dgm:t>
    </dgm:pt>
  </dgm:ptLst>
  <dgm:cxnLst>
    <dgm:cxn modelId="{AFF7D579-AB77-431A-8FF9-FC7AEB591BCC}" srcId="{A95BE822-86B6-4021-A0FF-61FBBE58EB33}" destId="{3BDD3C37-93DD-40F1-8D2B-37F91C37FC88}" srcOrd="1" destOrd="0" parTransId="{1B6B9439-572B-40B1-8C61-B071FAF73461}" sibTransId="{D261C780-8502-4E7A-841A-C4E67D183212}"/>
    <dgm:cxn modelId="{F7C09678-D53C-4BC6-A223-1DD8FF648DBF}" srcId="{A95BE822-86B6-4021-A0FF-61FBBE58EB33}" destId="{37F4E853-0C15-488C-AC79-FE1CC21B5FD0}" srcOrd="3" destOrd="0" parTransId="{1B787566-27EF-4143-A3A4-8FFFA6870AC3}" sibTransId="{400553B4-3074-4DD9-BB51-BA43569528BE}"/>
    <dgm:cxn modelId="{8F99E07E-50C5-40D2-969F-A6BFE2F380E8}" type="presOf" srcId="{37F4E853-0C15-488C-AC79-FE1CC21B5FD0}" destId="{410BB2B9-E49C-4D93-9A52-D5A7853D61B8}" srcOrd="0" destOrd="0" presId="urn:microsoft.com/office/officeart/2005/8/layout/vList2"/>
    <dgm:cxn modelId="{552C3262-248E-406A-AB72-E40EF45CEF2C}" srcId="{A95BE822-86B6-4021-A0FF-61FBBE58EB33}" destId="{7F89A5F3-CAE7-4851-97BB-BB43E7A4E460}" srcOrd="2" destOrd="0" parTransId="{840A15C0-A944-47A7-B6E9-63259B5C2104}" sibTransId="{619826F2-A780-4463-B835-7CBFB136C01D}"/>
    <dgm:cxn modelId="{8AE07B25-F893-407B-B674-83D2567B9203}" type="presOf" srcId="{3BDD3C37-93DD-40F1-8D2B-37F91C37FC88}" destId="{99AA317C-75F7-48CA-B8ED-9269EDF1B2E7}" srcOrd="0" destOrd="0" presId="urn:microsoft.com/office/officeart/2005/8/layout/vList2"/>
    <dgm:cxn modelId="{EA2F2AE9-AC41-4249-932E-F1C00C25D084}" type="presOf" srcId="{D55A52C5-9436-4481-B3C5-7987E1AE085C}" destId="{617E82CD-5EF3-4599-B4D8-DDB496419703}" srcOrd="0" destOrd="0" presId="urn:microsoft.com/office/officeart/2005/8/layout/vList2"/>
    <dgm:cxn modelId="{40B0DA9E-A6A4-46DE-B6B1-DE6D3233D189}" type="presOf" srcId="{7F89A5F3-CAE7-4851-97BB-BB43E7A4E460}" destId="{75805EF0-556F-454A-9A8A-F8922C386953}" srcOrd="0" destOrd="0" presId="urn:microsoft.com/office/officeart/2005/8/layout/vList2"/>
    <dgm:cxn modelId="{12BE811A-0D8C-4E5E-918B-55B439AF707D}" type="presOf" srcId="{A95BE822-86B6-4021-A0FF-61FBBE58EB33}" destId="{B3510DD4-294B-49B4-A44A-BC9FFB363152}" srcOrd="0" destOrd="0" presId="urn:microsoft.com/office/officeart/2005/8/layout/vList2"/>
    <dgm:cxn modelId="{871BB25F-4920-44C4-8BEB-CAAD30077062}" srcId="{A95BE822-86B6-4021-A0FF-61FBBE58EB33}" destId="{D55A52C5-9436-4481-B3C5-7987E1AE085C}" srcOrd="0" destOrd="0" parTransId="{5178BD43-F330-4313-9178-C290A763E791}" sibTransId="{2B029103-0A22-4F78-95C3-E6CF9657B48C}"/>
    <dgm:cxn modelId="{C045B514-87D9-4FBE-900E-BF9146CD39DE}" type="presParOf" srcId="{B3510DD4-294B-49B4-A44A-BC9FFB363152}" destId="{617E82CD-5EF3-4599-B4D8-DDB496419703}" srcOrd="0" destOrd="0" presId="urn:microsoft.com/office/officeart/2005/8/layout/vList2"/>
    <dgm:cxn modelId="{CCF31D2F-9411-4D40-8FDB-0EA349200186}" type="presParOf" srcId="{B3510DD4-294B-49B4-A44A-BC9FFB363152}" destId="{4C3569C8-D599-4921-A349-C2C1017F335E}" srcOrd="1" destOrd="0" presId="urn:microsoft.com/office/officeart/2005/8/layout/vList2"/>
    <dgm:cxn modelId="{F02F4224-B6AC-480F-98E3-960CD97DD89A}" type="presParOf" srcId="{B3510DD4-294B-49B4-A44A-BC9FFB363152}" destId="{99AA317C-75F7-48CA-B8ED-9269EDF1B2E7}" srcOrd="2" destOrd="0" presId="urn:microsoft.com/office/officeart/2005/8/layout/vList2"/>
    <dgm:cxn modelId="{B366131C-A15D-461B-B59F-B10869B3009C}" type="presParOf" srcId="{B3510DD4-294B-49B4-A44A-BC9FFB363152}" destId="{B7945911-32CB-4EE8-B663-7B73E46B9630}" srcOrd="3" destOrd="0" presId="urn:microsoft.com/office/officeart/2005/8/layout/vList2"/>
    <dgm:cxn modelId="{792BF391-DE7A-4141-A0C9-4B234C3248F8}" type="presParOf" srcId="{B3510DD4-294B-49B4-A44A-BC9FFB363152}" destId="{75805EF0-556F-454A-9A8A-F8922C386953}" srcOrd="4" destOrd="0" presId="urn:microsoft.com/office/officeart/2005/8/layout/vList2"/>
    <dgm:cxn modelId="{9D90C34A-5B3B-4ACE-BACF-7F0EA482BD73}" type="presParOf" srcId="{B3510DD4-294B-49B4-A44A-BC9FFB363152}" destId="{14A47227-9E55-4F5A-BD20-1F0235B4915B}" srcOrd="5" destOrd="0" presId="urn:microsoft.com/office/officeart/2005/8/layout/vList2"/>
    <dgm:cxn modelId="{4EE007F1-6AE8-4EB5-B455-A91CBCABCA56}" type="presParOf" srcId="{B3510DD4-294B-49B4-A44A-BC9FFB363152}" destId="{410BB2B9-E49C-4D93-9A52-D5A7853D61B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89CAA67-5C9F-4C12-BB76-FFF9D5A18981}" type="doc">
      <dgm:prSet loTypeId="urn:microsoft.com/office/officeart/2005/8/layout/vList2" loCatId="list" qsTypeId="urn:microsoft.com/office/officeart/2005/8/quickstyle/simple4" qsCatId="simple" csTypeId="urn:microsoft.com/office/officeart/2005/8/colors/accent2_2" csCatId="accent2" phldr="1"/>
      <dgm:spPr/>
      <dgm:t>
        <a:bodyPr/>
        <a:lstStyle/>
        <a:p>
          <a:endParaRPr lang="en-IN"/>
        </a:p>
      </dgm:t>
    </dgm:pt>
    <dgm:pt modelId="{66DCAD65-A526-45B2-9124-E8A9150AD2D0}">
      <dgm:prSet custT="1"/>
      <dgm:spPr/>
      <dgm:t>
        <a:bodyPr/>
        <a:lstStyle/>
        <a:p>
          <a:pPr rtl="0"/>
          <a:r>
            <a:rPr lang="en-US" sz="1800" dirty="0" smtClean="0"/>
            <a:t>He is liable for ‘necessaries’ supplied or necessary services rendered to him or anyone whom he is legally bound to support. </a:t>
          </a:r>
          <a:endParaRPr lang="en-IN" sz="1800" dirty="0"/>
        </a:p>
      </dgm:t>
    </dgm:pt>
    <dgm:pt modelId="{E4D57470-4692-4AAF-9782-118B4FAF9676}" type="parTrans" cxnId="{3558D2B1-3325-4457-B6A2-FFDA4A8AE6E2}">
      <dgm:prSet/>
      <dgm:spPr/>
      <dgm:t>
        <a:bodyPr/>
        <a:lstStyle/>
        <a:p>
          <a:endParaRPr lang="en-IN"/>
        </a:p>
      </dgm:t>
    </dgm:pt>
    <dgm:pt modelId="{770FBD4F-A74B-4643-96B5-AC3F6570F6A3}" type="sibTrans" cxnId="{3558D2B1-3325-4457-B6A2-FFDA4A8AE6E2}">
      <dgm:prSet/>
      <dgm:spPr/>
      <dgm:t>
        <a:bodyPr/>
        <a:lstStyle/>
        <a:p>
          <a:endParaRPr lang="en-IN"/>
        </a:p>
      </dgm:t>
    </dgm:pt>
    <dgm:pt modelId="{580D82EA-77B9-4F5B-A038-C3B1F50950AF}">
      <dgm:prSet custT="1"/>
      <dgm:spPr/>
      <dgm:t>
        <a:bodyPr/>
        <a:lstStyle/>
        <a:p>
          <a:pPr rtl="0"/>
          <a:r>
            <a:rPr lang="en-US" sz="1800" dirty="0" smtClean="0"/>
            <a:t>He can be an agent. </a:t>
          </a:r>
          <a:endParaRPr lang="en-IN" sz="1800" dirty="0"/>
        </a:p>
      </dgm:t>
    </dgm:pt>
    <dgm:pt modelId="{739DD16D-8069-4492-BBC1-7AE0020597FD}" type="parTrans" cxnId="{21CAEA97-BE78-43CF-ABF3-F5A7BBB684F2}">
      <dgm:prSet/>
      <dgm:spPr/>
      <dgm:t>
        <a:bodyPr/>
        <a:lstStyle/>
        <a:p>
          <a:endParaRPr lang="en-IN"/>
        </a:p>
      </dgm:t>
    </dgm:pt>
    <dgm:pt modelId="{5353754B-94C1-4409-96A0-6838080B4E3B}" type="sibTrans" cxnId="{21CAEA97-BE78-43CF-ABF3-F5A7BBB684F2}">
      <dgm:prSet/>
      <dgm:spPr/>
      <dgm:t>
        <a:bodyPr/>
        <a:lstStyle/>
        <a:p>
          <a:endParaRPr lang="en-IN"/>
        </a:p>
      </dgm:t>
    </dgm:pt>
    <dgm:pt modelId="{BDA82D20-3036-4665-85A4-41D2F8F7C73A}">
      <dgm:prSet custT="1"/>
      <dgm:spPr/>
      <dgm:t>
        <a:bodyPr/>
        <a:lstStyle/>
        <a:p>
          <a:pPr rtl="0"/>
          <a:r>
            <a:rPr lang="en-US" sz="1600" dirty="0" smtClean="0"/>
            <a:t>His parents/guardians are/is not liable for the contract entered into by him.</a:t>
          </a:r>
          <a:endParaRPr lang="en-IN" sz="1600" dirty="0"/>
        </a:p>
      </dgm:t>
    </dgm:pt>
    <dgm:pt modelId="{4602F494-5D55-4DCB-841D-AADD1E552140}" type="parTrans" cxnId="{3D089D0B-72C1-49BF-8C65-F905B539A8E4}">
      <dgm:prSet/>
      <dgm:spPr/>
      <dgm:t>
        <a:bodyPr/>
        <a:lstStyle/>
        <a:p>
          <a:endParaRPr lang="en-IN"/>
        </a:p>
      </dgm:t>
    </dgm:pt>
    <dgm:pt modelId="{500A7C62-92DE-482F-BEF1-9BE5986F3CB5}" type="sibTrans" cxnId="{3D089D0B-72C1-49BF-8C65-F905B539A8E4}">
      <dgm:prSet/>
      <dgm:spPr/>
      <dgm:t>
        <a:bodyPr/>
        <a:lstStyle/>
        <a:p>
          <a:endParaRPr lang="en-IN"/>
        </a:p>
      </dgm:t>
    </dgm:pt>
    <dgm:pt modelId="{83144EE6-A485-4810-988B-0BCB41945227}" type="pres">
      <dgm:prSet presAssocID="{A89CAA67-5C9F-4C12-BB76-FFF9D5A18981}" presName="linear" presStyleCnt="0">
        <dgm:presLayoutVars>
          <dgm:animLvl val="lvl"/>
          <dgm:resizeHandles val="exact"/>
        </dgm:presLayoutVars>
      </dgm:prSet>
      <dgm:spPr/>
      <dgm:t>
        <a:bodyPr/>
        <a:lstStyle/>
        <a:p>
          <a:endParaRPr lang="en-IN"/>
        </a:p>
      </dgm:t>
    </dgm:pt>
    <dgm:pt modelId="{CCBF0E69-7301-43E0-B2CB-E3059B5301E3}" type="pres">
      <dgm:prSet presAssocID="{66DCAD65-A526-45B2-9124-E8A9150AD2D0}" presName="parentText" presStyleLbl="node1" presStyleIdx="0" presStyleCnt="3">
        <dgm:presLayoutVars>
          <dgm:chMax val="0"/>
          <dgm:bulletEnabled val="1"/>
        </dgm:presLayoutVars>
      </dgm:prSet>
      <dgm:spPr/>
      <dgm:t>
        <a:bodyPr/>
        <a:lstStyle/>
        <a:p>
          <a:endParaRPr lang="en-IN"/>
        </a:p>
      </dgm:t>
    </dgm:pt>
    <dgm:pt modelId="{A5C4565C-B9B4-457F-8379-75E1FFBEDE7F}" type="pres">
      <dgm:prSet presAssocID="{770FBD4F-A74B-4643-96B5-AC3F6570F6A3}" presName="spacer" presStyleCnt="0"/>
      <dgm:spPr/>
    </dgm:pt>
    <dgm:pt modelId="{D6449141-5453-4B28-BB0A-5E9258A7DC32}" type="pres">
      <dgm:prSet presAssocID="{580D82EA-77B9-4F5B-A038-C3B1F50950AF}" presName="parentText" presStyleLbl="node1" presStyleIdx="1" presStyleCnt="3">
        <dgm:presLayoutVars>
          <dgm:chMax val="0"/>
          <dgm:bulletEnabled val="1"/>
        </dgm:presLayoutVars>
      </dgm:prSet>
      <dgm:spPr/>
      <dgm:t>
        <a:bodyPr/>
        <a:lstStyle/>
        <a:p>
          <a:endParaRPr lang="en-IN"/>
        </a:p>
      </dgm:t>
    </dgm:pt>
    <dgm:pt modelId="{32BAB9C2-E5E2-41AE-9089-85D03FAD7D54}" type="pres">
      <dgm:prSet presAssocID="{5353754B-94C1-4409-96A0-6838080B4E3B}" presName="spacer" presStyleCnt="0"/>
      <dgm:spPr/>
    </dgm:pt>
    <dgm:pt modelId="{9CC204A8-94C1-4055-8CF3-4714FE4424F8}" type="pres">
      <dgm:prSet presAssocID="{BDA82D20-3036-4665-85A4-41D2F8F7C73A}" presName="parentText" presStyleLbl="node1" presStyleIdx="2" presStyleCnt="3">
        <dgm:presLayoutVars>
          <dgm:chMax val="0"/>
          <dgm:bulletEnabled val="1"/>
        </dgm:presLayoutVars>
      </dgm:prSet>
      <dgm:spPr/>
      <dgm:t>
        <a:bodyPr/>
        <a:lstStyle/>
        <a:p>
          <a:endParaRPr lang="en-IN"/>
        </a:p>
      </dgm:t>
    </dgm:pt>
  </dgm:ptLst>
  <dgm:cxnLst>
    <dgm:cxn modelId="{29CC8D08-BB83-4C99-8050-D0773C93CBB7}" type="presOf" srcId="{BDA82D20-3036-4665-85A4-41D2F8F7C73A}" destId="{9CC204A8-94C1-4055-8CF3-4714FE4424F8}" srcOrd="0" destOrd="0" presId="urn:microsoft.com/office/officeart/2005/8/layout/vList2"/>
    <dgm:cxn modelId="{3D089D0B-72C1-49BF-8C65-F905B539A8E4}" srcId="{A89CAA67-5C9F-4C12-BB76-FFF9D5A18981}" destId="{BDA82D20-3036-4665-85A4-41D2F8F7C73A}" srcOrd="2" destOrd="0" parTransId="{4602F494-5D55-4DCB-841D-AADD1E552140}" sibTransId="{500A7C62-92DE-482F-BEF1-9BE5986F3CB5}"/>
    <dgm:cxn modelId="{3558D2B1-3325-4457-B6A2-FFDA4A8AE6E2}" srcId="{A89CAA67-5C9F-4C12-BB76-FFF9D5A18981}" destId="{66DCAD65-A526-45B2-9124-E8A9150AD2D0}" srcOrd="0" destOrd="0" parTransId="{E4D57470-4692-4AAF-9782-118B4FAF9676}" sibTransId="{770FBD4F-A74B-4643-96B5-AC3F6570F6A3}"/>
    <dgm:cxn modelId="{559D572E-7952-4559-86D3-3882E42AB85C}" type="presOf" srcId="{66DCAD65-A526-45B2-9124-E8A9150AD2D0}" destId="{CCBF0E69-7301-43E0-B2CB-E3059B5301E3}" srcOrd="0" destOrd="0" presId="urn:microsoft.com/office/officeart/2005/8/layout/vList2"/>
    <dgm:cxn modelId="{5A30865D-21C8-4441-BACB-DA04069E9A57}" type="presOf" srcId="{A89CAA67-5C9F-4C12-BB76-FFF9D5A18981}" destId="{83144EE6-A485-4810-988B-0BCB41945227}" srcOrd="0" destOrd="0" presId="urn:microsoft.com/office/officeart/2005/8/layout/vList2"/>
    <dgm:cxn modelId="{21CAEA97-BE78-43CF-ABF3-F5A7BBB684F2}" srcId="{A89CAA67-5C9F-4C12-BB76-FFF9D5A18981}" destId="{580D82EA-77B9-4F5B-A038-C3B1F50950AF}" srcOrd="1" destOrd="0" parTransId="{739DD16D-8069-4492-BBC1-7AE0020597FD}" sibTransId="{5353754B-94C1-4409-96A0-6838080B4E3B}"/>
    <dgm:cxn modelId="{FC192312-7D8C-4B14-B303-E2371A57AE7C}" type="presOf" srcId="{580D82EA-77B9-4F5B-A038-C3B1F50950AF}" destId="{D6449141-5453-4B28-BB0A-5E9258A7DC32}" srcOrd="0" destOrd="0" presId="urn:microsoft.com/office/officeart/2005/8/layout/vList2"/>
    <dgm:cxn modelId="{2BD1212D-BAF4-4F54-A2A2-CE0A384E9911}" type="presParOf" srcId="{83144EE6-A485-4810-988B-0BCB41945227}" destId="{CCBF0E69-7301-43E0-B2CB-E3059B5301E3}" srcOrd="0" destOrd="0" presId="urn:microsoft.com/office/officeart/2005/8/layout/vList2"/>
    <dgm:cxn modelId="{001D50AF-A7A0-4322-A69E-7CD65BC16021}" type="presParOf" srcId="{83144EE6-A485-4810-988B-0BCB41945227}" destId="{A5C4565C-B9B4-457F-8379-75E1FFBEDE7F}" srcOrd="1" destOrd="0" presId="urn:microsoft.com/office/officeart/2005/8/layout/vList2"/>
    <dgm:cxn modelId="{BAFFDDAF-D02F-464A-B10D-871F3DE55A3C}" type="presParOf" srcId="{83144EE6-A485-4810-988B-0BCB41945227}" destId="{D6449141-5453-4B28-BB0A-5E9258A7DC32}" srcOrd="2" destOrd="0" presId="urn:microsoft.com/office/officeart/2005/8/layout/vList2"/>
    <dgm:cxn modelId="{BCCEB51C-98FF-44DA-A87B-6482EFB8D921}" type="presParOf" srcId="{83144EE6-A485-4810-988B-0BCB41945227}" destId="{32BAB9C2-E5E2-41AE-9089-85D03FAD7D54}" srcOrd="3" destOrd="0" presId="urn:microsoft.com/office/officeart/2005/8/layout/vList2"/>
    <dgm:cxn modelId="{919E916C-3AC6-405A-8C00-F4C10F74C1E3}" type="presParOf" srcId="{83144EE6-A485-4810-988B-0BCB41945227}" destId="{9CC204A8-94C1-4055-8CF3-4714FE4424F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810C57C-F98D-49EA-8898-CEDCB7E43FDE}" type="doc">
      <dgm:prSet loTypeId="urn:microsoft.com/office/officeart/2005/8/layout/hProcess11" loCatId="process" qsTypeId="urn:microsoft.com/office/officeart/2005/8/quickstyle/3d1" qsCatId="3D" csTypeId="urn:microsoft.com/office/officeart/2005/8/colors/accent2_2" csCatId="accent2" phldr="1"/>
      <dgm:spPr/>
      <dgm:t>
        <a:bodyPr/>
        <a:lstStyle/>
        <a:p>
          <a:endParaRPr lang="en-IN"/>
        </a:p>
      </dgm:t>
    </dgm:pt>
    <dgm:pt modelId="{53E19FAA-A3FD-4D4A-B576-CD6F5995D238}">
      <dgm:prSet custT="1"/>
      <dgm:spPr/>
      <dgm:t>
        <a:bodyPr/>
        <a:lstStyle/>
        <a:p>
          <a:pPr rtl="0"/>
          <a:r>
            <a:rPr lang="en-US" sz="1600" b="1" dirty="0" smtClean="0"/>
            <a:t>Lunatics:</a:t>
          </a:r>
          <a:r>
            <a:rPr lang="en-US" sz="1300" b="1" dirty="0" smtClean="0"/>
            <a:t> A lunatic is a person who is mentally deranged due to some mental strain or other personal experience. He has </a:t>
          </a:r>
          <a:r>
            <a:rPr lang="en-US" sz="1300" b="1" i="1" dirty="0" smtClean="0"/>
            <a:t>intermittent intervals </a:t>
          </a:r>
          <a:r>
            <a:rPr lang="en-US" sz="1300" b="1" dirty="0" smtClean="0"/>
            <a:t>of sanity and insanity. He can enter into contracts when he is of a sound mind. </a:t>
          </a:r>
          <a:endParaRPr lang="en-IN" sz="1300" b="1" dirty="0"/>
        </a:p>
      </dgm:t>
    </dgm:pt>
    <dgm:pt modelId="{B227E108-06B1-40A1-80B7-C52942E9BC24}" type="parTrans" cxnId="{AE1DCD44-F711-42BC-BD1F-2C62677DE0BE}">
      <dgm:prSet/>
      <dgm:spPr/>
      <dgm:t>
        <a:bodyPr/>
        <a:lstStyle/>
        <a:p>
          <a:endParaRPr lang="en-IN"/>
        </a:p>
      </dgm:t>
    </dgm:pt>
    <dgm:pt modelId="{6460460C-9928-46A1-9DE6-71F66C544711}" type="sibTrans" cxnId="{AE1DCD44-F711-42BC-BD1F-2C62677DE0BE}">
      <dgm:prSet/>
      <dgm:spPr/>
      <dgm:t>
        <a:bodyPr/>
        <a:lstStyle/>
        <a:p>
          <a:endParaRPr lang="en-IN"/>
        </a:p>
      </dgm:t>
    </dgm:pt>
    <dgm:pt modelId="{981FFD4F-98C7-4F82-9EBE-88BEEB63359A}">
      <dgm:prSet custT="1"/>
      <dgm:spPr/>
      <dgm:t>
        <a:bodyPr/>
        <a:lstStyle/>
        <a:p>
          <a:pPr rtl="0"/>
          <a:r>
            <a:rPr lang="en-US" sz="1600" b="1" dirty="0" smtClean="0"/>
            <a:t>Idiots</a:t>
          </a:r>
          <a:r>
            <a:rPr lang="en-US" sz="1300" b="1" dirty="0" smtClean="0"/>
            <a:t>:  An idiot is one who has fully lost his mental powers. He does not exhibit understanding of even ordinary matters. </a:t>
          </a:r>
          <a:r>
            <a:rPr lang="en-US" sz="1300" b="1" i="1" dirty="0" smtClean="0"/>
            <a:t>Idiocy is permanent while lunacy is temporary</a:t>
          </a:r>
          <a:r>
            <a:rPr lang="en-US" sz="1300" b="1" dirty="0" smtClean="0"/>
            <a:t>. Just like for a minor, contract with an idiot is void.</a:t>
          </a:r>
          <a:endParaRPr lang="en-IN" sz="1300" b="1" dirty="0"/>
        </a:p>
      </dgm:t>
    </dgm:pt>
    <dgm:pt modelId="{1D3AD6C7-FCF3-4D8D-9DB5-B896B09DEC81}" type="parTrans" cxnId="{B6BAEE7B-96B3-4B9E-AC9C-A06468E67BE8}">
      <dgm:prSet/>
      <dgm:spPr/>
      <dgm:t>
        <a:bodyPr/>
        <a:lstStyle/>
        <a:p>
          <a:endParaRPr lang="en-IN"/>
        </a:p>
      </dgm:t>
    </dgm:pt>
    <dgm:pt modelId="{AF064DB2-BBA5-4155-A090-FE94EB2B3E94}" type="sibTrans" cxnId="{B6BAEE7B-96B3-4B9E-AC9C-A06468E67BE8}">
      <dgm:prSet/>
      <dgm:spPr/>
      <dgm:t>
        <a:bodyPr/>
        <a:lstStyle/>
        <a:p>
          <a:endParaRPr lang="en-IN"/>
        </a:p>
      </dgm:t>
    </dgm:pt>
    <dgm:pt modelId="{8801093A-4F58-4086-B8CA-935C9B0A4C0B}">
      <dgm:prSet custT="1"/>
      <dgm:spPr/>
      <dgm:t>
        <a:bodyPr anchor="ctr"/>
        <a:lstStyle/>
        <a:p>
          <a:pPr rtl="0"/>
          <a:r>
            <a:rPr lang="en-US" sz="1600" b="1" dirty="0" smtClean="0"/>
            <a:t>Drunken Person</a:t>
          </a:r>
          <a:r>
            <a:rPr lang="en-US" sz="1300" b="1" dirty="0" smtClean="0"/>
            <a:t>: The position of a drunken person is similar to a lunatic.</a:t>
          </a:r>
          <a:endParaRPr lang="en-IN" sz="1300" b="1" dirty="0"/>
        </a:p>
      </dgm:t>
    </dgm:pt>
    <dgm:pt modelId="{83875474-ADD9-44CE-B808-7A9ADCC72692}" type="parTrans" cxnId="{FEFAFA97-A474-4C64-89D9-70FB759E6384}">
      <dgm:prSet/>
      <dgm:spPr/>
      <dgm:t>
        <a:bodyPr/>
        <a:lstStyle/>
        <a:p>
          <a:endParaRPr lang="en-IN"/>
        </a:p>
      </dgm:t>
    </dgm:pt>
    <dgm:pt modelId="{4CF46721-FB30-4C1B-B180-E4D0B5AC7C6F}" type="sibTrans" cxnId="{FEFAFA97-A474-4C64-89D9-70FB759E6384}">
      <dgm:prSet/>
      <dgm:spPr/>
      <dgm:t>
        <a:bodyPr/>
        <a:lstStyle/>
        <a:p>
          <a:endParaRPr lang="en-IN"/>
        </a:p>
      </dgm:t>
    </dgm:pt>
    <dgm:pt modelId="{F00DEF9D-A019-41E4-BFC2-D56915D4233D}" type="pres">
      <dgm:prSet presAssocID="{3810C57C-F98D-49EA-8898-CEDCB7E43FDE}" presName="Name0" presStyleCnt="0">
        <dgm:presLayoutVars>
          <dgm:dir/>
          <dgm:resizeHandles val="exact"/>
        </dgm:presLayoutVars>
      </dgm:prSet>
      <dgm:spPr/>
      <dgm:t>
        <a:bodyPr/>
        <a:lstStyle/>
        <a:p>
          <a:endParaRPr lang="en-IN"/>
        </a:p>
      </dgm:t>
    </dgm:pt>
    <dgm:pt modelId="{C8C64F03-319B-4EDA-B69D-D15C2EAF03C4}" type="pres">
      <dgm:prSet presAssocID="{3810C57C-F98D-49EA-8898-CEDCB7E43FDE}" presName="arrow" presStyleLbl="bgShp" presStyleIdx="0" presStyleCnt="1"/>
      <dgm:spPr/>
    </dgm:pt>
    <dgm:pt modelId="{3B02E1D7-8770-4755-82E9-84035619F760}" type="pres">
      <dgm:prSet presAssocID="{3810C57C-F98D-49EA-8898-CEDCB7E43FDE}" presName="points" presStyleCnt="0"/>
      <dgm:spPr/>
    </dgm:pt>
    <dgm:pt modelId="{252BC9C1-9A4D-4A8F-91A0-789C26AA4098}" type="pres">
      <dgm:prSet presAssocID="{53E19FAA-A3FD-4D4A-B576-CD6F5995D238}" presName="compositeA" presStyleCnt="0"/>
      <dgm:spPr/>
    </dgm:pt>
    <dgm:pt modelId="{B498A715-7D55-49A7-8290-418A703A0773}" type="pres">
      <dgm:prSet presAssocID="{53E19FAA-A3FD-4D4A-B576-CD6F5995D238}" presName="textA" presStyleLbl="revTx" presStyleIdx="0" presStyleCnt="3" custScaleX="150535">
        <dgm:presLayoutVars>
          <dgm:bulletEnabled val="1"/>
        </dgm:presLayoutVars>
      </dgm:prSet>
      <dgm:spPr/>
      <dgm:t>
        <a:bodyPr/>
        <a:lstStyle/>
        <a:p>
          <a:endParaRPr lang="en-IN"/>
        </a:p>
      </dgm:t>
    </dgm:pt>
    <dgm:pt modelId="{D2922764-B149-4FB8-8587-9F405481E317}" type="pres">
      <dgm:prSet presAssocID="{53E19FAA-A3FD-4D4A-B576-CD6F5995D238}" presName="circleA" presStyleLbl="node1" presStyleIdx="0" presStyleCnt="3"/>
      <dgm:spPr/>
    </dgm:pt>
    <dgm:pt modelId="{34A3DE46-DD28-496D-A45A-14E62E651EBB}" type="pres">
      <dgm:prSet presAssocID="{53E19FAA-A3FD-4D4A-B576-CD6F5995D238}" presName="spaceA" presStyleCnt="0"/>
      <dgm:spPr/>
    </dgm:pt>
    <dgm:pt modelId="{DE1DBF2C-5F39-41BD-896F-604C63F43968}" type="pres">
      <dgm:prSet presAssocID="{6460460C-9928-46A1-9DE6-71F66C544711}" presName="space" presStyleCnt="0"/>
      <dgm:spPr/>
    </dgm:pt>
    <dgm:pt modelId="{956665F7-8BC4-45CC-9C7A-5091BEC6676C}" type="pres">
      <dgm:prSet presAssocID="{981FFD4F-98C7-4F82-9EBE-88BEEB63359A}" presName="compositeB" presStyleCnt="0"/>
      <dgm:spPr/>
    </dgm:pt>
    <dgm:pt modelId="{A3E09E0D-945B-471A-A941-0717114AEF30}" type="pres">
      <dgm:prSet presAssocID="{981FFD4F-98C7-4F82-9EBE-88BEEB63359A}" presName="textB" presStyleLbl="revTx" presStyleIdx="1" presStyleCnt="3" custScaleX="173305">
        <dgm:presLayoutVars>
          <dgm:bulletEnabled val="1"/>
        </dgm:presLayoutVars>
      </dgm:prSet>
      <dgm:spPr/>
      <dgm:t>
        <a:bodyPr/>
        <a:lstStyle/>
        <a:p>
          <a:endParaRPr lang="en-IN"/>
        </a:p>
      </dgm:t>
    </dgm:pt>
    <dgm:pt modelId="{C43D2AA5-D14A-4E1A-806F-90A1810D5259}" type="pres">
      <dgm:prSet presAssocID="{981FFD4F-98C7-4F82-9EBE-88BEEB63359A}" presName="circleB" presStyleLbl="node1" presStyleIdx="1" presStyleCnt="3"/>
      <dgm:spPr/>
    </dgm:pt>
    <dgm:pt modelId="{B354BE47-AB11-44AD-B292-4013E16C2BF3}" type="pres">
      <dgm:prSet presAssocID="{981FFD4F-98C7-4F82-9EBE-88BEEB63359A}" presName="spaceB" presStyleCnt="0"/>
      <dgm:spPr/>
    </dgm:pt>
    <dgm:pt modelId="{44EC2BF5-E921-4438-9636-5AEE90490C05}" type="pres">
      <dgm:prSet presAssocID="{AF064DB2-BBA5-4155-A090-FE94EB2B3E94}" presName="space" presStyleCnt="0"/>
      <dgm:spPr/>
    </dgm:pt>
    <dgm:pt modelId="{F1E49B60-4DEF-4AC8-B1B9-3673C66A2806}" type="pres">
      <dgm:prSet presAssocID="{8801093A-4F58-4086-B8CA-935C9B0A4C0B}" presName="compositeA" presStyleCnt="0"/>
      <dgm:spPr/>
    </dgm:pt>
    <dgm:pt modelId="{E8106476-7495-4306-8C15-842BC1A75715}" type="pres">
      <dgm:prSet presAssocID="{8801093A-4F58-4086-B8CA-935C9B0A4C0B}" presName="textA" presStyleLbl="revTx" presStyleIdx="2" presStyleCnt="3" custScaleX="149007">
        <dgm:presLayoutVars>
          <dgm:bulletEnabled val="1"/>
        </dgm:presLayoutVars>
      </dgm:prSet>
      <dgm:spPr/>
      <dgm:t>
        <a:bodyPr/>
        <a:lstStyle/>
        <a:p>
          <a:endParaRPr lang="en-IN"/>
        </a:p>
      </dgm:t>
    </dgm:pt>
    <dgm:pt modelId="{E5012432-5214-4232-863B-9A7E16488906}" type="pres">
      <dgm:prSet presAssocID="{8801093A-4F58-4086-B8CA-935C9B0A4C0B}" presName="circleA" presStyleLbl="node1" presStyleIdx="2" presStyleCnt="3"/>
      <dgm:spPr/>
    </dgm:pt>
    <dgm:pt modelId="{5FBACBAF-E5B7-4E54-8741-E1DA1430043B}" type="pres">
      <dgm:prSet presAssocID="{8801093A-4F58-4086-B8CA-935C9B0A4C0B}" presName="spaceA" presStyleCnt="0"/>
      <dgm:spPr/>
    </dgm:pt>
  </dgm:ptLst>
  <dgm:cxnLst>
    <dgm:cxn modelId="{B6BAEE7B-96B3-4B9E-AC9C-A06468E67BE8}" srcId="{3810C57C-F98D-49EA-8898-CEDCB7E43FDE}" destId="{981FFD4F-98C7-4F82-9EBE-88BEEB63359A}" srcOrd="1" destOrd="0" parTransId="{1D3AD6C7-FCF3-4D8D-9DB5-B896B09DEC81}" sibTransId="{AF064DB2-BBA5-4155-A090-FE94EB2B3E94}"/>
    <dgm:cxn modelId="{5F1B196F-29EB-4A03-97EF-C0B446F1FBAE}" type="presOf" srcId="{981FFD4F-98C7-4F82-9EBE-88BEEB63359A}" destId="{A3E09E0D-945B-471A-A941-0717114AEF30}" srcOrd="0" destOrd="0" presId="urn:microsoft.com/office/officeart/2005/8/layout/hProcess11"/>
    <dgm:cxn modelId="{AE1DCD44-F711-42BC-BD1F-2C62677DE0BE}" srcId="{3810C57C-F98D-49EA-8898-CEDCB7E43FDE}" destId="{53E19FAA-A3FD-4D4A-B576-CD6F5995D238}" srcOrd="0" destOrd="0" parTransId="{B227E108-06B1-40A1-80B7-C52942E9BC24}" sibTransId="{6460460C-9928-46A1-9DE6-71F66C544711}"/>
    <dgm:cxn modelId="{FED6939A-5447-4796-8C86-75156AAAD8A0}" type="presOf" srcId="{53E19FAA-A3FD-4D4A-B576-CD6F5995D238}" destId="{B498A715-7D55-49A7-8290-418A703A0773}" srcOrd="0" destOrd="0" presId="urn:microsoft.com/office/officeart/2005/8/layout/hProcess11"/>
    <dgm:cxn modelId="{8FFA30AD-F6E0-434D-B5B8-C50158E9F1C4}" type="presOf" srcId="{3810C57C-F98D-49EA-8898-CEDCB7E43FDE}" destId="{F00DEF9D-A019-41E4-BFC2-D56915D4233D}" srcOrd="0" destOrd="0" presId="urn:microsoft.com/office/officeart/2005/8/layout/hProcess11"/>
    <dgm:cxn modelId="{15DE68F1-2947-472F-9F0F-70E56B4D078C}" type="presOf" srcId="{8801093A-4F58-4086-B8CA-935C9B0A4C0B}" destId="{E8106476-7495-4306-8C15-842BC1A75715}" srcOrd="0" destOrd="0" presId="urn:microsoft.com/office/officeart/2005/8/layout/hProcess11"/>
    <dgm:cxn modelId="{FEFAFA97-A474-4C64-89D9-70FB759E6384}" srcId="{3810C57C-F98D-49EA-8898-CEDCB7E43FDE}" destId="{8801093A-4F58-4086-B8CA-935C9B0A4C0B}" srcOrd="2" destOrd="0" parTransId="{83875474-ADD9-44CE-B808-7A9ADCC72692}" sibTransId="{4CF46721-FB30-4C1B-B180-E4D0B5AC7C6F}"/>
    <dgm:cxn modelId="{C16170A6-93C3-47C8-9530-1A91D2A4DEAC}" type="presParOf" srcId="{F00DEF9D-A019-41E4-BFC2-D56915D4233D}" destId="{C8C64F03-319B-4EDA-B69D-D15C2EAF03C4}" srcOrd="0" destOrd="0" presId="urn:microsoft.com/office/officeart/2005/8/layout/hProcess11"/>
    <dgm:cxn modelId="{B1B73972-82F0-4EE9-A7EE-99081772D9AE}" type="presParOf" srcId="{F00DEF9D-A019-41E4-BFC2-D56915D4233D}" destId="{3B02E1D7-8770-4755-82E9-84035619F760}" srcOrd="1" destOrd="0" presId="urn:microsoft.com/office/officeart/2005/8/layout/hProcess11"/>
    <dgm:cxn modelId="{12FA4167-B0B2-4DFF-BD87-756E0DA38B50}" type="presParOf" srcId="{3B02E1D7-8770-4755-82E9-84035619F760}" destId="{252BC9C1-9A4D-4A8F-91A0-789C26AA4098}" srcOrd="0" destOrd="0" presId="urn:microsoft.com/office/officeart/2005/8/layout/hProcess11"/>
    <dgm:cxn modelId="{8E8BE9F8-2DBF-4FE8-ACC5-F2137AE5E077}" type="presParOf" srcId="{252BC9C1-9A4D-4A8F-91A0-789C26AA4098}" destId="{B498A715-7D55-49A7-8290-418A703A0773}" srcOrd="0" destOrd="0" presId="urn:microsoft.com/office/officeart/2005/8/layout/hProcess11"/>
    <dgm:cxn modelId="{FE981F2C-19E1-44C9-AF40-74E0C71284BA}" type="presParOf" srcId="{252BC9C1-9A4D-4A8F-91A0-789C26AA4098}" destId="{D2922764-B149-4FB8-8587-9F405481E317}" srcOrd="1" destOrd="0" presId="urn:microsoft.com/office/officeart/2005/8/layout/hProcess11"/>
    <dgm:cxn modelId="{6B7B3E00-A3D1-4D3C-8564-23F3030B89E0}" type="presParOf" srcId="{252BC9C1-9A4D-4A8F-91A0-789C26AA4098}" destId="{34A3DE46-DD28-496D-A45A-14E62E651EBB}" srcOrd="2" destOrd="0" presId="urn:microsoft.com/office/officeart/2005/8/layout/hProcess11"/>
    <dgm:cxn modelId="{631695D2-E947-4757-AE5D-E42900665B54}" type="presParOf" srcId="{3B02E1D7-8770-4755-82E9-84035619F760}" destId="{DE1DBF2C-5F39-41BD-896F-604C63F43968}" srcOrd="1" destOrd="0" presId="urn:microsoft.com/office/officeart/2005/8/layout/hProcess11"/>
    <dgm:cxn modelId="{86992B61-2008-4133-8015-EEF9FB958706}" type="presParOf" srcId="{3B02E1D7-8770-4755-82E9-84035619F760}" destId="{956665F7-8BC4-45CC-9C7A-5091BEC6676C}" srcOrd="2" destOrd="0" presId="urn:microsoft.com/office/officeart/2005/8/layout/hProcess11"/>
    <dgm:cxn modelId="{5B61CA27-DECB-4E79-ACC6-F54086E873DA}" type="presParOf" srcId="{956665F7-8BC4-45CC-9C7A-5091BEC6676C}" destId="{A3E09E0D-945B-471A-A941-0717114AEF30}" srcOrd="0" destOrd="0" presId="urn:microsoft.com/office/officeart/2005/8/layout/hProcess11"/>
    <dgm:cxn modelId="{ACD549C9-001C-4A83-A7AB-9C6E98AA8B7A}" type="presParOf" srcId="{956665F7-8BC4-45CC-9C7A-5091BEC6676C}" destId="{C43D2AA5-D14A-4E1A-806F-90A1810D5259}" srcOrd="1" destOrd="0" presId="urn:microsoft.com/office/officeart/2005/8/layout/hProcess11"/>
    <dgm:cxn modelId="{EBECA6D5-7EE6-4703-B66C-8B63E959EB7C}" type="presParOf" srcId="{956665F7-8BC4-45CC-9C7A-5091BEC6676C}" destId="{B354BE47-AB11-44AD-B292-4013E16C2BF3}" srcOrd="2" destOrd="0" presId="urn:microsoft.com/office/officeart/2005/8/layout/hProcess11"/>
    <dgm:cxn modelId="{1AFC22BF-4C02-4EC3-9FF1-2920EED8CBB6}" type="presParOf" srcId="{3B02E1D7-8770-4755-82E9-84035619F760}" destId="{44EC2BF5-E921-4438-9636-5AEE90490C05}" srcOrd="3" destOrd="0" presId="urn:microsoft.com/office/officeart/2005/8/layout/hProcess11"/>
    <dgm:cxn modelId="{8B76AB74-F70C-41E1-B881-7B7F9D3F3497}" type="presParOf" srcId="{3B02E1D7-8770-4755-82E9-84035619F760}" destId="{F1E49B60-4DEF-4AC8-B1B9-3673C66A2806}" srcOrd="4" destOrd="0" presId="urn:microsoft.com/office/officeart/2005/8/layout/hProcess11"/>
    <dgm:cxn modelId="{FC9A7593-4B65-435B-91E9-A58D6ED02830}" type="presParOf" srcId="{F1E49B60-4DEF-4AC8-B1B9-3673C66A2806}" destId="{E8106476-7495-4306-8C15-842BC1A75715}" srcOrd="0" destOrd="0" presId="urn:microsoft.com/office/officeart/2005/8/layout/hProcess11"/>
    <dgm:cxn modelId="{7F03C726-5111-4BB0-A0E8-E8F1D77FFA8D}" type="presParOf" srcId="{F1E49B60-4DEF-4AC8-B1B9-3673C66A2806}" destId="{E5012432-5214-4232-863B-9A7E16488906}" srcOrd="1" destOrd="0" presId="urn:microsoft.com/office/officeart/2005/8/layout/hProcess11"/>
    <dgm:cxn modelId="{1F830605-832E-47C0-BCF2-B0591431CC06}" type="presParOf" srcId="{F1E49B60-4DEF-4AC8-B1B9-3673C66A2806}" destId="{5FBACBAF-E5B7-4E54-8741-E1DA1430043B}"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F139BC7-5DA8-4827-AA40-04741B37694C}" type="doc">
      <dgm:prSet loTypeId="urn:microsoft.com/office/officeart/2005/8/layout/pyramid2" loCatId="pyramid" qsTypeId="urn:microsoft.com/office/officeart/2005/8/quickstyle/3d2" qsCatId="3D" csTypeId="urn:microsoft.com/office/officeart/2005/8/colors/colorful2" csCatId="colorful"/>
      <dgm:spPr/>
      <dgm:t>
        <a:bodyPr/>
        <a:lstStyle/>
        <a:p>
          <a:endParaRPr lang="en-IN"/>
        </a:p>
      </dgm:t>
    </dgm:pt>
    <dgm:pt modelId="{DAACED49-DA32-42BD-8CC7-EDC2EA7161ED}">
      <dgm:prSet/>
      <dgm:spPr/>
      <dgm:t>
        <a:bodyPr/>
        <a:lstStyle/>
        <a:p>
          <a:pPr rtl="0"/>
          <a:r>
            <a:rPr lang="en-US" b="1" smtClean="0"/>
            <a:t>Alien Enemies</a:t>
          </a:r>
          <a:endParaRPr lang="en-IN"/>
        </a:p>
      </dgm:t>
    </dgm:pt>
    <dgm:pt modelId="{27E71653-3CBD-42B1-98E0-5B351729F534}" type="parTrans" cxnId="{1EF685D1-A9F2-4162-A895-0A6CCC19193B}">
      <dgm:prSet/>
      <dgm:spPr/>
      <dgm:t>
        <a:bodyPr/>
        <a:lstStyle/>
        <a:p>
          <a:endParaRPr lang="en-IN"/>
        </a:p>
      </dgm:t>
    </dgm:pt>
    <dgm:pt modelId="{1A297867-FD1B-455E-846B-36B0EE0B4490}" type="sibTrans" cxnId="{1EF685D1-A9F2-4162-A895-0A6CCC19193B}">
      <dgm:prSet/>
      <dgm:spPr/>
      <dgm:t>
        <a:bodyPr/>
        <a:lstStyle/>
        <a:p>
          <a:endParaRPr lang="en-IN"/>
        </a:p>
      </dgm:t>
    </dgm:pt>
    <dgm:pt modelId="{60B11822-67F9-49F1-8227-F704C2208CC4}">
      <dgm:prSet/>
      <dgm:spPr/>
      <dgm:t>
        <a:bodyPr/>
        <a:lstStyle/>
        <a:p>
          <a:pPr rtl="0"/>
          <a:r>
            <a:rPr lang="en-US" b="1" smtClean="0"/>
            <a:t>Foreign Sovereigns and Accredited Representatives of a Foreign State</a:t>
          </a:r>
          <a:endParaRPr lang="en-IN"/>
        </a:p>
      </dgm:t>
    </dgm:pt>
    <dgm:pt modelId="{34495AF3-B470-4EF2-B5AA-D40DC27C8336}" type="parTrans" cxnId="{6F92C581-C4F9-434C-81A4-9CD3F7C7BA53}">
      <dgm:prSet/>
      <dgm:spPr/>
      <dgm:t>
        <a:bodyPr/>
        <a:lstStyle/>
        <a:p>
          <a:endParaRPr lang="en-IN"/>
        </a:p>
      </dgm:t>
    </dgm:pt>
    <dgm:pt modelId="{2A818F63-91F2-41E0-BDBC-73D76A418238}" type="sibTrans" cxnId="{6F92C581-C4F9-434C-81A4-9CD3F7C7BA53}">
      <dgm:prSet/>
      <dgm:spPr/>
      <dgm:t>
        <a:bodyPr/>
        <a:lstStyle/>
        <a:p>
          <a:endParaRPr lang="en-IN"/>
        </a:p>
      </dgm:t>
    </dgm:pt>
    <dgm:pt modelId="{15C59485-9E1E-4E2B-8517-CDACE3B5FE45}">
      <dgm:prSet/>
      <dgm:spPr/>
      <dgm:t>
        <a:bodyPr/>
        <a:lstStyle/>
        <a:p>
          <a:pPr rtl="0"/>
          <a:r>
            <a:rPr lang="en-US" b="1" smtClean="0"/>
            <a:t>Corporations </a:t>
          </a:r>
          <a:endParaRPr lang="en-IN"/>
        </a:p>
      </dgm:t>
    </dgm:pt>
    <dgm:pt modelId="{AE288C58-6674-4F1C-B397-9F527F91FBE1}" type="parTrans" cxnId="{CF58A880-164E-4990-A005-ED060DE24420}">
      <dgm:prSet/>
      <dgm:spPr/>
      <dgm:t>
        <a:bodyPr/>
        <a:lstStyle/>
        <a:p>
          <a:endParaRPr lang="en-IN"/>
        </a:p>
      </dgm:t>
    </dgm:pt>
    <dgm:pt modelId="{597A0378-1724-4345-9E63-06389CA67E5B}" type="sibTrans" cxnId="{CF58A880-164E-4990-A005-ED060DE24420}">
      <dgm:prSet/>
      <dgm:spPr/>
      <dgm:t>
        <a:bodyPr/>
        <a:lstStyle/>
        <a:p>
          <a:endParaRPr lang="en-IN"/>
        </a:p>
      </dgm:t>
    </dgm:pt>
    <dgm:pt modelId="{7152C07A-E4D6-4B6B-B5DF-F459F785A7A2}">
      <dgm:prSet/>
      <dgm:spPr/>
      <dgm:t>
        <a:bodyPr/>
        <a:lstStyle/>
        <a:p>
          <a:pPr rtl="0"/>
          <a:r>
            <a:rPr lang="en-US" b="1" smtClean="0"/>
            <a:t>Insolvents</a:t>
          </a:r>
          <a:endParaRPr lang="en-IN"/>
        </a:p>
      </dgm:t>
    </dgm:pt>
    <dgm:pt modelId="{B16FD752-8EB7-4C12-88D4-52729D0FB365}" type="parTrans" cxnId="{5EE442D0-BF99-469D-8BB5-A772896FF6E2}">
      <dgm:prSet/>
      <dgm:spPr/>
      <dgm:t>
        <a:bodyPr/>
        <a:lstStyle/>
        <a:p>
          <a:endParaRPr lang="en-IN"/>
        </a:p>
      </dgm:t>
    </dgm:pt>
    <dgm:pt modelId="{0076C5D7-D7DF-403F-9D66-111AA904B00B}" type="sibTrans" cxnId="{5EE442D0-BF99-469D-8BB5-A772896FF6E2}">
      <dgm:prSet/>
      <dgm:spPr/>
      <dgm:t>
        <a:bodyPr/>
        <a:lstStyle/>
        <a:p>
          <a:endParaRPr lang="en-IN"/>
        </a:p>
      </dgm:t>
    </dgm:pt>
    <dgm:pt modelId="{D885AB92-FDFE-4950-AC87-F96B68762099}">
      <dgm:prSet/>
      <dgm:spPr/>
      <dgm:t>
        <a:bodyPr/>
        <a:lstStyle/>
        <a:p>
          <a:pPr rtl="0"/>
          <a:r>
            <a:rPr lang="en-US" b="1" smtClean="0"/>
            <a:t>Convicts</a:t>
          </a:r>
          <a:endParaRPr lang="en-IN"/>
        </a:p>
      </dgm:t>
    </dgm:pt>
    <dgm:pt modelId="{4CD46808-CF37-477E-88F3-F9EE04A782E3}" type="parTrans" cxnId="{74006014-344B-417D-9225-6DD13CE9E3F0}">
      <dgm:prSet/>
      <dgm:spPr/>
      <dgm:t>
        <a:bodyPr/>
        <a:lstStyle/>
        <a:p>
          <a:endParaRPr lang="en-IN"/>
        </a:p>
      </dgm:t>
    </dgm:pt>
    <dgm:pt modelId="{D3878061-322F-4599-BF4C-46165CF59170}" type="sibTrans" cxnId="{74006014-344B-417D-9225-6DD13CE9E3F0}">
      <dgm:prSet/>
      <dgm:spPr/>
      <dgm:t>
        <a:bodyPr/>
        <a:lstStyle/>
        <a:p>
          <a:endParaRPr lang="en-IN"/>
        </a:p>
      </dgm:t>
    </dgm:pt>
    <dgm:pt modelId="{3FBDA490-866B-4DB7-A2DB-5F97C83F975E}" type="pres">
      <dgm:prSet presAssocID="{EF139BC7-5DA8-4827-AA40-04741B37694C}" presName="compositeShape" presStyleCnt="0">
        <dgm:presLayoutVars>
          <dgm:dir/>
          <dgm:resizeHandles/>
        </dgm:presLayoutVars>
      </dgm:prSet>
      <dgm:spPr/>
      <dgm:t>
        <a:bodyPr/>
        <a:lstStyle/>
        <a:p>
          <a:endParaRPr lang="en-IN"/>
        </a:p>
      </dgm:t>
    </dgm:pt>
    <dgm:pt modelId="{1752C703-BAD9-4DAE-82F6-FBFB2AC313B7}" type="pres">
      <dgm:prSet presAssocID="{EF139BC7-5DA8-4827-AA40-04741B37694C}" presName="pyramid" presStyleLbl="node1" presStyleIdx="0" presStyleCnt="1"/>
      <dgm:spPr/>
    </dgm:pt>
    <dgm:pt modelId="{546855D7-A868-4A46-8D91-0C5DCB025BA6}" type="pres">
      <dgm:prSet presAssocID="{EF139BC7-5DA8-4827-AA40-04741B37694C}" presName="theList" presStyleCnt="0"/>
      <dgm:spPr/>
    </dgm:pt>
    <dgm:pt modelId="{23F84B73-32EA-4F00-A1DB-C0CBD4AC4A9A}" type="pres">
      <dgm:prSet presAssocID="{DAACED49-DA32-42BD-8CC7-EDC2EA7161ED}" presName="aNode" presStyleLbl="fgAcc1" presStyleIdx="0" presStyleCnt="5">
        <dgm:presLayoutVars>
          <dgm:bulletEnabled val="1"/>
        </dgm:presLayoutVars>
      </dgm:prSet>
      <dgm:spPr/>
      <dgm:t>
        <a:bodyPr/>
        <a:lstStyle/>
        <a:p>
          <a:endParaRPr lang="en-IN"/>
        </a:p>
      </dgm:t>
    </dgm:pt>
    <dgm:pt modelId="{96294F90-4F3D-4CBF-849B-C38853A3B7E9}" type="pres">
      <dgm:prSet presAssocID="{DAACED49-DA32-42BD-8CC7-EDC2EA7161ED}" presName="aSpace" presStyleCnt="0"/>
      <dgm:spPr/>
    </dgm:pt>
    <dgm:pt modelId="{CA45094A-D32B-4038-B929-9E9CC8353D18}" type="pres">
      <dgm:prSet presAssocID="{60B11822-67F9-49F1-8227-F704C2208CC4}" presName="aNode" presStyleLbl="fgAcc1" presStyleIdx="1" presStyleCnt="5">
        <dgm:presLayoutVars>
          <dgm:bulletEnabled val="1"/>
        </dgm:presLayoutVars>
      </dgm:prSet>
      <dgm:spPr/>
      <dgm:t>
        <a:bodyPr/>
        <a:lstStyle/>
        <a:p>
          <a:endParaRPr lang="en-IN"/>
        </a:p>
      </dgm:t>
    </dgm:pt>
    <dgm:pt modelId="{251D576E-4625-4D75-841B-4B47CE6F0147}" type="pres">
      <dgm:prSet presAssocID="{60B11822-67F9-49F1-8227-F704C2208CC4}" presName="aSpace" presStyleCnt="0"/>
      <dgm:spPr/>
    </dgm:pt>
    <dgm:pt modelId="{398A5FF4-80A5-4EAF-9EF7-CA17042DE743}" type="pres">
      <dgm:prSet presAssocID="{15C59485-9E1E-4E2B-8517-CDACE3B5FE45}" presName="aNode" presStyleLbl="fgAcc1" presStyleIdx="2" presStyleCnt="5">
        <dgm:presLayoutVars>
          <dgm:bulletEnabled val="1"/>
        </dgm:presLayoutVars>
      </dgm:prSet>
      <dgm:spPr/>
      <dgm:t>
        <a:bodyPr/>
        <a:lstStyle/>
        <a:p>
          <a:endParaRPr lang="en-IN"/>
        </a:p>
      </dgm:t>
    </dgm:pt>
    <dgm:pt modelId="{025EF137-1ADD-4EC8-9EFD-E34FAC3F55F6}" type="pres">
      <dgm:prSet presAssocID="{15C59485-9E1E-4E2B-8517-CDACE3B5FE45}" presName="aSpace" presStyleCnt="0"/>
      <dgm:spPr/>
    </dgm:pt>
    <dgm:pt modelId="{542DBBD8-6546-4841-B7FD-1280096E1402}" type="pres">
      <dgm:prSet presAssocID="{7152C07A-E4D6-4B6B-B5DF-F459F785A7A2}" presName="aNode" presStyleLbl="fgAcc1" presStyleIdx="3" presStyleCnt="5">
        <dgm:presLayoutVars>
          <dgm:bulletEnabled val="1"/>
        </dgm:presLayoutVars>
      </dgm:prSet>
      <dgm:spPr/>
      <dgm:t>
        <a:bodyPr/>
        <a:lstStyle/>
        <a:p>
          <a:endParaRPr lang="en-IN"/>
        </a:p>
      </dgm:t>
    </dgm:pt>
    <dgm:pt modelId="{53093614-6D77-41B3-B5D4-D413F1F75CF4}" type="pres">
      <dgm:prSet presAssocID="{7152C07A-E4D6-4B6B-B5DF-F459F785A7A2}" presName="aSpace" presStyleCnt="0"/>
      <dgm:spPr/>
    </dgm:pt>
    <dgm:pt modelId="{5F60F385-A088-4B57-B6DE-9F6E4AE99365}" type="pres">
      <dgm:prSet presAssocID="{D885AB92-FDFE-4950-AC87-F96B68762099}" presName="aNode" presStyleLbl="fgAcc1" presStyleIdx="4" presStyleCnt="5">
        <dgm:presLayoutVars>
          <dgm:bulletEnabled val="1"/>
        </dgm:presLayoutVars>
      </dgm:prSet>
      <dgm:spPr/>
      <dgm:t>
        <a:bodyPr/>
        <a:lstStyle/>
        <a:p>
          <a:endParaRPr lang="en-IN"/>
        </a:p>
      </dgm:t>
    </dgm:pt>
    <dgm:pt modelId="{27CBD75B-B955-4CBB-89BC-EA71D71D9779}" type="pres">
      <dgm:prSet presAssocID="{D885AB92-FDFE-4950-AC87-F96B68762099}" presName="aSpace" presStyleCnt="0"/>
      <dgm:spPr/>
    </dgm:pt>
  </dgm:ptLst>
  <dgm:cxnLst>
    <dgm:cxn modelId="{F50CCE58-B58C-493A-899B-316752F2BAA0}" type="presOf" srcId="{D885AB92-FDFE-4950-AC87-F96B68762099}" destId="{5F60F385-A088-4B57-B6DE-9F6E4AE99365}" srcOrd="0" destOrd="0" presId="urn:microsoft.com/office/officeart/2005/8/layout/pyramid2"/>
    <dgm:cxn modelId="{5A154B98-91DD-4C78-81ED-3CED149F296A}" type="presOf" srcId="{DAACED49-DA32-42BD-8CC7-EDC2EA7161ED}" destId="{23F84B73-32EA-4F00-A1DB-C0CBD4AC4A9A}" srcOrd="0" destOrd="0" presId="urn:microsoft.com/office/officeart/2005/8/layout/pyramid2"/>
    <dgm:cxn modelId="{14AA98E4-99D2-4B89-9B6A-29225A789970}" type="presOf" srcId="{EF139BC7-5DA8-4827-AA40-04741B37694C}" destId="{3FBDA490-866B-4DB7-A2DB-5F97C83F975E}" srcOrd="0" destOrd="0" presId="urn:microsoft.com/office/officeart/2005/8/layout/pyramid2"/>
    <dgm:cxn modelId="{74006014-344B-417D-9225-6DD13CE9E3F0}" srcId="{EF139BC7-5DA8-4827-AA40-04741B37694C}" destId="{D885AB92-FDFE-4950-AC87-F96B68762099}" srcOrd="4" destOrd="0" parTransId="{4CD46808-CF37-477E-88F3-F9EE04A782E3}" sibTransId="{D3878061-322F-4599-BF4C-46165CF59170}"/>
    <dgm:cxn modelId="{CBB2159C-7E7B-4A49-98C5-3CA5E8CF7BA1}" type="presOf" srcId="{60B11822-67F9-49F1-8227-F704C2208CC4}" destId="{CA45094A-D32B-4038-B929-9E9CC8353D18}" srcOrd="0" destOrd="0" presId="urn:microsoft.com/office/officeart/2005/8/layout/pyramid2"/>
    <dgm:cxn modelId="{1D785317-AB0A-4C10-9B41-97A500C6C00B}" type="presOf" srcId="{7152C07A-E4D6-4B6B-B5DF-F459F785A7A2}" destId="{542DBBD8-6546-4841-B7FD-1280096E1402}" srcOrd="0" destOrd="0" presId="urn:microsoft.com/office/officeart/2005/8/layout/pyramid2"/>
    <dgm:cxn modelId="{5EE442D0-BF99-469D-8BB5-A772896FF6E2}" srcId="{EF139BC7-5DA8-4827-AA40-04741B37694C}" destId="{7152C07A-E4D6-4B6B-B5DF-F459F785A7A2}" srcOrd="3" destOrd="0" parTransId="{B16FD752-8EB7-4C12-88D4-52729D0FB365}" sibTransId="{0076C5D7-D7DF-403F-9D66-111AA904B00B}"/>
    <dgm:cxn modelId="{8944F8B5-B65F-4343-B113-C019EE10044C}" type="presOf" srcId="{15C59485-9E1E-4E2B-8517-CDACE3B5FE45}" destId="{398A5FF4-80A5-4EAF-9EF7-CA17042DE743}" srcOrd="0" destOrd="0" presId="urn:microsoft.com/office/officeart/2005/8/layout/pyramid2"/>
    <dgm:cxn modelId="{6F92C581-C4F9-434C-81A4-9CD3F7C7BA53}" srcId="{EF139BC7-5DA8-4827-AA40-04741B37694C}" destId="{60B11822-67F9-49F1-8227-F704C2208CC4}" srcOrd="1" destOrd="0" parTransId="{34495AF3-B470-4EF2-B5AA-D40DC27C8336}" sibTransId="{2A818F63-91F2-41E0-BDBC-73D76A418238}"/>
    <dgm:cxn modelId="{CF58A880-164E-4990-A005-ED060DE24420}" srcId="{EF139BC7-5DA8-4827-AA40-04741B37694C}" destId="{15C59485-9E1E-4E2B-8517-CDACE3B5FE45}" srcOrd="2" destOrd="0" parTransId="{AE288C58-6674-4F1C-B397-9F527F91FBE1}" sibTransId="{597A0378-1724-4345-9E63-06389CA67E5B}"/>
    <dgm:cxn modelId="{1EF685D1-A9F2-4162-A895-0A6CCC19193B}" srcId="{EF139BC7-5DA8-4827-AA40-04741B37694C}" destId="{DAACED49-DA32-42BD-8CC7-EDC2EA7161ED}" srcOrd="0" destOrd="0" parTransId="{27E71653-3CBD-42B1-98E0-5B351729F534}" sibTransId="{1A297867-FD1B-455E-846B-36B0EE0B4490}"/>
    <dgm:cxn modelId="{125D3222-6DAA-4046-8CBD-69C59699D35A}" type="presParOf" srcId="{3FBDA490-866B-4DB7-A2DB-5F97C83F975E}" destId="{1752C703-BAD9-4DAE-82F6-FBFB2AC313B7}" srcOrd="0" destOrd="0" presId="urn:microsoft.com/office/officeart/2005/8/layout/pyramid2"/>
    <dgm:cxn modelId="{1555789F-880B-40D8-B427-11CCAA806745}" type="presParOf" srcId="{3FBDA490-866B-4DB7-A2DB-5F97C83F975E}" destId="{546855D7-A868-4A46-8D91-0C5DCB025BA6}" srcOrd="1" destOrd="0" presId="urn:microsoft.com/office/officeart/2005/8/layout/pyramid2"/>
    <dgm:cxn modelId="{ED2F0BCA-7FC0-4653-9DD7-74DA941627A9}" type="presParOf" srcId="{546855D7-A868-4A46-8D91-0C5DCB025BA6}" destId="{23F84B73-32EA-4F00-A1DB-C0CBD4AC4A9A}" srcOrd="0" destOrd="0" presId="urn:microsoft.com/office/officeart/2005/8/layout/pyramid2"/>
    <dgm:cxn modelId="{50A239BC-2E01-4B18-B8C9-F3F6D45A45D1}" type="presParOf" srcId="{546855D7-A868-4A46-8D91-0C5DCB025BA6}" destId="{96294F90-4F3D-4CBF-849B-C38853A3B7E9}" srcOrd="1" destOrd="0" presId="urn:microsoft.com/office/officeart/2005/8/layout/pyramid2"/>
    <dgm:cxn modelId="{42EDDB70-1FD2-4476-9D68-0B85E5342AD0}" type="presParOf" srcId="{546855D7-A868-4A46-8D91-0C5DCB025BA6}" destId="{CA45094A-D32B-4038-B929-9E9CC8353D18}" srcOrd="2" destOrd="0" presId="urn:microsoft.com/office/officeart/2005/8/layout/pyramid2"/>
    <dgm:cxn modelId="{A33FF81D-3D95-45E4-990E-B5DDA3B1D294}" type="presParOf" srcId="{546855D7-A868-4A46-8D91-0C5DCB025BA6}" destId="{251D576E-4625-4D75-841B-4B47CE6F0147}" srcOrd="3" destOrd="0" presId="urn:microsoft.com/office/officeart/2005/8/layout/pyramid2"/>
    <dgm:cxn modelId="{7B338CD4-5CA8-4A38-81C0-DA28975C15F6}" type="presParOf" srcId="{546855D7-A868-4A46-8D91-0C5DCB025BA6}" destId="{398A5FF4-80A5-4EAF-9EF7-CA17042DE743}" srcOrd="4" destOrd="0" presId="urn:microsoft.com/office/officeart/2005/8/layout/pyramid2"/>
    <dgm:cxn modelId="{99852532-B7F7-4F4B-ABB0-A0FB73231DB0}" type="presParOf" srcId="{546855D7-A868-4A46-8D91-0C5DCB025BA6}" destId="{025EF137-1ADD-4EC8-9EFD-E34FAC3F55F6}" srcOrd="5" destOrd="0" presId="urn:microsoft.com/office/officeart/2005/8/layout/pyramid2"/>
    <dgm:cxn modelId="{11377942-C50B-4586-B497-A2608E3A8422}" type="presParOf" srcId="{546855D7-A868-4A46-8D91-0C5DCB025BA6}" destId="{542DBBD8-6546-4841-B7FD-1280096E1402}" srcOrd="6" destOrd="0" presId="urn:microsoft.com/office/officeart/2005/8/layout/pyramid2"/>
    <dgm:cxn modelId="{9729AC34-C924-4283-AEA7-6730314EEE28}" type="presParOf" srcId="{546855D7-A868-4A46-8D91-0C5DCB025BA6}" destId="{53093614-6D77-41B3-B5D4-D413F1F75CF4}" srcOrd="7" destOrd="0" presId="urn:microsoft.com/office/officeart/2005/8/layout/pyramid2"/>
    <dgm:cxn modelId="{13FB288B-D104-4E88-B9FC-BEA65730A9D4}" type="presParOf" srcId="{546855D7-A868-4A46-8D91-0C5DCB025BA6}" destId="{5F60F385-A088-4B57-B6DE-9F6E4AE99365}" srcOrd="8" destOrd="0" presId="urn:microsoft.com/office/officeart/2005/8/layout/pyramid2"/>
    <dgm:cxn modelId="{32366AC8-B6AC-460C-9756-F63026A4787B}" type="presParOf" srcId="{546855D7-A868-4A46-8D91-0C5DCB025BA6}" destId="{27CBD75B-B955-4CBB-89BC-EA71D71D9779}"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EAC6BA8-27B7-4522-A4E4-56175CF961E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1CE264E4-8326-4199-BA7A-41ECBD9D8220}">
      <dgm:prSet custT="1"/>
      <dgm:spPr/>
      <dgm:t>
        <a:bodyPr/>
        <a:lstStyle/>
        <a:p>
          <a:pPr algn="just" rtl="0"/>
          <a:r>
            <a:rPr lang="en-US" sz="2400" dirty="0" smtClean="0"/>
            <a:t>Consent – Section 13;  Two or more persons are said to consent when they agree upon the same thing in the same sense.</a:t>
          </a:r>
          <a:endParaRPr lang="en-IN" sz="2400" dirty="0"/>
        </a:p>
      </dgm:t>
    </dgm:pt>
    <dgm:pt modelId="{94C581C2-FEFF-44C4-9BB8-71DBA1C9702A}" type="parTrans" cxnId="{B8D91F38-E0C3-4F92-9363-6C7F98326CBF}">
      <dgm:prSet/>
      <dgm:spPr/>
      <dgm:t>
        <a:bodyPr/>
        <a:lstStyle/>
        <a:p>
          <a:endParaRPr lang="en-IN"/>
        </a:p>
      </dgm:t>
    </dgm:pt>
    <dgm:pt modelId="{C1882646-687B-4933-AA95-A842965C6B45}" type="sibTrans" cxnId="{B8D91F38-E0C3-4F92-9363-6C7F98326CBF}">
      <dgm:prSet/>
      <dgm:spPr/>
      <dgm:t>
        <a:bodyPr/>
        <a:lstStyle/>
        <a:p>
          <a:endParaRPr lang="en-IN"/>
        </a:p>
      </dgm:t>
    </dgm:pt>
    <dgm:pt modelId="{3355595B-DF08-43EB-A467-55A7C3AF7B91}">
      <dgm:prSet/>
      <dgm:spPr/>
      <dgm:t>
        <a:bodyPr/>
        <a:lstStyle/>
        <a:p>
          <a:pPr algn="just" rtl="0"/>
          <a:r>
            <a:rPr lang="en-US" b="1" dirty="0" smtClean="0"/>
            <a:t>Free Consent</a:t>
          </a:r>
          <a:r>
            <a:rPr lang="en-US" dirty="0" smtClean="0"/>
            <a:t> – Consent is said to be free, when it is not caused by</a:t>
          </a:r>
          <a:endParaRPr lang="en-IN" dirty="0"/>
        </a:p>
      </dgm:t>
    </dgm:pt>
    <dgm:pt modelId="{BF88D6AF-4A73-4252-B219-5CA28E029D76}" type="parTrans" cxnId="{AFD78F59-6424-4F1B-96A6-86FCDD2DF475}">
      <dgm:prSet/>
      <dgm:spPr/>
      <dgm:t>
        <a:bodyPr/>
        <a:lstStyle/>
        <a:p>
          <a:endParaRPr lang="en-IN"/>
        </a:p>
      </dgm:t>
    </dgm:pt>
    <dgm:pt modelId="{D7E334B5-2DAB-443E-B787-D0DA407468D3}" type="sibTrans" cxnId="{AFD78F59-6424-4F1B-96A6-86FCDD2DF475}">
      <dgm:prSet/>
      <dgm:spPr/>
      <dgm:t>
        <a:bodyPr/>
        <a:lstStyle/>
        <a:p>
          <a:endParaRPr lang="en-IN"/>
        </a:p>
      </dgm:t>
    </dgm:pt>
    <dgm:pt modelId="{5630D721-3A78-43D8-853A-0D0C52252AEE}">
      <dgm:prSet custT="1"/>
      <dgm:spPr/>
      <dgm:t>
        <a:bodyPr/>
        <a:lstStyle/>
        <a:p>
          <a:pPr rtl="0"/>
          <a:r>
            <a:rPr lang="en-US" sz="1600" dirty="0" smtClean="0"/>
            <a:t>Coercion (Section 15)</a:t>
          </a:r>
          <a:endParaRPr lang="en-IN" sz="1600" dirty="0"/>
        </a:p>
      </dgm:t>
    </dgm:pt>
    <dgm:pt modelId="{16B0504F-E18D-4A4C-870E-3D909869CFC9}" type="parTrans" cxnId="{54AA6E18-1566-4F6B-9D62-44C24D169794}">
      <dgm:prSet/>
      <dgm:spPr/>
      <dgm:t>
        <a:bodyPr/>
        <a:lstStyle/>
        <a:p>
          <a:endParaRPr lang="en-IN"/>
        </a:p>
      </dgm:t>
    </dgm:pt>
    <dgm:pt modelId="{B1680288-4D81-461A-A515-0C65E6AA8121}" type="sibTrans" cxnId="{54AA6E18-1566-4F6B-9D62-44C24D169794}">
      <dgm:prSet/>
      <dgm:spPr/>
      <dgm:t>
        <a:bodyPr/>
        <a:lstStyle/>
        <a:p>
          <a:endParaRPr lang="en-IN"/>
        </a:p>
      </dgm:t>
    </dgm:pt>
    <dgm:pt modelId="{939C3318-6544-4359-91BC-F39B8FA5C936}">
      <dgm:prSet custT="1"/>
      <dgm:spPr/>
      <dgm:t>
        <a:bodyPr/>
        <a:lstStyle/>
        <a:p>
          <a:pPr rtl="0"/>
          <a:r>
            <a:rPr lang="en-US" sz="1600" dirty="0" smtClean="0"/>
            <a:t>Undue Influence(Section 16)</a:t>
          </a:r>
          <a:endParaRPr lang="en-IN" sz="1600" dirty="0"/>
        </a:p>
      </dgm:t>
    </dgm:pt>
    <dgm:pt modelId="{F8E1A51E-102C-4BB9-B695-DE5A4848FD76}" type="parTrans" cxnId="{5886FD74-EAD9-4755-A95D-A701545FF980}">
      <dgm:prSet/>
      <dgm:spPr/>
      <dgm:t>
        <a:bodyPr/>
        <a:lstStyle/>
        <a:p>
          <a:endParaRPr lang="en-IN"/>
        </a:p>
      </dgm:t>
    </dgm:pt>
    <dgm:pt modelId="{8BE49A29-672D-419B-8F5A-3226FF0B51D4}" type="sibTrans" cxnId="{5886FD74-EAD9-4755-A95D-A701545FF980}">
      <dgm:prSet/>
      <dgm:spPr/>
      <dgm:t>
        <a:bodyPr/>
        <a:lstStyle/>
        <a:p>
          <a:endParaRPr lang="en-IN"/>
        </a:p>
      </dgm:t>
    </dgm:pt>
    <dgm:pt modelId="{932F2D11-DCD9-4F70-836D-4732610F5A3A}">
      <dgm:prSet custT="1"/>
      <dgm:spPr/>
      <dgm:t>
        <a:bodyPr/>
        <a:lstStyle/>
        <a:p>
          <a:pPr rtl="0"/>
          <a:r>
            <a:rPr lang="en-US" sz="1600" dirty="0" smtClean="0"/>
            <a:t>Fraud(Section 17)</a:t>
          </a:r>
          <a:endParaRPr lang="en-IN" sz="1600" dirty="0"/>
        </a:p>
      </dgm:t>
    </dgm:pt>
    <dgm:pt modelId="{CC0071D3-B7ED-4852-863B-376FAA7359A0}" type="parTrans" cxnId="{6C0A3F59-28C2-41BC-BC2C-C97B996CB306}">
      <dgm:prSet/>
      <dgm:spPr/>
      <dgm:t>
        <a:bodyPr/>
        <a:lstStyle/>
        <a:p>
          <a:endParaRPr lang="en-IN"/>
        </a:p>
      </dgm:t>
    </dgm:pt>
    <dgm:pt modelId="{B0E0AD32-8EEF-49A4-AEDD-3CB90CF8C994}" type="sibTrans" cxnId="{6C0A3F59-28C2-41BC-BC2C-C97B996CB306}">
      <dgm:prSet/>
      <dgm:spPr/>
      <dgm:t>
        <a:bodyPr/>
        <a:lstStyle/>
        <a:p>
          <a:endParaRPr lang="en-IN"/>
        </a:p>
      </dgm:t>
    </dgm:pt>
    <dgm:pt modelId="{B75E3ADB-3216-470D-B223-95CBD4891882}">
      <dgm:prSet custT="1"/>
      <dgm:spPr/>
      <dgm:t>
        <a:bodyPr/>
        <a:lstStyle/>
        <a:p>
          <a:pPr rtl="0"/>
          <a:r>
            <a:rPr lang="en-US" sz="1600" dirty="0" smtClean="0"/>
            <a:t>Misrepresentation(Section 18)</a:t>
          </a:r>
          <a:endParaRPr lang="en-IN" sz="1600" dirty="0"/>
        </a:p>
      </dgm:t>
    </dgm:pt>
    <dgm:pt modelId="{6D0CA43F-E3C3-4AC7-A295-B49E7208DCA3}" type="parTrans" cxnId="{17012EE8-4DEA-4777-B5D2-B6F54AD16F01}">
      <dgm:prSet/>
      <dgm:spPr/>
      <dgm:t>
        <a:bodyPr/>
        <a:lstStyle/>
        <a:p>
          <a:endParaRPr lang="en-IN"/>
        </a:p>
      </dgm:t>
    </dgm:pt>
    <dgm:pt modelId="{37FD9315-4FFD-435F-942B-0200D0FCC6B4}" type="sibTrans" cxnId="{17012EE8-4DEA-4777-B5D2-B6F54AD16F01}">
      <dgm:prSet/>
      <dgm:spPr/>
      <dgm:t>
        <a:bodyPr/>
        <a:lstStyle/>
        <a:p>
          <a:endParaRPr lang="en-IN"/>
        </a:p>
      </dgm:t>
    </dgm:pt>
    <dgm:pt modelId="{0C222663-9B1D-4BF7-A9D3-A11A1B04C368}">
      <dgm:prSet custT="1"/>
      <dgm:spPr/>
      <dgm:t>
        <a:bodyPr/>
        <a:lstStyle/>
        <a:p>
          <a:pPr rtl="0"/>
          <a:r>
            <a:rPr lang="en-US" sz="1600" dirty="0" smtClean="0"/>
            <a:t>Mistake, subject to the provisions of Sections 20, 21, 22 (Section 14)</a:t>
          </a:r>
          <a:endParaRPr lang="en-IN" sz="1600" dirty="0"/>
        </a:p>
      </dgm:t>
    </dgm:pt>
    <dgm:pt modelId="{62E15BCC-AC2B-4331-8C21-A96E381E15B0}" type="parTrans" cxnId="{45A560C4-8559-4BE6-8A11-12B2240D8F34}">
      <dgm:prSet/>
      <dgm:spPr/>
      <dgm:t>
        <a:bodyPr/>
        <a:lstStyle/>
        <a:p>
          <a:endParaRPr lang="en-IN"/>
        </a:p>
      </dgm:t>
    </dgm:pt>
    <dgm:pt modelId="{B1D02E02-CD26-4983-B3D3-8A52FA5199D2}" type="sibTrans" cxnId="{45A560C4-8559-4BE6-8A11-12B2240D8F34}">
      <dgm:prSet/>
      <dgm:spPr/>
      <dgm:t>
        <a:bodyPr/>
        <a:lstStyle/>
        <a:p>
          <a:endParaRPr lang="en-IN"/>
        </a:p>
      </dgm:t>
    </dgm:pt>
    <dgm:pt modelId="{EA622351-E069-4CE8-AFED-B9A5A197C210}" type="pres">
      <dgm:prSet presAssocID="{0EAC6BA8-27B7-4522-A4E4-56175CF961E4}" presName="vert0" presStyleCnt="0">
        <dgm:presLayoutVars>
          <dgm:dir/>
          <dgm:animOne val="branch"/>
          <dgm:animLvl val="lvl"/>
        </dgm:presLayoutVars>
      </dgm:prSet>
      <dgm:spPr/>
      <dgm:t>
        <a:bodyPr/>
        <a:lstStyle/>
        <a:p>
          <a:endParaRPr lang="en-IN"/>
        </a:p>
      </dgm:t>
    </dgm:pt>
    <dgm:pt modelId="{0508F0D4-448F-41C8-9C71-2CC68514E97E}" type="pres">
      <dgm:prSet presAssocID="{1CE264E4-8326-4199-BA7A-41ECBD9D8220}" presName="thickLine" presStyleLbl="alignNode1" presStyleIdx="0" presStyleCnt="2"/>
      <dgm:spPr/>
    </dgm:pt>
    <dgm:pt modelId="{CDCEFA92-28BD-4B0C-AA71-0898E82817D5}" type="pres">
      <dgm:prSet presAssocID="{1CE264E4-8326-4199-BA7A-41ECBD9D8220}" presName="horz1" presStyleCnt="0"/>
      <dgm:spPr/>
    </dgm:pt>
    <dgm:pt modelId="{54FB92AC-5459-4ECB-895B-BBE6925C799C}" type="pres">
      <dgm:prSet presAssocID="{1CE264E4-8326-4199-BA7A-41ECBD9D8220}" presName="tx1" presStyleLbl="revTx" presStyleIdx="0" presStyleCnt="7" custScaleX="500000"/>
      <dgm:spPr/>
      <dgm:t>
        <a:bodyPr/>
        <a:lstStyle/>
        <a:p>
          <a:endParaRPr lang="en-IN"/>
        </a:p>
      </dgm:t>
    </dgm:pt>
    <dgm:pt modelId="{16AE9434-95A0-44EB-BBC7-E5745E826356}" type="pres">
      <dgm:prSet presAssocID="{1CE264E4-8326-4199-BA7A-41ECBD9D8220}" presName="vert1" presStyleCnt="0"/>
      <dgm:spPr/>
    </dgm:pt>
    <dgm:pt modelId="{8ACFF7D1-B952-408C-B203-E93D6A13B2AB}" type="pres">
      <dgm:prSet presAssocID="{3355595B-DF08-43EB-A467-55A7C3AF7B91}" presName="thickLine" presStyleLbl="alignNode1" presStyleIdx="1" presStyleCnt="2"/>
      <dgm:spPr/>
    </dgm:pt>
    <dgm:pt modelId="{29068343-FCF1-44BD-B209-5C692C59F14E}" type="pres">
      <dgm:prSet presAssocID="{3355595B-DF08-43EB-A467-55A7C3AF7B91}" presName="horz1" presStyleCnt="0"/>
      <dgm:spPr/>
    </dgm:pt>
    <dgm:pt modelId="{053D09B5-505B-4562-B338-26AF222E01F0}" type="pres">
      <dgm:prSet presAssocID="{3355595B-DF08-43EB-A467-55A7C3AF7B91}" presName="tx1" presStyleLbl="revTx" presStyleIdx="1" presStyleCnt="7"/>
      <dgm:spPr/>
      <dgm:t>
        <a:bodyPr/>
        <a:lstStyle/>
        <a:p>
          <a:endParaRPr lang="en-IN"/>
        </a:p>
      </dgm:t>
    </dgm:pt>
    <dgm:pt modelId="{1C8BD4BA-0E36-4E47-8066-4BCC7FF8BFA2}" type="pres">
      <dgm:prSet presAssocID="{3355595B-DF08-43EB-A467-55A7C3AF7B91}" presName="vert1" presStyleCnt="0"/>
      <dgm:spPr/>
    </dgm:pt>
    <dgm:pt modelId="{868C0ED9-2E63-4E9D-873C-61C8F65782CB}" type="pres">
      <dgm:prSet presAssocID="{5630D721-3A78-43D8-853A-0D0C52252AEE}" presName="vertSpace2a" presStyleCnt="0"/>
      <dgm:spPr/>
    </dgm:pt>
    <dgm:pt modelId="{09680F5F-9797-4F6D-BC66-E50BBA05206C}" type="pres">
      <dgm:prSet presAssocID="{5630D721-3A78-43D8-853A-0D0C52252AEE}" presName="horz2" presStyleCnt="0"/>
      <dgm:spPr/>
    </dgm:pt>
    <dgm:pt modelId="{25933256-E961-4BEE-96A9-9FBCF7CD6724}" type="pres">
      <dgm:prSet presAssocID="{5630D721-3A78-43D8-853A-0D0C52252AEE}" presName="horzSpace2" presStyleCnt="0"/>
      <dgm:spPr/>
    </dgm:pt>
    <dgm:pt modelId="{64B047FC-58A1-4BED-9C10-64A874B29371}" type="pres">
      <dgm:prSet presAssocID="{5630D721-3A78-43D8-853A-0D0C52252AEE}" presName="tx2" presStyleLbl="revTx" presStyleIdx="2" presStyleCnt="7"/>
      <dgm:spPr/>
      <dgm:t>
        <a:bodyPr/>
        <a:lstStyle/>
        <a:p>
          <a:endParaRPr lang="en-IN"/>
        </a:p>
      </dgm:t>
    </dgm:pt>
    <dgm:pt modelId="{BA134378-3E74-4A6B-BF10-630BE10D5C95}" type="pres">
      <dgm:prSet presAssocID="{5630D721-3A78-43D8-853A-0D0C52252AEE}" presName="vert2" presStyleCnt="0"/>
      <dgm:spPr/>
    </dgm:pt>
    <dgm:pt modelId="{19EFED61-DC96-4CFD-9C93-EDBD182672D1}" type="pres">
      <dgm:prSet presAssocID="{5630D721-3A78-43D8-853A-0D0C52252AEE}" presName="thinLine2b" presStyleLbl="callout" presStyleIdx="0" presStyleCnt="5"/>
      <dgm:spPr/>
    </dgm:pt>
    <dgm:pt modelId="{488E96E6-8B64-443B-910E-669430FC0AC9}" type="pres">
      <dgm:prSet presAssocID="{5630D721-3A78-43D8-853A-0D0C52252AEE}" presName="vertSpace2b" presStyleCnt="0"/>
      <dgm:spPr/>
    </dgm:pt>
    <dgm:pt modelId="{95DDD8F4-F224-4534-B647-8BC6FE0F5055}" type="pres">
      <dgm:prSet presAssocID="{939C3318-6544-4359-91BC-F39B8FA5C936}" presName="horz2" presStyleCnt="0"/>
      <dgm:spPr/>
    </dgm:pt>
    <dgm:pt modelId="{D0A45B17-030D-41F4-84BC-3AD115EFE354}" type="pres">
      <dgm:prSet presAssocID="{939C3318-6544-4359-91BC-F39B8FA5C936}" presName="horzSpace2" presStyleCnt="0"/>
      <dgm:spPr/>
    </dgm:pt>
    <dgm:pt modelId="{05316BEE-5234-4F06-9F3E-40640E1BC49D}" type="pres">
      <dgm:prSet presAssocID="{939C3318-6544-4359-91BC-F39B8FA5C936}" presName="tx2" presStyleLbl="revTx" presStyleIdx="3" presStyleCnt="7"/>
      <dgm:spPr/>
      <dgm:t>
        <a:bodyPr/>
        <a:lstStyle/>
        <a:p>
          <a:endParaRPr lang="en-IN"/>
        </a:p>
      </dgm:t>
    </dgm:pt>
    <dgm:pt modelId="{C33759D9-02B3-4FF6-AD5D-215E76579E0F}" type="pres">
      <dgm:prSet presAssocID="{939C3318-6544-4359-91BC-F39B8FA5C936}" presName="vert2" presStyleCnt="0"/>
      <dgm:spPr/>
    </dgm:pt>
    <dgm:pt modelId="{639B1EDA-AF5F-4EF1-9C7B-FE696E4699B3}" type="pres">
      <dgm:prSet presAssocID="{939C3318-6544-4359-91BC-F39B8FA5C936}" presName="thinLine2b" presStyleLbl="callout" presStyleIdx="1" presStyleCnt="5"/>
      <dgm:spPr/>
    </dgm:pt>
    <dgm:pt modelId="{1C72E30A-B6E4-4149-BABD-BCCA63DA913F}" type="pres">
      <dgm:prSet presAssocID="{939C3318-6544-4359-91BC-F39B8FA5C936}" presName="vertSpace2b" presStyleCnt="0"/>
      <dgm:spPr/>
    </dgm:pt>
    <dgm:pt modelId="{65517245-7ED7-4ADE-A8BD-B6C3E1B1A5C9}" type="pres">
      <dgm:prSet presAssocID="{932F2D11-DCD9-4F70-836D-4732610F5A3A}" presName="horz2" presStyleCnt="0"/>
      <dgm:spPr/>
    </dgm:pt>
    <dgm:pt modelId="{26BA47B6-5AD9-4D26-B1B1-64A1D88DDF92}" type="pres">
      <dgm:prSet presAssocID="{932F2D11-DCD9-4F70-836D-4732610F5A3A}" presName="horzSpace2" presStyleCnt="0"/>
      <dgm:spPr/>
    </dgm:pt>
    <dgm:pt modelId="{B91D8E74-76A4-4CDF-A7A7-AC81909BEDE8}" type="pres">
      <dgm:prSet presAssocID="{932F2D11-DCD9-4F70-836D-4732610F5A3A}" presName="tx2" presStyleLbl="revTx" presStyleIdx="4" presStyleCnt="7"/>
      <dgm:spPr/>
      <dgm:t>
        <a:bodyPr/>
        <a:lstStyle/>
        <a:p>
          <a:endParaRPr lang="en-IN"/>
        </a:p>
      </dgm:t>
    </dgm:pt>
    <dgm:pt modelId="{88D84510-02B1-46B5-9D92-594B7000E44C}" type="pres">
      <dgm:prSet presAssocID="{932F2D11-DCD9-4F70-836D-4732610F5A3A}" presName="vert2" presStyleCnt="0"/>
      <dgm:spPr/>
    </dgm:pt>
    <dgm:pt modelId="{E0EAD676-9682-4550-A8A4-52EB6FA14F1B}" type="pres">
      <dgm:prSet presAssocID="{932F2D11-DCD9-4F70-836D-4732610F5A3A}" presName="thinLine2b" presStyleLbl="callout" presStyleIdx="2" presStyleCnt="5"/>
      <dgm:spPr/>
    </dgm:pt>
    <dgm:pt modelId="{03F1E271-C787-4038-89F7-E8E9340C7880}" type="pres">
      <dgm:prSet presAssocID="{932F2D11-DCD9-4F70-836D-4732610F5A3A}" presName="vertSpace2b" presStyleCnt="0"/>
      <dgm:spPr/>
    </dgm:pt>
    <dgm:pt modelId="{D3BF685C-C988-4485-B3A4-9137BE459339}" type="pres">
      <dgm:prSet presAssocID="{B75E3ADB-3216-470D-B223-95CBD4891882}" presName="horz2" presStyleCnt="0"/>
      <dgm:spPr/>
    </dgm:pt>
    <dgm:pt modelId="{D4307CA3-F202-4A02-B4DC-235436306F52}" type="pres">
      <dgm:prSet presAssocID="{B75E3ADB-3216-470D-B223-95CBD4891882}" presName="horzSpace2" presStyleCnt="0"/>
      <dgm:spPr/>
    </dgm:pt>
    <dgm:pt modelId="{35789A40-F069-4428-B646-21FC75C0131B}" type="pres">
      <dgm:prSet presAssocID="{B75E3ADB-3216-470D-B223-95CBD4891882}" presName="tx2" presStyleLbl="revTx" presStyleIdx="5" presStyleCnt="7"/>
      <dgm:spPr/>
      <dgm:t>
        <a:bodyPr/>
        <a:lstStyle/>
        <a:p>
          <a:endParaRPr lang="en-IN"/>
        </a:p>
      </dgm:t>
    </dgm:pt>
    <dgm:pt modelId="{65E892EA-F763-4431-B467-E1D8595BCD3F}" type="pres">
      <dgm:prSet presAssocID="{B75E3ADB-3216-470D-B223-95CBD4891882}" presName="vert2" presStyleCnt="0"/>
      <dgm:spPr/>
    </dgm:pt>
    <dgm:pt modelId="{FAA5F244-96A4-4EDE-9490-9655B86B60E8}" type="pres">
      <dgm:prSet presAssocID="{B75E3ADB-3216-470D-B223-95CBD4891882}" presName="thinLine2b" presStyleLbl="callout" presStyleIdx="3" presStyleCnt="5"/>
      <dgm:spPr/>
    </dgm:pt>
    <dgm:pt modelId="{F34DE5DC-1EA5-444B-9072-1F5F2D1F47D6}" type="pres">
      <dgm:prSet presAssocID="{B75E3ADB-3216-470D-B223-95CBD4891882}" presName="vertSpace2b" presStyleCnt="0"/>
      <dgm:spPr/>
    </dgm:pt>
    <dgm:pt modelId="{525DFC1E-F00D-4E03-9835-0C9DDEB579A3}" type="pres">
      <dgm:prSet presAssocID="{0C222663-9B1D-4BF7-A9D3-A11A1B04C368}" presName="horz2" presStyleCnt="0"/>
      <dgm:spPr/>
    </dgm:pt>
    <dgm:pt modelId="{5BCB2CBD-3C56-4AC9-AA6E-7B35C3D4E282}" type="pres">
      <dgm:prSet presAssocID="{0C222663-9B1D-4BF7-A9D3-A11A1B04C368}" presName="horzSpace2" presStyleCnt="0"/>
      <dgm:spPr/>
    </dgm:pt>
    <dgm:pt modelId="{0EDF88A8-31D2-4220-9530-A53C328B9A14}" type="pres">
      <dgm:prSet presAssocID="{0C222663-9B1D-4BF7-A9D3-A11A1B04C368}" presName="tx2" presStyleLbl="revTx" presStyleIdx="6" presStyleCnt="7"/>
      <dgm:spPr/>
      <dgm:t>
        <a:bodyPr/>
        <a:lstStyle/>
        <a:p>
          <a:endParaRPr lang="en-IN"/>
        </a:p>
      </dgm:t>
    </dgm:pt>
    <dgm:pt modelId="{BA3FBCE9-1B72-4596-B1DD-3F880ABF84C1}" type="pres">
      <dgm:prSet presAssocID="{0C222663-9B1D-4BF7-A9D3-A11A1B04C368}" presName="vert2" presStyleCnt="0"/>
      <dgm:spPr/>
    </dgm:pt>
    <dgm:pt modelId="{C043731C-2109-4477-B2A2-99BF0FEBC8B8}" type="pres">
      <dgm:prSet presAssocID="{0C222663-9B1D-4BF7-A9D3-A11A1B04C368}" presName="thinLine2b" presStyleLbl="callout" presStyleIdx="4" presStyleCnt="5"/>
      <dgm:spPr/>
    </dgm:pt>
    <dgm:pt modelId="{4F5D7191-086E-4F2F-9D2E-E30610AD8276}" type="pres">
      <dgm:prSet presAssocID="{0C222663-9B1D-4BF7-A9D3-A11A1B04C368}" presName="vertSpace2b" presStyleCnt="0"/>
      <dgm:spPr/>
    </dgm:pt>
  </dgm:ptLst>
  <dgm:cxnLst>
    <dgm:cxn modelId="{B8D91F38-E0C3-4F92-9363-6C7F98326CBF}" srcId="{0EAC6BA8-27B7-4522-A4E4-56175CF961E4}" destId="{1CE264E4-8326-4199-BA7A-41ECBD9D8220}" srcOrd="0" destOrd="0" parTransId="{94C581C2-FEFF-44C4-9BB8-71DBA1C9702A}" sibTransId="{C1882646-687B-4933-AA95-A842965C6B45}"/>
    <dgm:cxn modelId="{6C0A3F59-28C2-41BC-BC2C-C97B996CB306}" srcId="{3355595B-DF08-43EB-A467-55A7C3AF7B91}" destId="{932F2D11-DCD9-4F70-836D-4732610F5A3A}" srcOrd="2" destOrd="0" parTransId="{CC0071D3-B7ED-4852-863B-376FAA7359A0}" sibTransId="{B0E0AD32-8EEF-49A4-AEDD-3CB90CF8C994}"/>
    <dgm:cxn modelId="{1D3CD9B2-E8BC-4073-98F2-8DD4C2A80533}" type="presOf" srcId="{3355595B-DF08-43EB-A467-55A7C3AF7B91}" destId="{053D09B5-505B-4562-B338-26AF222E01F0}" srcOrd="0" destOrd="0" presId="urn:microsoft.com/office/officeart/2008/layout/LinedList"/>
    <dgm:cxn modelId="{EB5EF806-4AD3-4D2E-8428-621FB83EFFF5}" type="presOf" srcId="{0EAC6BA8-27B7-4522-A4E4-56175CF961E4}" destId="{EA622351-E069-4CE8-AFED-B9A5A197C210}" srcOrd="0" destOrd="0" presId="urn:microsoft.com/office/officeart/2008/layout/LinedList"/>
    <dgm:cxn modelId="{45A560C4-8559-4BE6-8A11-12B2240D8F34}" srcId="{3355595B-DF08-43EB-A467-55A7C3AF7B91}" destId="{0C222663-9B1D-4BF7-A9D3-A11A1B04C368}" srcOrd="4" destOrd="0" parTransId="{62E15BCC-AC2B-4331-8C21-A96E381E15B0}" sibTransId="{B1D02E02-CD26-4983-B3D3-8A52FA5199D2}"/>
    <dgm:cxn modelId="{5886FD74-EAD9-4755-A95D-A701545FF980}" srcId="{3355595B-DF08-43EB-A467-55A7C3AF7B91}" destId="{939C3318-6544-4359-91BC-F39B8FA5C936}" srcOrd="1" destOrd="0" parTransId="{F8E1A51E-102C-4BB9-B695-DE5A4848FD76}" sibTransId="{8BE49A29-672D-419B-8F5A-3226FF0B51D4}"/>
    <dgm:cxn modelId="{47AF27AC-523E-49AA-8A56-77CA84B34B90}" type="presOf" srcId="{5630D721-3A78-43D8-853A-0D0C52252AEE}" destId="{64B047FC-58A1-4BED-9C10-64A874B29371}" srcOrd="0" destOrd="0" presId="urn:microsoft.com/office/officeart/2008/layout/LinedList"/>
    <dgm:cxn modelId="{75A72DC5-392F-425F-A596-74A6A7D7D135}" type="presOf" srcId="{939C3318-6544-4359-91BC-F39B8FA5C936}" destId="{05316BEE-5234-4F06-9F3E-40640E1BC49D}" srcOrd="0" destOrd="0" presId="urn:microsoft.com/office/officeart/2008/layout/LinedList"/>
    <dgm:cxn modelId="{59D76C24-FBF1-4851-B9B2-BAB420E72F8A}" type="presOf" srcId="{0C222663-9B1D-4BF7-A9D3-A11A1B04C368}" destId="{0EDF88A8-31D2-4220-9530-A53C328B9A14}" srcOrd="0" destOrd="0" presId="urn:microsoft.com/office/officeart/2008/layout/LinedList"/>
    <dgm:cxn modelId="{D8437E50-4074-448F-82C0-5305D027F28D}" type="presOf" srcId="{932F2D11-DCD9-4F70-836D-4732610F5A3A}" destId="{B91D8E74-76A4-4CDF-A7A7-AC81909BEDE8}" srcOrd="0" destOrd="0" presId="urn:microsoft.com/office/officeart/2008/layout/LinedList"/>
    <dgm:cxn modelId="{54AA6E18-1566-4F6B-9D62-44C24D169794}" srcId="{3355595B-DF08-43EB-A467-55A7C3AF7B91}" destId="{5630D721-3A78-43D8-853A-0D0C52252AEE}" srcOrd="0" destOrd="0" parTransId="{16B0504F-E18D-4A4C-870E-3D909869CFC9}" sibTransId="{B1680288-4D81-461A-A515-0C65E6AA8121}"/>
    <dgm:cxn modelId="{23082027-22E8-4CE8-B8E9-3CBDDC445DE5}" type="presOf" srcId="{1CE264E4-8326-4199-BA7A-41ECBD9D8220}" destId="{54FB92AC-5459-4ECB-895B-BBE6925C799C}" srcOrd="0" destOrd="0" presId="urn:microsoft.com/office/officeart/2008/layout/LinedList"/>
    <dgm:cxn modelId="{10CF79C6-5511-474E-A67E-16183EF5F350}" type="presOf" srcId="{B75E3ADB-3216-470D-B223-95CBD4891882}" destId="{35789A40-F069-4428-B646-21FC75C0131B}" srcOrd="0" destOrd="0" presId="urn:microsoft.com/office/officeart/2008/layout/LinedList"/>
    <dgm:cxn modelId="{AFD78F59-6424-4F1B-96A6-86FCDD2DF475}" srcId="{0EAC6BA8-27B7-4522-A4E4-56175CF961E4}" destId="{3355595B-DF08-43EB-A467-55A7C3AF7B91}" srcOrd="1" destOrd="0" parTransId="{BF88D6AF-4A73-4252-B219-5CA28E029D76}" sibTransId="{D7E334B5-2DAB-443E-B787-D0DA407468D3}"/>
    <dgm:cxn modelId="{17012EE8-4DEA-4777-B5D2-B6F54AD16F01}" srcId="{3355595B-DF08-43EB-A467-55A7C3AF7B91}" destId="{B75E3ADB-3216-470D-B223-95CBD4891882}" srcOrd="3" destOrd="0" parTransId="{6D0CA43F-E3C3-4AC7-A295-B49E7208DCA3}" sibTransId="{37FD9315-4FFD-435F-942B-0200D0FCC6B4}"/>
    <dgm:cxn modelId="{9CD1A6F2-7269-4E7A-B3F6-6A17D35C28A7}" type="presParOf" srcId="{EA622351-E069-4CE8-AFED-B9A5A197C210}" destId="{0508F0D4-448F-41C8-9C71-2CC68514E97E}" srcOrd="0" destOrd="0" presId="urn:microsoft.com/office/officeart/2008/layout/LinedList"/>
    <dgm:cxn modelId="{D8A0777D-93A0-4BF3-9C3C-0EC28CE43F69}" type="presParOf" srcId="{EA622351-E069-4CE8-AFED-B9A5A197C210}" destId="{CDCEFA92-28BD-4B0C-AA71-0898E82817D5}" srcOrd="1" destOrd="0" presId="urn:microsoft.com/office/officeart/2008/layout/LinedList"/>
    <dgm:cxn modelId="{BB624DA9-C49C-4A1E-B585-0CF760E8E1AD}" type="presParOf" srcId="{CDCEFA92-28BD-4B0C-AA71-0898E82817D5}" destId="{54FB92AC-5459-4ECB-895B-BBE6925C799C}" srcOrd="0" destOrd="0" presId="urn:microsoft.com/office/officeart/2008/layout/LinedList"/>
    <dgm:cxn modelId="{55EDBFEE-A98B-4792-ACF0-CFD34EFFCFE9}" type="presParOf" srcId="{CDCEFA92-28BD-4B0C-AA71-0898E82817D5}" destId="{16AE9434-95A0-44EB-BBC7-E5745E826356}" srcOrd="1" destOrd="0" presId="urn:microsoft.com/office/officeart/2008/layout/LinedList"/>
    <dgm:cxn modelId="{2E90B14B-74BB-4CB1-8B75-C15150BB6EEB}" type="presParOf" srcId="{EA622351-E069-4CE8-AFED-B9A5A197C210}" destId="{8ACFF7D1-B952-408C-B203-E93D6A13B2AB}" srcOrd="2" destOrd="0" presId="urn:microsoft.com/office/officeart/2008/layout/LinedList"/>
    <dgm:cxn modelId="{631D91C2-5F89-43ED-8590-1C2C325F0D0E}" type="presParOf" srcId="{EA622351-E069-4CE8-AFED-B9A5A197C210}" destId="{29068343-FCF1-44BD-B209-5C692C59F14E}" srcOrd="3" destOrd="0" presId="urn:microsoft.com/office/officeart/2008/layout/LinedList"/>
    <dgm:cxn modelId="{AFB8BA6F-D34C-4BCC-8C5B-56DDA65DD6AC}" type="presParOf" srcId="{29068343-FCF1-44BD-B209-5C692C59F14E}" destId="{053D09B5-505B-4562-B338-26AF222E01F0}" srcOrd="0" destOrd="0" presId="urn:microsoft.com/office/officeart/2008/layout/LinedList"/>
    <dgm:cxn modelId="{A4369228-F4C4-4535-91E4-EFB3AC1CB429}" type="presParOf" srcId="{29068343-FCF1-44BD-B209-5C692C59F14E}" destId="{1C8BD4BA-0E36-4E47-8066-4BCC7FF8BFA2}" srcOrd="1" destOrd="0" presId="urn:microsoft.com/office/officeart/2008/layout/LinedList"/>
    <dgm:cxn modelId="{51367A1E-C787-421D-8D39-3EA68B5C0011}" type="presParOf" srcId="{1C8BD4BA-0E36-4E47-8066-4BCC7FF8BFA2}" destId="{868C0ED9-2E63-4E9D-873C-61C8F65782CB}" srcOrd="0" destOrd="0" presId="urn:microsoft.com/office/officeart/2008/layout/LinedList"/>
    <dgm:cxn modelId="{20B55398-9D33-4DB5-B942-2A57C865E1C6}" type="presParOf" srcId="{1C8BD4BA-0E36-4E47-8066-4BCC7FF8BFA2}" destId="{09680F5F-9797-4F6D-BC66-E50BBA05206C}" srcOrd="1" destOrd="0" presId="urn:microsoft.com/office/officeart/2008/layout/LinedList"/>
    <dgm:cxn modelId="{31569803-9EE2-48D9-A31E-CF5ED0B34013}" type="presParOf" srcId="{09680F5F-9797-4F6D-BC66-E50BBA05206C}" destId="{25933256-E961-4BEE-96A9-9FBCF7CD6724}" srcOrd="0" destOrd="0" presId="urn:microsoft.com/office/officeart/2008/layout/LinedList"/>
    <dgm:cxn modelId="{662AB07D-54B7-4238-8C40-638844C2E076}" type="presParOf" srcId="{09680F5F-9797-4F6D-BC66-E50BBA05206C}" destId="{64B047FC-58A1-4BED-9C10-64A874B29371}" srcOrd="1" destOrd="0" presId="urn:microsoft.com/office/officeart/2008/layout/LinedList"/>
    <dgm:cxn modelId="{AA125C43-4D78-433A-BADC-8A7DCF43D98D}" type="presParOf" srcId="{09680F5F-9797-4F6D-BC66-E50BBA05206C}" destId="{BA134378-3E74-4A6B-BF10-630BE10D5C95}" srcOrd="2" destOrd="0" presId="urn:microsoft.com/office/officeart/2008/layout/LinedList"/>
    <dgm:cxn modelId="{6EB03DEF-F710-49FB-ACFD-F3DFA401F311}" type="presParOf" srcId="{1C8BD4BA-0E36-4E47-8066-4BCC7FF8BFA2}" destId="{19EFED61-DC96-4CFD-9C93-EDBD182672D1}" srcOrd="2" destOrd="0" presId="urn:microsoft.com/office/officeart/2008/layout/LinedList"/>
    <dgm:cxn modelId="{F440B503-CEF6-4713-BF35-9131F7B3E2CE}" type="presParOf" srcId="{1C8BD4BA-0E36-4E47-8066-4BCC7FF8BFA2}" destId="{488E96E6-8B64-443B-910E-669430FC0AC9}" srcOrd="3" destOrd="0" presId="urn:microsoft.com/office/officeart/2008/layout/LinedList"/>
    <dgm:cxn modelId="{DC6E80BD-22AF-4DDF-A169-F4A7327ED77B}" type="presParOf" srcId="{1C8BD4BA-0E36-4E47-8066-4BCC7FF8BFA2}" destId="{95DDD8F4-F224-4534-B647-8BC6FE0F5055}" srcOrd="4" destOrd="0" presId="urn:microsoft.com/office/officeart/2008/layout/LinedList"/>
    <dgm:cxn modelId="{59738B17-46F2-4557-A57A-302C303E6122}" type="presParOf" srcId="{95DDD8F4-F224-4534-B647-8BC6FE0F5055}" destId="{D0A45B17-030D-41F4-84BC-3AD115EFE354}" srcOrd="0" destOrd="0" presId="urn:microsoft.com/office/officeart/2008/layout/LinedList"/>
    <dgm:cxn modelId="{C4CD0E01-9362-48F2-9FEC-C20C0D1345A4}" type="presParOf" srcId="{95DDD8F4-F224-4534-B647-8BC6FE0F5055}" destId="{05316BEE-5234-4F06-9F3E-40640E1BC49D}" srcOrd="1" destOrd="0" presId="urn:microsoft.com/office/officeart/2008/layout/LinedList"/>
    <dgm:cxn modelId="{98E7529A-9102-4D46-9312-48C766FD2D7C}" type="presParOf" srcId="{95DDD8F4-F224-4534-B647-8BC6FE0F5055}" destId="{C33759D9-02B3-4FF6-AD5D-215E76579E0F}" srcOrd="2" destOrd="0" presId="urn:microsoft.com/office/officeart/2008/layout/LinedList"/>
    <dgm:cxn modelId="{3E72AA6D-39A6-4C7A-B239-5DD7BC12DF34}" type="presParOf" srcId="{1C8BD4BA-0E36-4E47-8066-4BCC7FF8BFA2}" destId="{639B1EDA-AF5F-4EF1-9C7B-FE696E4699B3}" srcOrd="5" destOrd="0" presId="urn:microsoft.com/office/officeart/2008/layout/LinedList"/>
    <dgm:cxn modelId="{01022C05-FBF0-4742-AA2F-3C0BE0091510}" type="presParOf" srcId="{1C8BD4BA-0E36-4E47-8066-4BCC7FF8BFA2}" destId="{1C72E30A-B6E4-4149-BABD-BCCA63DA913F}" srcOrd="6" destOrd="0" presId="urn:microsoft.com/office/officeart/2008/layout/LinedList"/>
    <dgm:cxn modelId="{8B2EC574-55B5-411C-99ED-5379A5C235E8}" type="presParOf" srcId="{1C8BD4BA-0E36-4E47-8066-4BCC7FF8BFA2}" destId="{65517245-7ED7-4ADE-A8BD-B6C3E1B1A5C9}" srcOrd="7" destOrd="0" presId="urn:microsoft.com/office/officeart/2008/layout/LinedList"/>
    <dgm:cxn modelId="{605F1529-1DC5-44E3-837A-9FC4574C5C0B}" type="presParOf" srcId="{65517245-7ED7-4ADE-A8BD-B6C3E1B1A5C9}" destId="{26BA47B6-5AD9-4D26-B1B1-64A1D88DDF92}" srcOrd="0" destOrd="0" presId="urn:microsoft.com/office/officeart/2008/layout/LinedList"/>
    <dgm:cxn modelId="{72D8F4A5-74FC-427E-B0B8-7E0291390530}" type="presParOf" srcId="{65517245-7ED7-4ADE-A8BD-B6C3E1B1A5C9}" destId="{B91D8E74-76A4-4CDF-A7A7-AC81909BEDE8}" srcOrd="1" destOrd="0" presId="urn:microsoft.com/office/officeart/2008/layout/LinedList"/>
    <dgm:cxn modelId="{61E9ED1B-A943-4EF8-BBC4-F25E7BA7FE41}" type="presParOf" srcId="{65517245-7ED7-4ADE-A8BD-B6C3E1B1A5C9}" destId="{88D84510-02B1-46B5-9D92-594B7000E44C}" srcOrd="2" destOrd="0" presId="urn:microsoft.com/office/officeart/2008/layout/LinedList"/>
    <dgm:cxn modelId="{CC19945D-BD1F-45AC-8296-D90C28AAD773}" type="presParOf" srcId="{1C8BD4BA-0E36-4E47-8066-4BCC7FF8BFA2}" destId="{E0EAD676-9682-4550-A8A4-52EB6FA14F1B}" srcOrd="8" destOrd="0" presId="urn:microsoft.com/office/officeart/2008/layout/LinedList"/>
    <dgm:cxn modelId="{E7C8C61D-C503-4F87-B6CA-99FE177DDEA2}" type="presParOf" srcId="{1C8BD4BA-0E36-4E47-8066-4BCC7FF8BFA2}" destId="{03F1E271-C787-4038-89F7-E8E9340C7880}" srcOrd="9" destOrd="0" presId="urn:microsoft.com/office/officeart/2008/layout/LinedList"/>
    <dgm:cxn modelId="{3A34B05E-582D-4619-AEA7-CA9F270B638D}" type="presParOf" srcId="{1C8BD4BA-0E36-4E47-8066-4BCC7FF8BFA2}" destId="{D3BF685C-C988-4485-B3A4-9137BE459339}" srcOrd="10" destOrd="0" presId="urn:microsoft.com/office/officeart/2008/layout/LinedList"/>
    <dgm:cxn modelId="{45325113-7EE0-4EC1-A383-1F1EF1272B97}" type="presParOf" srcId="{D3BF685C-C988-4485-B3A4-9137BE459339}" destId="{D4307CA3-F202-4A02-B4DC-235436306F52}" srcOrd="0" destOrd="0" presId="urn:microsoft.com/office/officeart/2008/layout/LinedList"/>
    <dgm:cxn modelId="{B834CAB1-6AED-46D6-9735-1092F92C7A0A}" type="presParOf" srcId="{D3BF685C-C988-4485-B3A4-9137BE459339}" destId="{35789A40-F069-4428-B646-21FC75C0131B}" srcOrd="1" destOrd="0" presId="urn:microsoft.com/office/officeart/2008/layout/LinedList"/>
    <dgm:cxn modelId="{AEB52F4E-AE39-4613-B93A-E141AE9048EB}" type="presParOf" srcId="{D3BF685C-C988-4485-B3A4-9137BE459339}" destId="{65E892EA-F763-4431-B467-E1D8595BCD3F}" srcOrd="2" destOrd="0" presId="urn:microsoft.com/office/officeart/2008/layout/LinedList"/>
    <dgm:cxn modelId="{44C5BAE4-E81F-438E-8AF9-F1A76CE920DA}" type="presParOf" srcId="{1C8BD4BA-0E36-4E47-8066-4BCC7FF8BFA2}" destId="{FAA5F244-96A4-4EDE-9490-9655B86B60E8}" srcOrd="11" destOrd="0" presId="urn:microsoft.com/office/officeart/2008/layout/LinedList"/>
    <dgm:cxn modelId="{C3B49DB1-80CB-4983-BC94-72CE88748EF7}" type="presParOf" srcId="{1C8BD4BA-0E36-4E47-8066-4BCC7FF8BFA2}" destId="{F34DE5DC-1EA5-444B-9072-1F5F2D1F47D6}" srcOrd="12" destOrd="0" presId="urn:microsoft.com/office/officeart/2008/layout/LinedList"/>
    <dgm:cxn modelId="{EB70697F-D9E1-4EA3-9B31-8A6160F61BED}" type="presParOf" srcId="{1C8BD4BA-0E36-4E47-8066-4BCC7FF8BFA2}" destId="{525DFC1E-F00D-4E03-9835-0C9DDEB579A3}" srcOrd="13" destOrd="0" presId="urn:microsoft.com/office/officeart/2008/layout/LinedList"/>
    <dgm:cxn modelId="{5D0206D0-921E-46FC-A277-18D0DC1A3E02}" type="presParOf" srcId="{525DFC1E-F00D-4E03-9835-0C9DDEB579A3}" destId="{5BCB2CBD-3C56-4AC9-AA6E-7B35C3D4E282}" srcOrd="0" destOrd="0" presId="urn:microsoft.com/office/officeart/2008/layout/LinedList"/>
    <dgm:cxn modelId="{B60A04E8-06D4-46FA-9841-958D0C90F606}" type="presParOf" srcId="{525DFC1E-F00D-4E03-9835-0C9DDEB579A3}" destId="{0EDF88A8-31D2-4220-9530-A53C328B9A14}" srcOrd="1" destOrd="0" presId="urn:microsoft.com/office/officeart/2008/layout/LinedList"/>
    <dgm:cxn modelId="{FBC314B9-C6F9-494F-83AC-26FEB38EABF3}" type="presParOf" srcId="{525DFC1E-F00D-4E03-9835-0C9DDEB579A3}" destId="{BA3FBCE9-1B72-4596-B1DD-3F880ABF84C1}" srcOrd="2" destOrd="0" presId="urn:microsoft.com/office/officeart/2008/layout/LinedList"/>
    <dgm:cxn modelId="{2A3C114D-6648-4F5B-8612-583781F1F6DC}" type="presParOf" srcId="{1C8BD4BA-0E36-4E47-8066-4BCC7FF8BFA2}" destId="{C043731C-2109-4477-B2A2-99BF0FEBC8B8}" srcOrd="14" destOrd="0" presId="urn:microsoft.com/office/officeart/2008/layout/LinedList"/>
    <dgm:cxn modelId="{D701D465-BEA6-4804-8BC0-8EF53F794944}" type="presParOf" srcId="{1C8BD4BA-0E36-4E47-8066-4BCC7FF8BFA2}" destId="{4F5D7191-086E-4F2F-9D2E-E30610AD8276}" srcOrd="15"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AACEA37-0C51-4663-AD3B-01E8F8FC25B8}" type="doc">
      <dgm:prSet loTypeId="urn:microsoft.com/office/officeart/2005/8/layout/orgChart1" loCatId="hierarchy" qsTypeId="urn:microsoft.com/office/officeart/2005/8/quickstyle/simple5" qsCatId="simple" csTypeId="urn:microsoft.com/office/officeart/2005/8/colors/accent0_2" csCatId="mainScheme"/>
      <dgm:spPr/>
      <dgm:t>
        <a:bodyPr/>
        <a:lstStyle/>
        <a:p>
          <a:endParaRPr lang="en-US"/>
        </a:p>
      </dgm:t>
    </dgm:pt>
    <dgm:pt modelId="{04E98E51-D34D-4D54-A8F6-6B5F9703213A}">
      <dgm:prSet/>
      <dgm:spPr/>
      <dgm:t>
        <a:bodyPr/>
        <a:lstStyle/>
        <a:p>
          <a:pPr rtl="0"/>
          <a:r>
            <a:rPr lang="en-US" dirty="0" smtClean="0"/>
            <a:t>Modes of Discharge of Contract</a:t>
          </a:r>
          <a:endParaRPr lang="en-IN" dirty="0"/>
        </a:p>
      </dgm:t>
    </dgm:pt>
    <dgm:pt modelId="{80011ACC-377C-407D-BA7F-4A18F64BB9CE}" type="parTrans" cxnId="{B5F2B24F-63D8-4068-A1A3-A05E701ED3C3}">
      <dgm:prSet/>
      <dgm:spPr/>
      <dgm:t>
        <a:bodyPr/>
        <a:lstStyle/>
        <a:p>
          <a:endParaRPr lang="en-US"/>
        </a:p>
      </dgm:t>
    </dgm:pt>
    <dgm:pt modelId="{B35D3BFD-4789-4482-8C05-DEA8584D1C35}" type="sibTrans" cxnId="{B5F2B24F-63D8-4068-A1A3-A05E701ED3C3}">
      <dgm:prSet/>
      <dgm:spPr/>
      <dgm:t>
        <a:bodyPr/>
        <a:lstStyle/>
        <a:p>
          <a:endParaRPr lang="en-US"/>
        </a:p>
      </dgm:t>
    </dgm:pt>
    <dgm:pt modelId="{92E531C5-BFA9-4917-839B-A89D7DB452F4}">
      <dgm:prSet/>
      <dgm:spPr/>
      <dgm:t>
        <a:bodyPr/>
        <a:lstStyle/>
        <a:p>
          <a:pPr rtl="0"/>
          <a:r>
            <a:rPr lang="en-US" smtClean="0"/>
            <a:t>Performance</a:t>
          </a:r>
          <a:endParaRPr lang="en-IN"/>
        </a:p>
      </dgm:t>
    </dgm:pt>
    <dgm:pt modelId="{B508E4AA-0091-4A26-8CE7-B854826E81EE}" type="parTrans" cxnId="{E38E2C98-5576-4195-BEE5-FE6FB393B455}">
      <dgm:prSet/>
      <dgm:spPr/>
      <dgm:t>
        <a:bodyPr/>
        <a:lstStyle/>
        <a:p>
          <a:endParaRPr lang="en-US"/>
        </a:p>
      </dgm:t>
    </dgm:pt>
    <dgm:pt modelId="{FA19327D-AADC-48A7-B49D-E3F08B38B43E}" type="sibTrans" cxnId="{E38E2C98-5576-4195-BEE5-FE6FB393B455}">
      <dgm:prSet/>
      <dgm:spPr/>
      <dgm:t>
        <a:bodyPr/>
        <a:lstStyle/>
        <a:p>
          <a:endParaRPr lang="en-US"/>
        </a:p>
      </dgm:t>
    </dgm:pt>
    <dgm:pt modelId="{B4A343CF-E26C-4889-A5E0-C90578A8CCBA}">
      <dgm:prSet/>
      <dgm:spPr/>
      <dgm:t>
        <a:bodyPr/>
        <a:lstStyle/>
        <a:p>
          <a:pPr rtl="0"/>
          <a:r>
            <a:rPr lang="en-US" smtClean="0"/>
            <a:t>Actual</a:t>
          </a:r>
          <a:endParaRPr lang="en-IN"/>
        </a:p>
      </dgm:t>
    </dgm:pt>
    <dgm:pt modelId="{6E4D8BDC-2C8D-45BB-8B52-35FC4E374C82}" type="parTrans" cxnId="{52E783AA-E61A-469D-9661-0CE9D5C7F1A8}">
      <dgm:prSet/>
      <dgm:spPr/>
      <dgm:t>
        <a:bodyPr/>
        <a:lstStyle/>
        <a:p>
          <a:endParaRPr lang="en-US"/>
        </a:p>
      </dgm:t>
    </dgm:pt>
    <dgm:pt modelId="{0C879745-1BFE-4123-B01A-F15AE12BE93A}" type="sibTrans" cxnId="{52E783AA-E61A-469D-9661-0CE9D5C7F1A8}">
      <dgm:prSet/>
      <dgm:spPr/>
      <dgm:t>
        <a:bodyPr/>
        <a:lstStyle/>
        <a:p>
          <a:endParaRPr lang="en-US"/>
        </a:p>
      </dgm:t>
    </dgm:pt>
    <dgm:pt modelId="{D0F40160-5FD9-4A70-8486-40F748B892C9}">
      <dgm:prSet/>
      <dgm:spPr/>
      <dgm:t>
        <a:bodyPr/>
        <a:lstStyle/>
        <a:p>
          <a:pPr rtl="0"/>
          <a:r>
            <a:rPr lang="en-US" smtClean="0"/>
            <a:t>Attempted</a:t>
          </a:r>
          <a:endParaRPr lang="en-IN"/>
        </a:p>
      </dgm:t>
    </dgm:pt>
    <dgm:pt modelId="{F0679A00-41B4-44E8-B18F-281EB8D94CC1}" type="parTrans" cxnId="{2512CF6E-5485-40F5-96E9-917367F132EA}">
      <dgm:prSet/>
      <dgm:spPr/>
      <dgm:t>
        <a:bodyPr/>
        <a:lstStyle/>
        <a:p>
          <a:endParaRPr lang="en-US"/>
        </a:p>
      </dgm:t>
    </dgm:pt>
    <dgm:pt modelId="{21B8E4D1-FA0A-43DD-AFF4-AD606D1D49BE}" type="sibTrans" cxnId="{2512CF6E-5485-40F5-96E9-917367F132EA}">
      <dgm:prSet/>
      <dgm:spPr/>
      <dgm:t>
        <a:bodyPr/>
        <a:lstStyle/>
        <a:p>
          <a:endParaRPr lang="en-US"/>
        </a:p>
      </dgm:t>
    </dgm:pt>
    <dgm:pt modelId="{AC49A02F-DAF0-44B3-B4AE-AC8AF6DCA289}">
      <dgm:prSet/>
      <dgm:spPr/>
      <dgm:t>
        <a:bodyPr/>
        <a:lstStyle/>
        <a:p>
          <a:pPr rtl="0"/>
          <a:r>
            <a:rPr lang="en-US" smtClean="0"/>
            <a:t>Mutual Consent</a:t>
          </a:r>
          <a:endParaRPr lang="en-IN"/>
        </a:p>
      </dgm:t>
    </dgm:pt>
    <dgm:pt modelId="{66A8AA62-E622-4924-9461-086575D7E8FE}" type="parTrans" cxnId="{2284F1D9-4C4C-4911-975B-F35E4622575D}">
      <dgm:prSet/>
      <dgm:spPr/>
      <dgm:t>
        <a:bodyPr/>
        <a:lstStyle/>
        <a:p>
          <a:endParaRPr lang="en-US"/>
        </a:p>
      </dgm:t>
    </dgm:pt>
    <dgm:pt modelId="{AC3B053A-169C-4CB7-8080-7A54C1FAD78E}" type="sibTrans" cxnId="{2284F1D9-4C4C-4911-975B-F35E4622575D}">
      <dgm:prSet/>
      <dgm:spPr/>
      <dgm:t>
        <a:bodyPr/>
        <a:lstStyle/>
        <a:p>
          <a:endParaRPr lang="en-US"/>
        </a:p>
      </dgm:t>
    </dgm:pt>
    <dgm:pt modelId="{903B1378-89D8-4B69-BD4D-06A3EE6D15C4}">
      <dgm:prSet/>
      <dgm:spPr/>
      <dgm:t>
        <a:bodyPr/>
        <a:lstStyle/>
        <a:p>
          <a:pPr rtl="0"/>
          <a:r>
            <a:rPr lang="en-US" smtClean="0"/>
            <a:t>Novation</a:t>
          </a:r>
          <a:endParaRPr lang="en-IN"/>
        </a:p>
      </dgm:t>
    </dgm:pt>
    <dgm:pt modelId="{D2D48391-7D46-42A3-88B7-8C8526C4535D}" type="parTrans" cxnId="{45F93230-7262-48C7-BA00-B6170459E835}">
      <dgm:prSet/>
      <dgm:spPr/>
      <dgm:t>
        <a:bodyPr/>
        <a:lstStyle/>
        <a:p>
          <a:endParaRPr lang="en-US"/>
        </a:p>
      </dgm:t>
    </dgm:pt>
    <dgm:pt modelId="{CF788ADD-1073-4E2A-B897-A4932947AD66}" type="sibTrans" cxnId="{45F93230-7262-48C7-BA00-B6170459E835}">
      <dgm:prSet/>
      <dgm:spPr/>
      <dgm:t>
        <a:bodyPr/>
        <a:lstStyle/>
        <a:p>
          <a:endParaRPr lang="en-US"/>
        </a:p>
      </dgm:t>
    </dgm:pt>
    <dgm:pt modelId="{DA0AF91C-4501-4786-B79A-7346F91A3E2D}">
      <dgm:prSet/>
      <dgm:spPr/>
      <dgm:t>
        <a:bodyPr/>
        <a:lstStyle/>
        <a:p>
          <a:pPr rtl="0"/>
          <a:r>
            <a:rPr lang="en-US" smtClean="0"/>
            <a:t>Alteration</a:t>
          </a:r>
          <a:endParaRPr lang="en-IN"/>
        </a:p>
      </dgm:t>
    </dgm:pt>
    <dgm:pt modelId="{5E1CC7CF-003F-4FC1-8506-450133509A53}" type="parTrans" cxnId="{ACCC0D46-061E-44B2-A60E-8A3AE55180B3}">
      <dgm:prSet/>
      <dgm:spPr/>
      <dgm:t>
        <a:bodyPr/>
        <a:lstStyle/>
        <a:p>
          <a:endParaRPr lang="en-US"/>
        </a:p>
      </dgm:t>
    </dgm:pt>
    <dgm:pt modelId="{F3008360-E8B2-4626-A2F6-8A2C8A10B9C5}" type="sibTrans" cxnId="{ACCC0D46-061E-44B2-A60E-8A3AE55180B3}">
      <dgm:prSet/>
      <dgm:spPr/>
      <dgm:t>
        <a:bodyPr/>
        <a:lstStyle/>
        <a:p>
          <a:endParaRPr lang="en-US"/>
        </a:p>
      </dgm:t>
    </dgm:pt>
    <dgm:pt modelId="{056304BE-EB75-4BE4-B2C0-28A02D3B4B79}">
      <dgm:prSet/>
      <dgm:spPr/>
      <dgm:t>
        <a:bodyPr/>
        <a:lstStyle/>
        <a:p>
          <a:pPr rtl="0"/>
          <a:r>
            <a:rPr lang="en-US" smtClean="0"/>
            <a:t>Rescission</a:t>
          </a:r>
          <a:endParaRPr lang="en-IN"/>
        </a:p>
      </dgm:t>
    </dgm:pt>
    <dgm:pt modelId="{6A1F0638-3DBB-446A-B767-AFF8327BC718}" type="parTrans" cxnId="{AB24602A-6F85-48D8-9CF4-DBBE582915F9}">
      <dgm:prSet/>
      <dgm:spPr/>
      <dgm:t>
        <a:bodyPr/>
        <a:lstStyle/>
        <a:p>
          <a:endParaRPr lang="en-US"/>
        </a:p>
      </dgm:t>
    </dgm:pt>
    <dgm:pt modelId="{EF326F9A-8B25-472F-8347-0BFE6DC2BBED}" type="sibTrans" cxnId="{AB24602A-6F85-48D8-9CF4-DBBE582915F9}">
      <dgm:prSet/>
      <dgm:spPr/>
      <dgm:t>
        <a:bodyPr/>
        <a:lstStyle/>
        <a:p>
          <a:endParaRPr lang="en-US"/>
        </a:p>
      </dgm:t>
    </dgm:pt>
    <dgm:pt modelId="{FA65D1CF-CF0E-47A1-BF3C-7C941C969A24}">
      <dgm:prSet/>
      <dgm:spPr/>
      <dgm:t>
        <a:bodyPr/>
        <a:lstStyle/>
        <a:p>
          <a:pPr rtl="0"/>
          <a:r>
            <a:rPr lang="en-US" smtClean="0"/>
            <a:t>Remission</a:t>
          </a:r>
          <a:endParaRPr lang="en-IN"/>
        </a:p>
      </dgm:t>
    </dgm:pt>
    <dgm:pt modelId="{442CD08B-C645-48ED-8823-54CAB2B9710C}" type="parTrans" cxnId="{730C811A-3A87-484A-9930-018C57387E22}">
      <dgm:prSet/>
      <dgm:spPr/>
      <dgm:t>
        <a:bodyPr/>
        <a:lstStyle/>
        <a:p>
          <a:endParaRPr lang="en-US"/>
        </a:p>
      </dgm:t>
    </dgm:pt>
    <dgm:pt modelId="{A660F16A-D994-485F-88B6-23D0A3DD7AE5}" type="sibTrans" cxnId="{730C811A-3A87-484A-9930-018C57387E22}">
      <dgm:prSet/>
      <dgm:spPr/>
      <dgm:t>
        <a:bodyPr/>
        <a:lstStyle/>
        <a:p>
          <a:endParaRPr lang="en-US"/>
        </a:p>
      </dgm:t>
    </dgm:pt>
    <dgm:pt modelId="{64920FF5-A94E-4CF0-9205-4F6E39434A61}">
      <dgm:prSet/>
      <dgm:spPr/>
      <dgm:t>
        <a:bodyPr/>
        <a:lstStyle/>
        <a:p>
          <a:pPr rtl="0"/>
          <a:r>
            <a:rPr lang="en-US" smtClean="0"/>
            <a:t>Waiver</a:t>
          </a:r>
          <a:endParaRPr lang="en-IN"/>
        </a:p>
      </dgm:t>
    </dgm:pt>
    <dgm:pt modelId="{9AFFD2BA-6EE6-4221-A939-3ABB727BE0FB}" type="parTrans" cxnId="{FEFE3098-4B72-4B1C-8591-604AA9753E6E}">
      <dgm:prSet/>
      <dgm:spPr/>
      <dgm:t>
        <a:bodyPr/>
        <a:lstStyle/>
        <a:p>
          <a:endParaRPr lang="en-US"/>
        </a:p>
      </dgm:t>
    </dgm:pt>
    <dgm:pt modelId="{68FF60B6-4CEE-4B0B-9F91-E3720C82F132}" type="sibTrans" cxnId="{FEFE3098-4B72-4B1C-8591-604AA9753E6E}">
      <dgm:prSet/>
      <dgm:spPr/>
      <dgm:t>
        <a:bodyPr/>
        <a:lstStyle/>
        <a:p>
          <a:endParaRPr lang="en-US"/>
        </a:p>
      </dgm:t>
    </dgm:pt>
    <dgm:pt modelId="{44805896-DE4B-4154-AC94-5D2BBF8241C3}">
      <dgm:prSet/>
      <dgm:spPr/>
      <dgm:t>
        <a:bodyPr/>
        <a:lstStyle/>
        <a:p>
          <a:pPr rtl="0"/>
          <a:r>
            <a:rPr lang="en-US" smtClean="0"/>
            <a:t>Merger</a:t>
          </a:r>
          <a:endParaRPr lang="en-IN"/>
        </a:p>
      </dgm:t>
    </dgm:pt>
    <dgm:pt modelId="{F96FC295-9992-4175-870F-2F2790085B2C}" type="parTrans" cxnId="{72F09472-6B93-45C4-95FE-48BB729CB759}">
      <dgm:prSet/>
      <dgm:spPr/>
      <dgm:t>
        <a:bodyPr/>
        <a:lstStyle/>
        <a:p>
          <a:endParaRPr lang="en-US"/>
        </a:p>
      </dgm:t>
    </dgm:pt>
    <dgm:pt modelId="{B732E693-3E85-44FE-A65D-249113D5956D}" type="sibTrans" cxnId="{72F09472-6B93-45C4-95FE-48BB729CB759}">
      <dgm:prSet/>
      <dgm:spPr/>
      <dgm:t>
        <a:bodyPr/>
        <a:lstStyle/>
        <a:p>
          <a:endParaRPr lang="en-US"/>
        </a:p>
      </dgm:t>
    </dgm:pt>
    <dgm:pt modelId="{61CDB3B5-B362-4A07-AEF9-48F68378281C}">
      <dgm:prSet/>
      <dgm:spPr/>
      <dgm:t>
        <a:bodyPr/>
        <a:lstStyle/>
        <a:p>
          <a:pPr rtl="0"/>
          <a:r>
            <a:rPr lang="en-US" smtClean="0"/>
            <a:t>Lapse of Time</a:t>
          </a:r>
          <a:endParaRPr lang="en-IN"/>
        </a:p>
      </dgm:t>
    </dgm:pt>
    <dgm:pt modelId="{4EE1125A-8C1D-4FC0-8070-B4057FE771D6}" type="parTrans" cxnId="{B58A38D2-0AB5-4DDD-A1A2-73D07C3BC8B9}">
      <dgm:prSet/>
      <dgm:spPr/>
      <dgm:t>
        <a:bodyPr/>
        <a:lstStyle/>
        <a:p>
          <a:endParaRPr lang="en-US"/>
        </a:p>
      </dgm:t>
    </dgm:pt>
    <dgm:pt modelId="{2D6B62F9-AE36-4C94-A0EF-2D2B87BA0975}" type="sibTrans" cxnId="{B58A38D2-0AB5-4DDD-A1A2-73D07C3BC8B9}">
      <dgm:prSet/>
      <dgm:spPr/>
      <dgm:t>
        <a:bodyPr/>
        <a:lstStyle/>
        <a:p>
          <a:endParaRPr lang="en-US"/>
        </a:p>
      </dgm:t>
    </dgm:pt>
    <dgm:pt modelId="{37D53EAA-9AF7-47A1-A520-AFE3A120227B}">
      <dgm:prSet/>
      <dgm:spPr/>
      <dgm:t>
        <a:bodyPr/>
        <a:lstStyle/>
        <a:p>
          <a:pPr rtl="0"/>
          <a:r>
            <a:rPr lang="en-US" smtClean="0"/>
            <a:t>Operation of Law</a:t>
          </a:r>
          <a:endParaRPr lang="en-IN"/>
        </a:p>
      </dgm:t>
    </dgm:pt>
    <dgm:pt modelId="{C3DF5070-304C-427B-909B-D96DBAACF31D}" type="parTrans" cxnId="{42D1ACA7-C59F-461D-9212-26A8739B03D6}">
      <dgm:prSet/>
      <dgm:spPr/>
      <dgm:t>
        <a:bodyPr/>
        <a:lstStyle/>
        <a:p>
          <a:endParaRPr lang="en-US"/>
        </a:p>
      </dgm:t>
    </dgm:pt>
    <dgm:pt modelId="{D81343D1-9C6B-4676-9742-E87C5BFC6294}" type="sibTrans" cxnId="{42D1ACA7-C59F-461D-9212-26A8739B03D6}">
      <dgm:prSet/>
      <dgm:spPr/>
      <dgm:t>
        <a:bodyPr/>
        <a:lstStyle/>
        <a:p>
          <a:endParaRPr lang="en-US"/>
        </a:p>
      </dgm:t>
    </dgm:pt>
    <dgm:pt modelId="{1701B72C-7902-4A1A-B39D-2A44928D98D9}">
      <dgm:prSet/>
      <dgm:spPr/>
      <dgm:t>
        <a:bodyPr/>
        <a:lstStyle/>
        <a:p>
          <a:pPr rtl="0"/>
          <a:r>
            <a:rPr lang="en-US" smtClean="0"/>
            <a:t>Death</a:t>
          </a:r>
          <a:endParaRPr lang="en-IN"/>
        </a:p>
      </dgm:t>
    </dgm:pt>
    <dgm:pt modelId="{1543E798-C7F1-4F93-9D32-1404243D53D3}" type="parTrans" cxnId="{4A7C7866-C891-46D6-81A4-09A27BEB5106}">
      <dgm:prSet/>
      <dgm:spPr/>
      <dgm:t>
        <a:bodyPr/>
        <a:lstStyle/>
        <a:p>
          <a:endParaRPr lang="en-US"/>
        </a:p>
      </dgm:t>
    </dgm:pt>
    <dgm:pt modelId="{1D8EE770-ED12-4DEB-8764-9733168053CD}" type="sibTrans" cxnId="{4A7C7866-C891-46D6-81A4-09A27BEB5106}">
      <dgm:prSet/>
      <dgm:spPr/>
      <dgm:t>
        <a:bodyPr/>
        <a:lstStyle/>
        <a:p>
          <a:endParaRPr lang="en-US"/>
        </a:p>
      </dgm:t>
    </dgm:pt>
    <dgm:pt modelId="{40D78A96-49D2-45C9-933C-92E0E160EFE9}">
      <dgm:prSet/>
      <dgm:spPr/>
      <dgm:t>
        <a:bodyPr/>
        <a:lstStyle/>
        <a:p>
          <a:pPr rtl="0"/>
          <a:r>
            <a:rPr lang="en-US" smtClean="0"/>
            <a:t>Insolvency</a:t>
          </a:r>
          <a:endParaRPr lang="en-IN"/>
        </a:p>
      </dgm:t>
    </dgm:pt>
    <dgm:pt modelId="{C4D50529-E936-4BDA-A14A-00D7BA2F9AC5}" type="parTrans" cxnId="{F333E896-630F-48BA-B298-4492C48B9C1C}">
      <dgm:prSet/>
      <dgm:spPr/>
      <dgm:t>
        <a:bodyPr/>
        <a:lstStyle/>
        <a:p>
          <a:endParaRPr lang="en-US"/>
        </a:p>
      </dgm:t>
    </dgm:pt>
    <dgm:pt modelId="{60DE6355-4EB2-4326-A28A-ED2B971C6E56}" type="sibTrans" cxnId="{F333E896-630F-48BA-B298-4492C48B9C1C}">
      <dgm:prSet/>
      <dgm:spPr/>
      <dgm:t>
        <a:bodyPr/>
        <a:lstStyle/>
        <a:p>
          <a:endParaRPr lang="en-US"/>
        </a:p>
      </dgm:t>
    </dgm:pt>
    <dgm:pt modelId="{8B944603-9369-4E00-9C1B-26F7CFB0B2AC}">
      <dgm:prSet/>
      <dgm:spPr/>
      <dgm:t>
        <a:bodyPr/>
        <a:lstStyle/>
        <a:p>
          <a:pPr rtl="0"/>
          <a:r>
            <a:rPr lang="en-US" smtClean="0"/>
            <a:t>Merger</a:t>
          </a:r>
          <a:endParaRPr lang="en-IN"/>
        </a:p>
      </dgm:t>
    </dgm:pt>
    <dgm:pt modelId="{7C2DAF8E-555B-4925-8703-666A943286DB}" type="parTrans" cxnId="{8E2BE4BE-27C5-4E6B-A940-AB5689D2F7AC}">
      <dgm:prSet/>
      <dgm:spPr/>
      <dgm:t>
        <a:bodyPr/>
        <a:lstStyle/>
        <a:p>
          <a:endParaRPr lang="en-US"/>
        </a:p>
      </dgm:t>
    </dgm:pt>
    <dgm:pt modelId="{5E363E3A-9E44-463B-AA33-09930A0585C1}" type="sibTrans" cxnId="{8E2BE4BE-27C5-4E6B-A940-AB5689D2F7AC}">
      <dgm:prSet/>
      <dgm:spPr/>
      <dgm:t>
        <a:bodyPr/>
        <a:lstStyle/>
        <a:p>
          <a:endParaRPr lang="en-US"/>
        </a:p>
      </dgm:t>
    </dgm:pt>
    <dgm:pt modelId="{7BA94758-FE8E-4A61-8DEB-7E7FFD524E1E}">
      <dgm:prSet/>
      <dgm:spPr/>
      <dgm:t>
        <a:bodyPr/>
        <a:lstStyle/>
        <a:p>
          <a:pPr rtl="0"/>
          <a:r>
            <a:rPr lang="en-US" smtClean="0"/>
            <a:t>Unauthorised Material Alteration</a:t>
          </a:r>
          <a:endParaRPr lang="en-IN"/>
        </a:p>
      </dgm:t>
    </dgm:pt>
    <dgm:pt modelId="{6BE5AA86-2776-46B6-9B27-9E87557D8780}" type="parTrans" cxnId="{C33E4136-4FF4-4CAE-9F6C-83C5E5A45F86}">
      <dgm:prSet/>
      <dgm:spPr/>
      <dgm:t>
        <a:bodyPr/>
        <a:lstStyle/>
        <a:p>
          <a:endParaRPr lang="en-US"/>
        </a:p>
      </dgm:t>
    </dgm:pt>
    <dgm:pt modelId="{9F4BF44E-30A8-43C0-B9D6-228A7A984A97}" type="sibTrans" cxnId="{C33E4136-4FF4-4CAE-9F6C-83C5E5A45F86}">
      <dgm:prSet/>
      <dgm:spPr/>
      <dgm:t>
        <a:bodyPr/>
        <a:lstStyle/>
        <a:p>
          <a:endParaRPr lang="en-US"/>
        </a:p>
      </dgm:t>
    </dgm:pt>
    <dgm:pt modelId="{D825E5E6-5351-4F62-BCCE-34D62A18EBF4}">
      <dgm:prSet/>
      <dgm:spPr/>
      <dgm:t>
        <a:bodyPr/>
        <a:lstStyle/>
        <a:p>
          <a:pPr rtl="0"/>
          <a:r>
            <a:rPr lang="en-US" smtClean="0"/>
            <a:t>Impossibility</a:t>
          </a:r>
          <a:endParaRPr lang="en-IN"/>
        </a:p>
      </dgm:t>
    </dgm:pt>
    <dgm:pt modelId="{83E2EDC5-C0CC-488A-B9AE-10192E736C7D}" type="parTrans" cxnId="{F0F9DBAF-A457-4FBA-8300-12C6331DC8BB}">
      <dgm:prSet/>
      <dgm:spPr/>
      <dgm:t>
        <a:bodyPr/>
        <a:lstStyle/>
        <a:p>
          <a:endParaRPr lang="en-US"/>
        </a:p>
      </dgm:t>
    </dgm:pt>
    <dgm:pt modelId="{ECE7EBF6-534B-40BC-8A14-75080D07CEFE}" type="sibTrans" cxnId="{F0F9DBAF-A457-4FBA-8300-12C6331DC8BB}">
      <dgm:prSet/>
      <dgm:spPr/>
      <dgm:t>
        <a:bodyPr/>
        <a:lstStyle/>
        <a:p>
          <a:endParaRPr lang="en-US"/>
        </a:p>
      </dgm:t>
    </dgm:pt>
    <dgm:pt modelId="{8F8A49F7-EE73-4C2B-A2E1-0B363D9A1BD6}">
      <dgm:prSet/>
      <dgm:spPr/>
      <dgm:t>
        <a:bodyPr/>
        <a:lstStyle/>
        <a:p>
          <a:pPr rtl="0"/>
          <a:r>
            <a:rPr lang="en-US" smtClean="0"/>
            <a:t>Initial</a:t>
          </a:r>
          <a:endParaRPr lang="en-IN"/>
        </a:p>
      </dgm:t>
    </dgm:pt>
    <dgm:pt modelId="{FBD3CCEA-0860-4E0B-8DC5-FB7EA3161E28}" type="parTrans" cxnId="{F714F8E8-FCDA-4A72-9B57-A7448DECDE63}">
      <dgm:prSet/>
      <dgm:spPr/>
      <dgm:t>
        <a:bodyPr/>
        <a:lstStyle/>
        <a:p>
          <a:endParaRPr lang="en-US"/>
        </a:p>
      </dgm:t>
    </dgm:pt>
    <dgm:pt modelId="{BCFF99A2-3AEB-4C62-AABD-8FDAB2D97D88}" type="sibTrans" cxnId="{F714F8E8-FCDA-4A72-9B57-A7448DECDE63}">
      <dgm:prSet/>
      <dgm:spPr/>
      <dgm:t>
        <a:bodyPr/>
        <a:lstStyle/>
        <a:p>
          <a:endParaRPr lang="en-US"/>
        </a:p>
      </dgm:t>
    </dgm:pt>
    <dgm:pt modelId="{D717A3DE-FE88-4C40-A2FC-0866F7C16AEA}">
      <dgm:prSet/>
      <dgm:spPr/>
      <dgm:t>
        <a:bodyPr/>
        <a:lstStyle/>
        <a:p>
          <a:pPr rtl="0"/>
          <a:r>
            <a:rPr lang="en-US" smtClean="0"/>
            <a:t>Supervening</a:t>
          </a:r>
          <a:endParaRPr lang="en-IN"/>
        </a:p>
      </dgm:t>
    </dgm:pt>
    <dgm:pt modelId="{15A7853F-353B-4AD3-B7E2-67C4F36F2CFD}" type="parTrans" cxnId="{03A3AAE2-07C9-4DC3-90FC-7222AFAEC598}">
      <dgm:prSet/>
      <dgm:spPr/>
      <dgm:t>
        <a:bodyPr/>
        <a:lstStyle/>
        <a:p>
          <a:endParaRPr lang="en-US"/>
        </a:p>
      </dgm:t>
    </dgm:pt>
    <dgm:pt modelId="{57E14E61-D66C-442D-B034-72C423F2B0A5}" type="sibTrans" cxnId="{03A3AAE2-07C9-4DC3-90FC-7222AFAEC598}">
      <dgm:prSet/>
      <dgm:spPr/>
      <dgm:t>
        <a:bodyPr/>
        <a:lstStyle/>
        <a:p>
          <a:endParaRPr lang="en-US"/>
        </a:p>
      </dgm:t>
    </dgm:pt>
    <dgm:pt modelId="{EC0FDAB4-A85A-4B42-A818-29508668AFCF}">
      <dgm:prSet/>
      <dgm:spPr/>
      <dgm:t>
        <a:bodyPr/>
        <a:lstStyle/>
        <a:p>
          <a:pPr rtl="0"/>
          <a:r>
            <a:rPr lang="en-US" smtClean="0"/>
            <a:t>Breach</a:t>
          </a:r>
          <a:endParaRPr lang="en-IN"/>
        </a:p>
      </dgm:t>
    </dgm:pt>
    <dgm:pt modelId="{7D0BC254-A35D-49C2-A347-5CB185564BC3}" type="parTrans" cxnId="{33B1225A-7BFB-4AA1-AF3A-4E26286BB2C1}">
      <dgm:prSet/>
      <dgm:spPr/>
      <dgm:t>
        <a:bodyPr/>
        <a:lstStyle/>
        <a:p>
          <a:endParaRPr lang="en-US"/>
        </a:p>
      </dgm:t>
    </dgm:pt>
    <dgm:pt modelId="{7769C4C7-5C24-4D16-9D86-2D6583557A60}" type="sibTrans" cxnId="{33B1225A-7BFB-4AA1-AF3A-4E26286BB2C1}">
      <dgm:prSet/>
      <dgm:spPr/>
      <dgm:t>
        <a:bodyPr/>
        <a:lstStyle/>
        <a:p>
          <a:endParaRPr lang="en-US"/>
        </a:p>
      </dgm:t>
    </dgm:pt>
    <dgm:pt modelId="{4E7FD21D-6ED2-419B-A3A8-F5743ABC722D}">
      <dgm:prSet/>
      <dgm:spPr/>
      <dgm:t>
        <a:bodyPr/>
        <a:lstStyle/>
        <a:p>
          <a:pPr rtl="0"/>
          <a:r>
            <a:rPr lang="en-US" smtClean="0"/>
            <a:t>Actual</a:t>
          </a:r>
          <a:endParaRPr lang="en-IN"/>
        </a:p>
      </dgm:t>
    </dgm:pt>
    <dgm:pt modelId="{8B030C79-2FF6-4326-9A07-B044DA4D1DAD}" type="parTrans" cxnId="{1C109663-0F3D-4252-AD38-C0D866690132}">
      <dgm:prSet/>
      <dgm:spPr/>
      <dgm:t>
        <a:bodyPr/>
        <a:lstStyle/>
        <a:p>
          <a:endParaRPr lang="en-US"/>
        </a:p>
      </dgm:t>
    </dgm:pt>
    <dgm:pt modelId="{94AD01D7-6990-4861-BD4A-0B25E31E0999}" type="sibTrans" cxnId="{1C109663-0F3D-4252-AD38-C0D866690132}">
      <dgm:prSet/>
      <dgm:spPr/>
      <dgm:t>
        <a:bodyPr/>
        <a:lstStyle/>
        <a:p>
          <a:endParaRPr lang="en-US"/>
        </a:p>
      </dgm:t>
    </dgm:pt>
    <dgm:pt modelId="{8F955C2E-627C-43EB-B874-86CAF3BE00D5}">
      <dgm:prSet/>
      <dgm:spPr/>
      <dgm:t>
        <a:bodyPr/>
        <a:lstStyle/>
        <a:p>
          <a:pPr rtl="0"/>
          <a:r>
            <a:rPr lang="en-US" smtClean="0"/>
            <a:t>Anticipatory</a:t>
          </a:r>
          <a:endParaRPr lang="en-IN"/>
        </a:p>
      </dgm:t>
    </dgm:pt>
    <dgm:pt modelId="{CC03DC48-470D-445B-B619-55CE3EB84C94}" type="parTrans" cxnId="{6D59987A-E4AB-4F8A-8CA2-E309D3B18B12}">
      <dgm:prSet/>
      <dgm:spPr/>
      <dgm:t>
        <a:bodyPr/>
        <a:lstStyle/>
        <a:p>
          <a:endParaRPr lang="en-US"/>
        </a:p>
      </dgm:t>
    </dgm:pt>
    <dgm:pt modelId="{9C34C1A5-A5AF-42C0-82A4-F69CD0749E83}" type="sibTrans" cxnId="{6D59987A-E4AB-4F8A-8CA2-E309D3B18B12}">
      <dgm:prSet/>
      <dgm:spPr/>
      <dgm:t>
        <a:bodyPr/>
        <a:lstStyle/>
        <a:p>
          <a:endParaRPr lang="en-US"/>
        </a:p>
      </dgm:t>
    </dgm:pt>
    <dgm:pt modelId="{41B2C422-555F-4D87-86CA-BB5738AF5D21}" type="pres">
      <dgm:prSet presAssocID="{6AACEA37-0C51-4663-AD3B-01E8F8FC25B8}" presName="hierChild1" presStyleCnt="0">
        <dgm:presLayoutVars>
          <dgm:orgChart val="1"/>
          <dgm:chPref val="1"/>
          <dgm:dir/>
          <dgm:animOne val="branch"/>
          <dgm:animLvl val="lvl"/>
          <dgm:resizeHandles/>
        </dgm:presLayoutVars>
      </dgm:prSet>
      <dgm:spPr/>
      <dgm:t>
        <a:bodyPr/>
        <a:lstStyle/>
        <a:p>
          <a:endParaRPr lang="en-US"/>
        </a:p>
      </dgm:t>
    </dgm:pt>
    <dgm:pt modelId="{83EF0105-2409-40E1-8F17-B8050AE4756A}" type="pres">
      <dgm:prSet presAssocID="{04E98E51-D34D-4D54-A8F6-6B5F9703213A}" presName="hierRoot1" presStyleCnt="0">
        <dgm:presLayoutVars>
          <dgm:hierBranch val="init"/>
        </dgm:presLayoutVars>
      </dgm:prSet>
      <dgm:spPr/>
      <dgm:t>
        <a:bodyPr/>
        <a:lstStyle/>
        <a:p>
          <a:endParaRPr lang="en-US"/>
        </a:p>
      </dgm:t>
    </dgm:pt>
    <dgm:pt modelId="{4366006E-06EB-4240-9A32-7071591396E0}" type="pres">
      <dgm:prSet presAssocID="{04E98E51-D34D-4D54-A8F6-6B5F9703213A}" presName="rootComposite1" presStyleCnt="0"/>
      <dgm:spPr/>
      <dgm:t>
        <a:bodyPr/>
        <a:lstStyle/>
        <a:p>
          <a:endParaRPr lang="en-US"/>
        </a:p>
      </dgm:t>
    </dgm:pt>
    <dgm:pt modelId="{810096A2-C5AE-4A93-8E80-F704288E989B}" type="pres">
      <dgm:prSet presAssocID="{04E98E51-D34D-4D54-A8F6-6B5F9703213A}" presName="rootText1" presStyleLbl="node0" presStyleIdx="0" presStyleCnt="1">
        <dgm:presLayoutVars>
          <dgm:chPref val="3"/>
        </dgm:presLayoutVars>
      </dgm:prSet>
      <dgm:spPr/>
      <dgm:t>
        <a:bodyPr/>
        <a:lstStyle/>
        <a:p>
          <a:endParaRPr lang="en-US"/>
        </a:p>
      </dgm:t>
    </dgm:pt>
    <dgm:pt modelId="{B712A06C-4B71-4408-A8F6-39BFC716FA82}" type="pres">
      <dgm:prSet presAssocID="{04E98E51-D34D-4D54-A8F6-6B5F9703213A}" presName="rootConnector1" presStyleLbl="node1" presStyleIdx="0" presStyleCnt="0"/>
      <dgm:spPr/>
      <dgm:t>
        <a:bodyPr/>
        <a:lstStyle/>
        <a:p>
          <a:endParaRPr lang="en-US"/>
        </a:p>
      </dgm:t>
    </dgm:pt>
    <dgm:pt modelId="{F7361499-0881-429A-A29D-867590DA04B4}" type="pres">
      <dgm:prSet presAssocID="{04E98E51-D34D-4D54-A8F6-6B5F9703213A}" presName="hierChild2" presStyleCnt="0"/>
      <dgm:spPr/>
      <dgm:t>
        <a:bodyPr/>
        <a:lstStyle/>
        <a:p>
          <a:endParaRPr lang="en-US"/>
        </a:p>
      </dgm:t>
    </dgm:pt>
    <dgm:pt modelId="{9B4A228D-0B03-4F59-91DA-AEBE735459BC}" type="pres">
      <dgm:prSet presAssocID="{B508E4AA-0091-4A26-8CE7-B854826E81EE}" presName="Name37" presStyleLbl="parChTrans1D2" presStyleIdx="0" presStyleCnt="6"/>
      <dgm:spPr/>
      <dgm:t>
        <a:bodyPr/>
        <a:lstStyle/>
        <a:p>
          <a:endParaRPr lang="en-US"/>
        </a:p>
      </dgm:t>
    </dgm:pt>
    <dgm:pt modelId="{1773AD64-1818-47E4-B257-6594824E4FB7}" type="pres">
      <dgm:prSet presAssocID="{92E531C5-BFA9-4917-839B-A89D7DB452F4}" presName="hierRoot2" presStyleCnt="0">
        <dgm:presLayoutVars>
          <dgm:hierBranch val="init"/>
        </dgm:presLayoutVars>
      </dgm:prSet>
      <dgm:spPr/>
      <dgm:t>
        <a:bodyPr/>
        <a:lstStyle/>
        <a:p>
          <a:endParaRPr lang="en-US"/>
        </a:p>
      </dgm:t>
    </dgm:pt>
    <dgm:pt modelId="{FE890F94-739A-4024-A2CB-5C257C68C849}" type="pres">
      <dgm:prSet presAssocID="{92E531C5-BFA9-4917-839B-A89D7DB452F4}" presName="rootComposite" presStyleCnt="0"/>
      <dgm:spPr/>
      <dgm:t>
        <a:bodyPr/>
        <a:lstStyle/>
        <a:p>
          <a:endParaRPr lang="en-US"/>
        </a:p>
      </dgm:t>
    </dgm:pt>
    <dgm:pt modelId="{BEEBBC6A-0FB8-4AEE-873F-56044EE29E9C}" type="pres">
      <dgm:prSet presAssocID="{92E531C5-BFA9-4917-839B-A89D7DB452F4}" presName="rootText" presStyleLbl="node2" presStyleIdx="0" presStyleCnt="6">
        <dgm:presLayoutVars>
          <dgm:chPref val="3"/>
        </dgm:presLayoutVars>
      </dgm:prSet>
      <dgm:spPr/>
      <dgm:t>
        <a:bodyPr/>
        <a:lstStyle/>
        <a:p>
          <a:endParaRPr lang="en-US"/>
        </a:p>
      </dgm:t>
    </dgm:pt>
    <dgm:pt modelId="{D996C37E-D79F-4C38-A4FB-4623AB65BFF4}" type="pres">
      <dgm:prSet presAssocID="{92E531C5-BFA9-4917-839B-A89D7DB452F4}" presName="rootConnector" presStyleLbl="node2" presStyleIdx="0" presStyleCnt="6"/>
      <dgm:spPr/>
      <dgm:t>
        <a:bodyPr/>
        <a:lstStyle/>
        <a:p>
          <a:endParaRPr lang="en-US"/>
        </a:p>
      </dgm:t>
    </dgm:pt>
    <dgm:pt modelId="{CDC8DE45-F47B-41DF-9A3D-2242F78E5917}" type="pres">
      <dgm:prSet presAssocID="{92E531C5-BFA9-4917-839B-A89D7DB452F4}" presName="hierChild4" presStyleCnt="0"/>
      <dgm:spPr/>
      <dgm:t>
        <a:bodyPr/>
        <a:lstStyle/>
        <a:p>
          <a:endParaRPr lang="en-US"/>
        </a:p>
      </dgm:t>
    </dgm:pt>
    <dgm:pt modelId="{F085C5A9-DC01-431C-ACB3-9CFAD783FD63}" type="pres">
      <dgm:prSet presAssocID="{6E4D8BDC-2C8D-45BB-8B52-35FC4E374C82}" presName="Name37" presStyleLbl="parChTrans1D3" presStyleIdx="0" presStyleCnt="16"/>
      <dgm:spPr/>
      <dgm:t>
        <a:bodyPr/>
        <a:lstStyle/>
        <a:p>
          <a:endParaRPr lang="en-US"/>
        </a:p>
      </dgm:t>
    </dgm:pt>
    <dgm:pt modelId="{D8FFD8E9-BF90-405E-AFF5-313D78F6141B}" type="pres">
      <dgm:prSet presAssocID="{B4A343CF-E26C-4889-A5E0-C90578A8CCBA}" presName="hierRoot2" presStyleCnt="0">
        <dgm:presLayoutVars>
          <dgm:hierBranch val="init"/>
        </dgm:presLayoutVars>
      </dgm:prSet>
      <dgm:spPr/>
      <dgm:t>
        <a:bodyPr/>
        <a:lstStyle/>
        <a:p>
          <a:endParaRPr lang="en-US"/>
        </a:p>
      </dgm:t>
    </dgm:pt>
    <dgm:pt modelId="{91356380-9CD9-48A9-9A83-105210514B0D}" type="pres">
      <dgm:prSet presAssocID="{B4A343CF-E26C-4889-A5E0-C90578A8CCBA}" presName="rootComposite" presStyleCnt="0"/>
      <dgm:spPr/>
      <dgm:t>
        <a:bodyPr/>
        <a:lstStyle/>
        <a:p>
          <a:endParaRPr lang="en-US"/>
        </a:p>
      </dgm:t>
    </dgm:pt>
    <dgm:pt modelId="{DDC8DC5B-6E19-4E55-B335-37BFA2EDBD19}" type="pres">
      <dgm:prSet presAssocID="{B4A343CF-E26C-4889-A5E0-C90578A8CCBA}" presName="rootText" presStyleLbl="node3" presStyleIdx="0" presStyleCnt="16">
        <dgm:presLayoutVars>
          <dgm:chPref val="3"/>
        </dgm:presLayoutVars>
      </dgm:prSet>
      <dgm:spPr/>
      <dgm:t>
        <a:bodyPr/>
        <a:lstStyle/>
        <a:p>
          <a:endParaRPr lang="en-US"/>
        </a:p>
      </dgm:t>
    </dgm:pt>
    <dgm:pt modelId="{6E1A79D4-EAC2-433A-BDD2-2A8082265812}" type="pres">
      <dgm:prSet presAssocID="{B4A343CF-E26C-4889-A5E0-C90578A8CCBA}" presName="rootConnector" presStyleLbl="node3" presStyleIdx="0" presStyleCnt="16"/>
      <dgm:spPr/>
      <dgm:t>
        <a:bodyPr/>
        <a:lstStyle/>
        <a:p>
          <a:endParaRPr lang="en-US"/>
        </a:p>
      </dgm:t>
    </dgm:pt>
    <dgm:pt modelId="{1FED0823-8DF6-4601-98DF-30AF5C679E95}" type="pres">
      <dgm:prSet presAssocID="{B4A343CF-E26C-4889-A5E0-C90578A8CCBA}" presName="hierChild4" presStyleCnt="0"/>
      <dgm:spPr/>
      <dgm:t>
        <a:bodyPr/>
        <a:lstStyle/>
        <a:p>
          <a:endParaRPr lang="en-US"/>
        </a:p>
      </dgm:t>
    </dgm:pt>
    <dgm:pt modelId="{6750E4B1-8BC6-44AA-9CB3-3B22DE206A54}" type="pres">
      <dgm:prSet presAssocID="{B4A343CF-E26C-4889-A5E0-C90578A8CCBA}" presName="hierChild5" presStyleCnt="0"/>
      <dgm:spPr/>
      <dgm:t>
        <a:bodyPr/>
        <a:lstStyle/>
        <a:p>
          <a:endParaRPr lang="en-US"/>
        </a:p>
      </dgm:t>
    </dgm:pt>
    <dgm:pt modelId="{B58C7180-4259-4BBC-BC21-7ABDD6EFD11E}" type="pres">
      <dgm:prSet presAssocID="{F0679A00-41B4-44E8-B18F-281EB8D94CC1}" presName="Name37" presStyleLbl="parChTrans1D3" presStyleIdx="1" presStyleCnt="16"/>
      <dgm:spPr/>
      <dgm:t>
        <a:bodyPr/>
        <a:lstStyle/>
        <a:p>
          <a:endParaRPr lang="en-US"/>
        </a:p>
      </dgm:t>
    </dgm:pt>
    <dgm:pt modelId="{F29E584C-9E6B-49A0-B853-51D69DB6BF00}" type="pres">
      <dgm:prSet presAssocID="{D0F40160-5FD9-4A70-8486-40F748B892C9}" presName="hierRoot2" presStyleCnt="0">
        <dgm:presLayoutVars>
          <dgm:hierBranch val="init"/>
        </dgm:presLayoutVars>
      </dgm:prSet>
      <dgm:spPr/>
      <dgm:t>
        <a:bodyPr/>
        <a:lstStyle/>
        <a:p>
          <a:endParaRPr lang="en-US"/>
        </a:p>
      </dgm:t>
    </dgm:pt>
    <dgm:pt modelId="{4F0735B0-AAC6-49D6-A3E4-CE78E16D4ADC}" type="pres">
      <dgm:prSet presAssocID="{D0F40160-5FD9-4A70-8486-40F748B892C9}" presName="rootComposite" presStyleCnt="0"/>
      <dgm:spPr/>
      <dgm:t>
        <a:bodyPr/>
        <a:lstStyle/>
        <a:p>
          <a:endParaRPr lang="en-US"/>
        </a:p>
      </dgm:t>
    </dgm:pt>
    <dgm:pt modelId="{DA7BB442-66BF-4C1B-B1E5-17BE56377219}" type="pres">
      <dgm:prSet presAssocID="{D0F40160-5FD9-4A70-8486-40F748B892C9}" presName="rootText" presStyleLbl="node3" presStyleIdx="1" presStyleCnt="16">
        <dgm:presLayoutVars>
          <dgm:chPref val="3"/>
        </dgm:presLayoutVars>
      </dgm:prSet>
      <dgm:spPr/>
      <dgm:t>
        <a:bodyPr/>
        <a:lstStyle/>
        <a:p>
          <a:endParaRPr lang="en-US"/>
        </a:p>
      </dgm:t>
    </dgm:pt>
    <dgm:pt modelId="{6B23BAE2-83D5-40CE-B58A-38ED77E2F75D}" type="pres">
      <dgm:prSet presAssocID="{D0F40160-5FD9-4A70-8486-40F748B892C9}" presName="rootConnector" presStyleLbl="node3" presStyleIdx="1" presStyleCnt="16"/>
      <dgm:spPr/>
      <dgm:t>
        <a:bodyPr/>
        <a:lstStyle/>
        <a:p>
          <a:endParaRPr lang="en-US"/>
        </a:p>
      </dgm:t>
    </dgm:pt>
    <dgm:pt modelId="{86EA0860-64F1-44D1-B816-22EFF76D033C}" type="pres">
      <dgm:prSet presAssocID="{D0F40160-5FD9-4A70-8486-40F748B892C9}" presName="hierChild4" presStyleCnt="0"/>
      <dgm:spPr/>
      <dgm:t>
        <a:bodyPr/>
        <a:lstStyle/>
        <a:p>
          <a:endParaRPr lang="en-US"/>
        </a:p>
      </dgm:t>
    </dgm:pt>
    <dgm:pt modelId="{1CEDF22C-DAB5-46B3-8562-79E48F49DA4C}" type="pres">
      <dgm:prSet presAssocID="{D0F40160-5FD9-4A70-8486-40F748B892C9}" presName="hierChild5" presStyleCnt="0"/>
      <dgm:spPr/>
      <dgm:t>
        <a:bodyPr/>
        <a:lstStyle/>
        <a:p>
          <a:endParaRPr lang="en-US"/>
        </a:p>
      </dgm:t>
    </dgm:pt>
    <dgm:pt modelId="{F11A35F4-D598-4F97-B200-37942D9D9A00}" type="pres">
      <dgm:prSet presAssocID="{92E531C5-BFA9-4917-839B-A89D7DB452F4}" presName="hierChild5" presStyleCnt="0"/>
      <dgm:spPr/>
      <dgm:t>
        <a:bodyPr/>
        <a:lstStyle/>
        <a:p>
          <a:endParaRPr lang="en-US"/>
        </a:p>
      </dgm:t>
    </dgm:pt>
    <dgm:pt modelId="{DD6BA092-8182-44B2-BE34-61C04121BD99}" type="pres">
      <dgm:prSet presAssocID="{66A8AA62-E622-4924-9461-086575D7E8FE}" presName="Name37" presStyleLbl="parChTrans1D2" presStyleIdx="1" presStyleCnt="6"/>
      <dgm:spPr/>
      <dgm:t>
        <a:bodyPr/>
        <a:lstStyle/>
        <a:p>
          <a:endParaRPr lang="en-US"/>
        </a:p>
      </dgm:t>
    </dgm:pt>
    <dgm:pt modelId="{D012D41D-2047-4850-A018-C494E3050433}" type="pres">
      <dgm:prSet presAssocID="{AC49A02F-DAF0-44B3-B4AE-AC8AF6DCA289}" presName="hierRoot2" presStyleCnt="0">
        <dgm:presLayoutVars>
          <dgm:hierBranch val="init"/>
        </dgm:presLayoutVars>
      </dgm:prSet>
      <dgm:spPr/>
      <dgm:t>
        <a:bodyPr/>
        <a:lstStyle/>
        <a:p>
          <a:endParaRPr lang="en-US"/>
        </a:p>
      </dgm:t>
    </dgm:pt>
    <dgm:pt modelId="{C12D7638-505A-4CB4-8B0D-885C956BE159}" type="pres">
      <dgm:prSet presAssocID="{AC49A02F-DAF0-44B3-B4AE-AC8AF6DCA289}" presName="rootComposite" presStyleCnt="0"/>
      <dgm:spPr/>
      <dgm:t>
        <a:bodyPr/>
        <a:lstStyle/>
        <a:p>
          <a:endParaRPr lang="en-US"/>
        </a:p>
      </dgm:t>
    </dgm:pt>
    <dgm:pt modelId="{5C74179A-5CB5-4F3C-998E-7C64B3990C1B}" type="pres">
      <dgm:prSet presAssocID="{AC49A02F-DAF0-44B3-B4AE-AC8AF6DCA289}" presName="rootText" presStyleLbl="node2" presStyleIdx="1" presStyleCnt="6">
        <dgm:presLayoutVars>
          <dgm:chPref val="3"/>
        </dgm:presLayoutVars>
      </dgm:prSet>
      <dgm:spPr/>
      <dgm:t>
        <a:bodyPr/>
        <a:lstStyle/>
        <a:p>
          <a:endParaRPr lang="en-US"/>
        </a:p>
      </dgm:t>
    </dgm:pt>
    <dgm:pt modelId="{C1F5EBFD-C890-4854-89A0-C71365FC7F1C}" type="pres">
      <dgm:prSet presAssocID="{AC49A02F-DAF0-44B3-B4AE-AC8AF6DCA289}" presName="rootConnector" presStyleLbl="node2" presStyleIdx="1" presStyleCnt="6"/>
      <dgm:spPr/>
      <dgm:t>
        <a:bodyPr/>
        <a:lstStyle/>
        <a:p>
          <a:endParaRPr lang="en-US"/>
        </a:p>
      </dgm:t>
    </dgm:pt>
    <dgm:pt modelId="{85B28007-1142-4CE5-866B-9B89A3719DBB}" type="pres">
      <dgm:prSet presAssocID="{AC49A02F-DAF0-44B3-B4AE-AC8AF6DCA289}" presName="hierChild4" presStyleCnt="0"/>
      <dgm:spPr/>
      <dgm:t>
        <a:bodyPr/>
        <a:lstStyle/>
        <a:p>
          <a:endParaRPr lang="en-US"/>
        </a:p>
      </dgm:t>
    </dgm:pt>
    <dgm:pt modelId="{0E8DE861-70AA-4149-A062-E9281147512D}" type="pres">
      <dgm:prSet presAssocID="{D2D48391-7D46-42A3-88B7-8C8526C4535D}" presName="Name37" presStyleLbl="parChTrans1D3" presStyleIdx="2" presStyleCnt="16"/>
      <dgm:spPr/>
      <dgm:t>
        <a:bodyPr/>
        <a:lstStyle/>
        <a:p>
          <a:endParaRPr lang="en-US"/>
        </a:p>
      </dgm:t>
    </dgm:pt>
    <dgm:pt modelId="{2B8533D0-67D8-4994-B780-BD0C14BDB071}" type="pres">
      <dgm:prSet presAssocID="{903B1378-89D8-4B69-BD4D-06A3EE6D15C4}" presName="hierRoot2" presStyleCnt="0">
        <dgm:presLayoutVars>
          <dgm:hierBranch val="init"/>
        </dgm:presLayoutVars>
      </dgm:prSet>
      <dgm:spPr/>
      <dgm:t>
        <a:bodyPr/>
        <a:lstStyle/>
        <a:p>
          <a:endParaRPr lang="en-US"/>
        </a:p>
      </dgm:t>
    </dgm:pt>
    <dgm:pt modelId="{F9C2FA23-CFBB-4EDF-B4F6-EBD0048DC0EF}" type="pres">
      <dgm:prSet presAssocID="{903B1378-89D8-4B69-BD4D-06A3EE6D15C4}" presName="rootComposite" presStyleCnt="0"/>
      <dgm:spPr/>
      <dgm:t>
        <a:bodyPr/>
        <a:lstStyle/>
        <a:p>
          <a:endParaRPr lang="en-US"/>
        </a:p>
      </dgm:t>
    </dgm:pt>
    <dgm:pt modelId="{1F8E0A65-802A-45C9-BEF7-A3FB1DCF7E07}" type="pres">
      <dgm:prSet presAssocID="{903B1378-89D8-4B69-BD4D-06A3EE6D15C4}" presName="rootText" presStyleLbl="node3" presStyleIdx="2" presStyleCnt="16">
        <dgm:presLayoutVars>
          <dgm:chPref val="3"/>
        </dgm:presLayoutVars>
      </dgm:prSet>
      <dgm:spPr/>
      <dgm:t>
        <a:bodyPr/>
        <a:lstStyle/>
        <a:p>
          <a:endParaRPr lang="en-US"/>
        </a:p>
      </dgm:t>
    </dgm:pt>
    <dgm:pt modelId="{92A2331A-9675-449F-8E9D-25A2FE04E1F1}" type="pres">
      <dgm:prSet presAssocID="{903B1378-89D8-4B69-BD4D-06A3EE6D15C4}" presName="rootConnector" presStyleLbl="node3" presStyleIdx="2" presStyleCnt="16"/>
      <dgm:spPr/>
      <dgm:t>
        <a:bodyPr/>
        <a:lstStyle/>
        <a:p>
          <a:endParaRPr lang="en-US"/>
        </a:p>
      </dgm:t>
    </dgm:pt>
    <dgm:pt modelId="{2BCAA756-F38E-4F3F-A8D6-1256D1C9FEF7}" type="pres">
      <dgm:prSet presAssocID="{903B1378-89D8-4B69-BD4D-06A3EE6D15C4}" presName="hierChild4" presStyleCnt="0"/>
      <dgm:spPr/>
      <dgm:t>
        <a:bodyPr/>
        <a:lstStyle/>
        <a:p>
          <a:endParaRPr lang="en-US"/>
        </a:p>
      </dgm:t>
    </dgm:pt>
    <dgm:pt modelId="{0E66E10F-A234-4CEE-8812-87FA4BAF1865}" type="pres">
      <dgm:prSet presAssocID="{903B1378-89D8-4B69-BD4D-06A3EE6D15C4}" presName="hierChild5" presStyleCnt="0"/>
      <dgm:spPr/>
      <dgm:t>
        <a:bodyPr/>
        <a:lstStyle/>
        <a:p>
          <a:endParaRPr lang="en-US"/>
        </a:p>
      </dgm:t>
    </dgm:pt>
    <dgm:pt modelId="{9B21489D-010D-4206-91FB-4DBDD3A57C82}" type="pres">
      <dgm:prSet presAssocID="{5E1CC7CF-003F-4FC1-8506-450133509A53}" presName="Name37" presStyleLbl="parChTrans1D3" presStyleIdx="3" presStyleCnt="16"/>
      <dgm:spPr/>
      <dgm:t>
        <a:bodyPr/>
        <a:lstStyle/>
        <a:p>
          <a:endParaRPr lang="en-US"/>
        </a:p>
      </dgm:t>
    </dgm:pt>
    <dgm:pt modelId="{08F004ED-44C3-4BDF-805C-E61EEB4CCAE7}" type="pres">
      <dgm:prSet presAssocID="{DA0AF91C-4501-4786-B79A-7346F91A3E2D}" presName="hierRoot2" presStyleCnt="0">
        <dgm:presLayoutVars>
          <dgm:hierBranch val="init"/>
        </dgm:presLayoutVars>
      </dgm:prSet>
      <dgm:spPr/>
      <dgm:t>
        <a:bodyPr/>
        <a:lstStyle/>
        <a:p>
          <a:endParaRPr lang="en-US"/>
        </a:p>
      </dgm:t>
    </dgm:pt>
    <dgm:pt modelId="{AE84B313-3ACA-4490-A97C-A7F0B2680C95}" type="pres">
      <dgm:prSet presAssocID="{DA0AF91C-4501-4786-B79A-7346F91A3E2D}" presName="rootComposite" presStyleCnt="0"/>
      <dgm:spPr/>
      <dgm:t>
        <a:bodyPr/>
        <a:lstStyle/>
        <a:p>
          <a:endParaRPr lang="en-US"/>
        </a:p>
      </dgm:t>
    </dgm:pt>
    <dgm:pt modelId="{88C392A2-8612-4F41-ACC8-2A3BA31601AF}" type="pres">
      <dgm:prSet presAssocID="{DA0AF91C-4501-4786-B79A-7346F91A3E2D}" presName="rootText" presStyleLbl="node3" presStyleIdx="3" presStyleCnt="16">
        <dgm:presLayoutVars>
          <dgm:chPref val="3"/>
        </dgm:presLayoutVars>
      </dgm:prSet>
      <dgm:spPr/>
      <dgm:t>
        <a:bodyPr/>
        <a:lstStyle/>
        <a:p>
          <a:endParaRPr lang="en-US"/>
        </a:p>
      </dgm:t>
    </dgm:pt>
    <dgm:pt modelId="{928C9C83-541D-4DDB-8092-07BF0F8C1657}" type="pres">
      <dgm:prSet presAssocID="{DA0AF91C-4501-4786-B79A-7346F91A3E2D}" presName="rootConnector" presStyleLbl="node3" presStyleIdx="3" presStyleCnt="16"/>
      <dgm:spPr/>
      <dgm:t>
        <a:bodyPr/>
        <a:lstStyle/>
        <a:p>
          <a:endParaRPr lang="en-US"/>
        </a:p>
      </dgm:t>
    </dgm:pt>
    <dgm:pt modelId="{D80377CB-2E78-4228-941D-B7C7352C8157}" type="pres">
      <dgm:prSet presAssocID="{DA0AF91C-4501-4786-B79A-7346F91A3E2D}" presName="hierChild4" presStyleCnt="0"/>
      <dgm:spPr/>
      <dgm:t>
        <a:bodyPr/>
        <a:lstStyle/>
        <a:p>
          <a:endParaRPr lang="en-US"/>
        </a:p>
      </dgm:t>
    </dgm:pt>
    <dgm:pt modelId="{5AACA961-801A-4296-A321-FC8CDE394873}" type="pres">
      <dgm:prSet presAssocID="{DA0AF91C-4501-4786-B79A-7346F91A3E2D}" presName="hierChild5" presStyleCnt="0"/>
      <dgm:spPr/>
      <dgm:t>
        <a:bodyPr/>
        <a:lstStyle/>
        <a:p>
          <a:endParaRPr lang="en-US"/>
        </a:p>
      </dgm:t>
    </dgm:pt>
    <dgm:pt modelId="{227E894B-E9F7-46B6-8125-88D80F0E2FB1}" type="pres">
      <dgm:prSet presAssocID="{6A1F0638-3DBB-446A-B767-AFF8327BC718}" presName="Name37" presStyleLbl="parChTrans1D3" presStyleIdx="4" presStyleCnt="16"/>
      <dgm:spPr/>
      <dgm:t>
        <a:bodyPr/>
        <a:lstStyle/>
        <a:p>
          <a:endParaRPr lang="en-US"/>
        </a:p>
      </dgm:t>
    </dgm:pt>
    <dgm:pt modelId="{63F24775-0B55-4DFE-A862-A334C30AD8BE}" type="pres">
      <dgm:prSet presAssocID="{056304BE-EB75-4BE4-B2C0-28A02D3B4B79}" presName="hierRoot2" presStyleCnt="0">
        <dgm:presLayoutVars>
          <dgm:hierBranch val="init"/>
        </dgm:presLayoutVars>
      </dgm:prSet>
      <dgm:spPr/>
      <dgm:t>
        <a:bodyPr/>
        <a:lstStyle/>
        <a:p>
          <a:endParaRPr lang="en-US"/>
        </a:p>
      </dgm:t>
    </dgm:pt>
    <dgm:pt modelId="{0875E0EA-7F0C-4F7B-AABE-24B6ABC34EF4}" type="pres">
      <dgm:prSet presAssocID="{056304BE-EB75-4BE4-B2C0-28A02D3B4B79}" presName="rootComposite" presStyleCnt="0"/>
      <dgm:spPr/>
      <dgm:t>
        <a:bodyPr/>
        <a:lstStyle/>
        <a:p>
          <a:endParaRPr lang="en-US"/>
        </a:p>
      </dgm:t>
    </dgm:pt>
    <dgm:pt modelId="{AA5F18E1-B48C-4BDA-8AFF-5EDB24F43665}" type="pres">
      <dgm:prSet presAssocID="{056304BE-EB75-4BE4-B2C0-28A02D3B4B79}" presName="rootText" presStyleLbl="node3" presStyleIdx="4" presStyleCnt="16">
        <dgm:presLayoutVars>
          <dgm:chPref val="3"/>
        </dgm:presLayoutVars>
      </dgm:prSet>
      <dgm:spPr/>
      <dgm:t>
        <a:bodyPr/>
        <a:lstStyle/>
        <a:p>
          <a:endParaRPr lang="en-US"/>
        </a:p>
      </dgm:t>
    </dgm:pt>
    <dgm:pt modelId="{C5EDF0BA-0FF1-4EF0-9C85-42D76525267E}" type="pres">
      <dgm:prSet presAssocID="{056304BE-EB75-4BE4-B2C0-28A02D3B4B79}" presName="rootConnector" presStyleLbl="node3" presStyleIdx="4" presStyleCnt="16"/>
      <dgm:spPr/>
      <dgm:t>
        <a:bodyPr/>
        <a:lstStyle/>
        <a:p>
          <a:endParaRPr lang="en-US"/>
        </a:p>
      </dgm:t>
    </dgm:pt>
    <dgm:pt modelId="{25694BCA-C74F-4B9B-BAB1-A6FB25540ACC}" type="pres">
      <dgm:prSet presAssocID="{056304BE-EB75-4BE4-B2C0-28A02D3B4B79}" presName="hierChild4" presStyleCnt="0"/>
      <dgm:spPr/>
      <dgm:t>
        <a:bodyPr/>
        <a:lstStyle/>
        <a:p>
          <a:endParaRPr lang="en-US"/>
        </a:p>
      </dgm:t>
    </dgm:pt>
    <dgm:pt modelId="{72E5AAD4-EE29-4BD4-A93E-C28211CD0768}" type="pres">
      <dgm:prSet presAssocID="{056304BE-EB75-4BE4-B2C0-28A02D3B4B79}" presName="hierChild5" presStyleCnt="0"/>
      <dgm:spPr/>
      <dgm:t>
        <a:bodyPr/>
        <a:lstStyle/>
        <a:p>
          <a:endParaRPr lang="en-US"/>
        </a:p>
      </dgm:t>
    </dgm:pt>
    <dgm:pt modelId="{C594CDBD-5C92-4F83-AF20-75B3A9A3C65D}" type="pres">
      <dgm:prSet presAssocID="{442CD08B-C645-48ED-8823-54CAB2B9710C}" presName="Name37" presStyleLbl="parChTrans1D3" presStyleIdx="5" presStyleCnt="16"/>
      <dgm:spPr/>
      <dgm:t>
        <a:bodyPr/>
        <a:lstStyle/>
        <a:p>
          <a:endParaRPr lang="en-US"/>
        </a:p>
      </dgm:t>
    </dgm:pt>
    <dgm:pt modelId="{A9C627D1-545D-4F35-BD0D-8EDF6D46ADD3}" type="pres">
      <dgm:prSet presAssocID="{FA65D1CF-CF0E-47A1-BF3C-7C941C969A24}" presName="hierRoot2" presStyleCnt="0">
        <dgm:presLayoutVars>
          <dgm:hierBranch val="init"/>
        </dgm:presLayoutVars>
      </dgm:prSet>
      <dgm:spPr/>
      <dgm:t>
        <a:bodyPr/>
        <a:lstStyle/>
        <a:p>
          <a:endParaRPr lang="en-US"/>
        </a:p>
      </dgm:t>
    </dgm:pt>
    <dgm:pt modelId="{27E9A000-9273-4643-BF04-F4E0082F9DB6}" type="pres">
      <dgm:prSet presAssocID="{FA65D1CF-CF0E-47A1-BF3C-7C941C969A24}" presName="rootComposite" presStyleCnt="0"/>
      <dgm:spPr/>
      <dgm:t>
        <a:bodyPr/>
        <a:lstStyle/>
        <a:p>
          <a:endParaRPr lang="en-US"/>
        </a:p>
      </dgm:t>
    </dgm:pt>
    <dgm:pt modelId="{9A109CE6-EE44-4707-A2DB-B8A18EB11EE3}" type="pres">
      <dgm:prSet presAssocID="{FA65D1CF-CF0E-47A1-BF3C-7C941C969A24}" presName="rootText" presStyleLbl="node3" presStyleIdx="5" presStyleCnt="16">
        <dgm:presLayoutVars>
          <dgm:chPref val="3"/>
        </dgm:presLayoutVars>
      </dgm:prSet>
      <dgm:spPr/>
      <dgm:t>
        <a:bodyPr/>
        <a:lstStyle/>
        <a:p>
          <a:endParaRPr lang="en-US"/>
        </a:p>
      </dgm:t>
    </dgm:pt>
    <dgm:pt modelId="{D7BEB20B-D243-4742-98C1-12D1FE233B39}" type="pres">
      <dgm:prSet presAssocID="{FA65D1CF-CF0E-47A1-BF3C-7C941C969A24}" presName="rootConnector" presStyleLbl="node3" presStyleIdx="5" presStyleCnt="16"/>
      <dgm:spPr/>
      <dgm:t>
        <a:bodyPr/>
        <a:lstStyle/>
        <a:p>
          <a:endParaRPr lang="en-US"/>
        </a:p>
      </dgm:t>
    </dgm:pt>
    <dgm:pt modelId="{58E819FD-F166-47BC-BDF8-4B0C1A72CC37}" type="pres">
      <dgm:prSet presAssocID="{FA65D1CF-CF0E-47A1-BF3C-7C941C969A24}" presName="hierChild4" presStyleCnt="0"/>
      <dgm:spPr/>
      <dgm:t>
        <a:bodyPr/>
        <a:lstStyle/>
        <a:p>
          <a:endParaRPr lang="en-US"/>
        </a:p>
      </dgm:t>
    </dgm:pt>
    <dgm:pt modelId="{151F876F-82D9-4725-B6DC-19788A97AA30}" type="pres">
      <dgm:prSet presAssocID="{FA65D1CF-CF0E-47A1-BF3C-7C941C969A24}" presName="hierChild5" presStyleCnt="0"/>
      <dgm:spPr/>
      <dgm:t>
        <a:bodyPr/>
        <a:lstStyle/>
        <a:p>
          <a:endParaRPr lang="en-US"/>
        </a:p>
      </dgm:t>
    </dgm:pt>
    <dgm:pt modelId="{E3D52699-DF19-4162-A11A-E869553CC359}" type="pres">
      <dgm:prSet presAssocID="{9AFFD2BA-6EE6-4221-A939-3ABB727BE0FB}" presName="Name37" presStyleLbl="parChTrans1D3" presStyleIdx="6" presStyleCnt="16"/>
      <dgm:spPr/>
      <dgm:t>
        <a:bodyPr/>
        <a:lstStyle/>
        <a:p>
          <a:endParaRPr lang="en-US"/>
        </a:p>
      </dgm:t>
    </dgm:pt>
    <dgm:pt modelId="{7656A7AC-63B5-41D3-8D21-2FC690F199A1}" type="pres">
      <dgm:prSet presAssocID="{64920FF5-A94E-4CF0-9205-4F6E39434A61}" presName="hierRoot2" presStyleCnt="0">
        <dgm:presLayoutVars>
          <dgm:hierBranch val="init"/>
        </dgm:presLayoutVars>
      </dgm:prSet>
      <dgm:spPr/>
      <dgm:t>
        <a:bodyPr/>
        <a:lstStyle/>
        <a:p>
          <a:endParaRPr lang="en-US"/>
        </a:p>
      </dgm:t>
    </dgm:pt>
    <dgm:pt modelId="{815E9C75-C323-4CE6-A381-FE72DF8C847F}" type="pres">
      <dgm:prSet presAssocID="{64920FF5-A94E-4CF0-9205-4F6E39434A61}" presName="rootComposite" presStyleCnt="0"/>
      <dgm:spPr/>
      <dgm:t>
        <a:bodyPr/>
        <a:lstStyle/>
        <a:p>
          <a:endParaRPr lang="en-US"/>
        </a:p>
      </dgm:t>
    </dgm:pt>
    <dgm:pt modelId="{F85C48EF-2438-443A-80DB-BFB6807819EA}" type="pres">
      <dgm:prSet presAssocID="{64920FF5-A94E-4CF0-9205-4F6E39434A61}" presName="rootText" presStyleLbl="node3" presStyleIdx="6" presStyleCnt="16">
        <dgm:presLayoutVars>
          <dgm:chPref val="3"/>
        </dgm:presLayoutVars>
      </dgm:prSet>
      <dgm:spPr/>
      <dgm:t>
        <a:bodyPr/>
        <a:lstStyle/>
        <a:p>
          <a:endParaRPr lang="en-US"/>
        </a:p>
      </dgm:t>
    </dgm:pt>
    <dgm:pt modelId="{45845A14-1D99-4BF9-8C54-A4A3800B4509}" type="pres">
      <dgm:prSet presAssocID="{64920FF5-A94E-4CF0-9205-4F6E39434A61}" presName="rootConnector" presStyleLbl="node3" presStyleIdx="6" presStyleCnt="16"/>
      <dgm:spPr/>
      <dgm:t>
        <a:bodyPr/>
        <a:lstStyle/>
        <a:p>
          <a:endParaRPr lang="en-US"/>
        </a:p>
      </dgm:t>
    </dgm:pt>
    <dgm:pt modelId="{8AC0FA46-3B7E-4D1B-8303-48640E1B940C}" type="pres">
      <dgm:prSet presAssocID="{64920FF5-A94E-4CF0-9205-4F6E39434A61}" presName="hierChild4" presStyleCnt="0"/>
      <dgm:spPr/>
      <dgm:t>
        <a:bodyPr/>
        <a:lstStyle/>
        <a:p>
          <a:endParaRPr lang="en-US"/>
        </a:p>
      </dgm:t>
    </dgm:pt>
    <dgm:pt modelId="{37F7DB42-696A-467E-8483-F32E5DD4287A}" type="pres">
      <dgm:prSet presAssocID="{64920FF5-A94E-4CF0-9205-4F6E39434A61}" presName="hierChild5" presStyleCnt="0"/>
      <dgm:spPr/>
      <dgm:t>
        <a:bodyPr/>
        <a:lstStyle/>
        <a:p>
          <a:endParaRPr lang="en-US"/>
        </a:p>
      </dgm:t>
    </dgm:pt>
    <dgm:pt modelId="{2F08460D-5119-476B-B55C-25B84FCE2199}" type="pres">
      <dgm:prSet presAssocID="{F96FC295-9992-4175-870F-2F2790085B2C}" presName="Name37" presStyleLbl="parChTrans1D3" presStyleIdx="7" presStyleCnt="16"/>
      <dgm:spPr/>
      <dgm:t>
        <a:bodyPr/>
        <a:lstStyle/>
        <a:p>
          <a:endParaRPr lang="en-US"/>
        </a:p>
      </dgm:t>
    </dgm:pt>
    <dgm:pt modelId="{4F06D579-EAC8-4AD1-821C-2C11BE730948}" type="pres">
      <dgm:prSet presAssocID="{44805896-DE4B-4154-AC94-5D2BBF8241C3}" presName="hierRoot2" presStyleCnt="0">
        <dgm:presLayoutVars>
          <dgm:hierBranch val="init"/>
        </dgm:presLayoutVars>
      </dgm:prSet>
      <dgm:spPr/>
      <dgm:t>
        <a:bodyPr/>
        <a:lstStyle/>
        <a:p>
          <a:endParaRPr lang="en-US"/>
        </a:p>
      </dgm:t>
    </dgm:pt>
    <dgm:pt modelId="{56A066DE-7CA8-41CC-A3E5-FD9060F42B01}" type="pres">
      <dgm:prSet presAssocID="{44805896-DE4B-4154-AC94-5D2BBF8241C3}" presName="rootComposite" presStyleCnt="0"/>
      <dgm:spPr/>
      <dgm:t>
        <a:bodyPr/>
        <a:lstStyle/>
        <a:p>
          <a:endParaRPr lang="en-US"/>
        </a:p>
      </dgm:t>
    </dgm:pt>
    <dgm:pt modelId="{ED7DCFD1-2ED5-43BD-85D9-1F1C678E749D}" type="pres">
      <dgm:prSet presAssocID="{44805896-DE4B-4154-AC94-5D2BBF8241C3}" presName="rootText" presStyleLbl="node3" presStyleIdx="7" presStyleCnt="16">
        <dgm:presLayoutVars>
          <dgm:chPref val="3"/>
        </dgm:presLayoutVars>
      </dgm:prSet>
      <dgm:spPr/>
      <dgm:t>
        <a:bodyPr/>
        <a:lstStyle/>
        <a:p>
          <a:endParaRPr lang="en-US"/>
        </a:p>
      </dgm:t>
    </dgm:pt>
    <dgm:pt modelId="{79AA5D35-0733-472C-BACA-BEFBBA80807F}" type="pres">
      <dgm:prSet presAssocID="{44805896-DE4B-4154-AC94-5D2BBF8241C3}" presName="rootConnector" presStyleLbl="node3" presStyleIdx="7" presStyleCnt="16"/>
      <dgm:spPr/>
      <dgm:t>
        <a:bodyPr/>
        <a:lstStyle/>
        <a:p>
          <a:endParaRPr lang="en-US"/>
        </a:p>
      </dgm:t>
    </dgm:pt>
    <dgm:pt modelId="{97D7688A-42FF-4FD8-8BB4-8F5D900DE57B}" type="pres">
      <dgm:prSet presAssocID="{44805896-DE4B-4154-AC94-5D2BBF8241C3}" presName="hierChild4" presStyleCnt="0"/>
      <dgm:spPr/>
      <dgm:t>
        <a:bodyPr/>
        <a:lstStyle/>
        <a:p>
          <a:endParaRPr lang="en-US"/>
        </a:p>
      </dgm:t>
    </dgm:pt>
    <dgm:pt modelId="{8C7450B7-0603-4423-B5C6-35487B448360}" type="pres">
      <dgm:prSet presAssocID="{44805896-DE4B-4154-AC94-5D2BBF8241C3}" presName="hierChild5" presStyleCnt="0"/>
      <dgm:spPr/>
      <dgm:t>
        <a:bodyPr/>
        <a:lstStyle/>
        <a:p>
          <a:endParaRPr lang="en-US"/>
        </a:p>
      </dgm:t>
    </dgm:pt>
    <dgm:pt modelId="{1EAF0C1D-B961-453F-A4B6-5AB4A1DF6C86}" type="pres">
      <dgm:prSet presAssocID="{AC49A02F-DAF0-44B3-B4AE-AC8AF6DCA289}" presName="hierChild5" presStyleCnt="0"/>
      <dgm:spPr/>
      <dgm:t>
        <a:bodyPr/>
        <a:lstStyle/>
        <a:p>
          <a:endParaRPr lang="en-US"/>
        </a:p>
      </dgm:t>
    </dgm:pt>
    <dgm:pt modelId="{E3846638-E2F1-4A0A-9D23-6C8D000C9076}" type="pres">
      <dgm:prSet presAssocID="{4EE1125A-8C1D-4FC0-8070-B4057FE771D6}" presName="Name37" presStyleLbl="parChTrans1D2" presStyleIdx="2" presStyleCnt="6"/>
      <dgm:spPr/>
      <dgm:t>
        <a:bodyPr/>
        <a:lstStyle/>
        <a:p>
          <a:endParaRPr lang="en-US"/>
        </a:p>
      </dgm:t>
    </dgm:pt>
    <dgm:pt modelId="{6297E528-4932-4DAD-9089-6EF50ED305E5}" type="pres">
      <dgm:prSet presAssocID="{61CDB3B5-B362-4A07-AEF9-48F68378281C}" presName="hierRoot2" presStyleCnt="0">
        <dgm:presLayoutVars>
          <dgm:hierBranch val="init"/>
        </dgm:presLayoutVars>
      </dgm:prSet>
      <dgm:spPr/>
      <dgm:t>
        <a:bodyPr/>
        <a:lstStyle/>
        <a:p>
          <a:endParaRPr lang="en-US"/>
        </a:p>
      </dgm:t>
    </dgm:pt>
    <dgm:pt modelId="{5476F3C6-01C0-4B7B-AEEB-128A519FC6DF}" type="pres">
      <dgm:prSet presAssocID="{61CDB3B5-B362-4A07-AEF9-48F68378281C}" presName="rootComposite" presStyleCnt="0"/>
      <dgm:spPr/>
      <dgm:t>
        <a:bodyPr/>
        <a:lstStyle/>
        <a:p>
          <a:endParaRPr lang="en-US"/>
        </a:p>
      </dgm:t>
    </dgm:pt>
    <dgm:pt modelId="{0A0B5936-9E46-4F25-A686-D2D725C97398}" type="pres">
      <dgm:prSet presAssocID="{61CDB3B5-B362-4A07-AEF9-48F68378281C}" presName="rootText" presStyleLbl="node2" presStyleIdx="2" presStyleCnt="6">
        <dgm:presLayoutVars>
          <dgm:chPref val="3"/>
        </dgm:presLayoutVars>
      </dgm:prSet>
      <dgm:spPr/>
      <dgm:t>
        <a:bodyPr/>
        <a:lstStyle/>
        <a:p>
          <a:endParaRPr lang="en-US"/>
        </a:p>
      </dgm:t>
    </dgm:pt>
    <dgm:pt modelId="{3FC39D07-F168-4981-BBEE-C39DBBB10B64}" type="pres">
      <dgm:prSet presAssocID="{61CDB3B5-B362-4A07-AEF9-48F68378281C}" presName="rootConnector" presStyleLbl="node2" presStyleIdx="2" presStyleCnt="6"/>
      <dgm:spPr/>
      <dgm:t>
        <a:bodyPr/>
        <a:lstStyle/>
        <a:p>
          <a:endParaRPr lang="en-US"/>
        </a:p>
      </dgm:t>
    </dgm:pt>
    <dgm:pt modelId="{8E1D4170-C476-4F8A-A5C1-D4D141BCFB97}" type="pres">
      <dgm:prSet presAssocID="{61CDB3B5-B362-4A07-AEF9-48F68378281C}" presName="hierChild4" presStyleCnt="0"/>
      <dgm:spPr/>
      <dgm:t>
        <a:bodyPr/>
        <a:lstStyle/>
        <a:p>
          <a:endParaRPr lang="en-US"/>
        </a:p>
      </dgm:t>
    </dgm:pt>
    <dgm:pt modelId="{507F693D-CF0C-4583-9211-FA885F931298}" type="pres">
      <dgm:prSet presAssocID="{61CDB3B5-B362-4A07-AEF9-48F68378281C}" presName="hierChild5" presStyleCnt="0"/>
      <dgm:spPr/>
      <dgm:t>
        <a:bodyPr/>
        <a:lstStyle/>
        <a:p>
          <a:endParaRPr lang="en-US"/>
        </a:p>
      </dgm:t>
    </dgm:pt>
    <dgm:pt modelId="{FB1FD5D7-7F81-4D09-A6B6-C13D20C3FEE6}" type="pres">
      <dgm:prSet presAssocID="{C3DF5070-304C-427B-909B-D96DBAACF31D}" presName="Name37" presStyleLbl="parChTrans1D2" presStyleIdx="3" presStyleCnt="6"/>
      <dgm:spPr/>
      <dgm:t>
        <a:bodyPr/>
        <a:lstStyle/>
        <a:p>
          <a:endParaRPr lang="en-US"/>
        </a:p>
      </dgm:t>
    </dgm:pt>
    <dgm:pt modelId="{6E56DDF1-3F20-4FBD-BAE2-8F73D736EA2A}" type="pres">
      <dgm:prSet presAssocID="{37D53EAA-9AF7-47A1-A520-AFE3A120227B}" presName="hierRoot2" presStyleCnt="0">
        <dgm:presLayoutVars>
          <dgm:hierBranch val="init"/>
        </dgm:presLayoutVars>
      </dgm:prSet>
      <dgm:spPr/>
      <dgm:t>
        <a:bodyPr/>
        <a:lstStyle/>
        <a:p>
          <a:endParaRPr lang="en-US"/>
        </a:p>
      </dgm:t>
    </dgm:pt>
    <dgm:pt modelId="{6602F771-FDB6-45DC-96D8-D3D28DA0BEB1}" type="pres">
      <dgm:prSet presAssocID="{37D53EAA-9AF7-47A1-A520-AFE3A120227B}" presName="rootComposite" presStyleCnt="0"/>
      <dgm:spPr/>
      <dgm:t>
        <a:bodyPr/>
        <a:lstStyle/>
        <a:p>
          <a:endParaRPr lang="en-US"/>
        </a:p>
      </dgm:t>
    </dgm:pt>
    <dgm:pt modelId="{D266158C-CB49-432B-98C6-F83C12922DB1}" type="pres">
      <dgm:prSet presAssocID="{37D53EAA-9AF7-47A1-A520-AFE3A120227B}" presName="rootText" presStyleLbl="node2" presStyleIdx="3" presStyleCnt="6">
        <dgm:presLayoutVars>
          <dgm:chPref val="3"/>
        </dgm:presLayoutVars>
      </dgm:prSet>
      <dgm:spPr/>
      <dgm:t>
        <a:bodyPr/>
        <a:lstStyle/>
        <a:p>
          <a:endParaRPr lang="en-US"/>
        </a:p>
      </dgm:t>
    </dgm:pt>
    <dgm:pt modelId="{458B8FE7-7F79-4A7A-AF87-76D265851038}" type="pres">
      <dgm:prSet presAssocID="{37D53EAA-9AF7-47A1-A520-AFE3A120227B}" presName="rootConnector" presStyleLbl="node2" presStyleIdx="3" presStyleCnt="6"/>
      <dgm:spPr/>
      <dgm:t>
        <a:bodyPr/>
        <a:lstStyle/>
        <a:p>
          <a:endParaRPr lang="en-US"/>
        </a:p>
      </dgm:t>
    </dgm:pt>
    <dgm:pt modelId="{365C7705-0899-42BF-A3C4-58F7A8BA3510}" type="pres">
      <dgm:prSet presAssocID="{37D53EAA-9AF7-47A1-A520-AFE3A120227B}" presName="hierChild4" presStyleCnt="0"/>
      <dgm:spPr/>
      <dgm:t>
        <a:bodyPr/>
        <a:lstStyle/>
        <a:p>
          <a:endParaRPr lang="en-US"/>
        </a:p>
      </dgm:t>
    </dgm:pt>
    <dgm:pt modelId="{8346ADF0-FC2A-4566-B586-0DDFC5C101C8}" type="pres">
      <dgm:prSet presAssocID="{1543E798-C7F1-4F93-9D32-1404243D53D3}" presName="Name37" presStyleLbl="parChTrans1D3" presStyleIdx="8" presStyleCnt="16"/>
      <dgm:spPr/>
      <dgm:t>
        <a:bodyPr/>
        <a:lstStyle/>
        <a:p>
          <a:endParaRPr lang="en-US"/>
        </a:p>
      </dgm:t>
    </dgm:pt>
    <dgm:pt modelId="{67D876E5-1D83-43C6-A7EF-28BF1837881E}" type="pres">
      <dgm:prSet presAssocID="{1701B72C-7902-4A1A-B39D-2A44928D98D9}" presName="hierRoot2" presStyleCnt="0">
        <dgm:presLayoutVars>
          <dgm:hierBranch val="init"/>
        </dgm:presLayoutVars>
      </dgm:prSet>
      <dgm:spPr/>
      <dgm:t>
        <a:bodyPr/>
        <a:lstStyle/>
        <a:p>
          <a:endParaRPr lang="en-US"/>
        </a:p>
      </dgm:t>
    </dgm:pt>
    <dgm:pt modelId="{3AEAE361-19EF-4E1D-9831-319AB944FA71}" type="pres">
      <dgm:prSet presAssocID="{1701B72C-7902-4A1A-B39D-2A44928D98D9}" presName="rootComposite" presStyleCnt="0"/>
      <dgm:spPr/>
      <dgm:t>
        <a:bodyPr/>
        <a:lstStyle/>
        <a:p>
          <a:endParaRPr lang="en-US"/>
        </a:p>
      </dgm:t>
    </dgm:pt>
    <dgm:pt modelId="{4A34A119-EA4A-4D8D-A46A-C12D9F2E0C7D}" type="pres">
      <dgm:prSet presAssocID="{1701B72C-7902-4A1A-B39D-2A44928D98D9}" presName="rootText" presStyleLbl="node3" presStyleIdx="8" presStyleCnt="16">
        <dgm:presLayoutVars>
          <dgm:chPref val="3"/>
        </dgm:presLayoutVars>
      </dgm:prSet>
      <dgm:spPr/>
      <dgm:t>
        <a:bodyPr/>
        <a:lstStyle/>
        <a:p>
          <a:endParaRPr lang="en-US"/>
        </a:p>
      </dgm:t>
    </dgm:pt>
    <dgm:pt modelId="{C6C2C2FA-AB6F-4588-AA68-793E3F5147AC}" type="pres">
      <dgm:prSet presAssocID="{1701B72C-7902-4A1A-B39D-2A44928D98D9}" presName="rootConnector" presStyleLbl="node3" presStyleIdx="8" presStyleCnt="16"/>
      <dgm:spPr/>
      <dgm:t>
        <a:bodyPr/>
        <a:lstStyle/>
        <a:p>
          <a:endParaRPr lang="en-US"/>
        </a:p>
      </dgm:t>
    </dgm:pt>
    <dgm:pt modelId="{B2C0D22E-CE93-405D-B146-04033B0E5B49}" type="pres">
      <dgm:prSet presAssocID="{1701B72C-7902-4A1A-B39D-2A44928D98D9}" presName="hierChild4" presStyleCnt="0"/>
      <dgm:spPr/>
      <dgm:t>
        <a:bodyPr/>
        <a:lstStyle/>
        <a:p>
          <a:endParaRPr lang="en-US"/>
        </a:p>
      </dgm:t>
    </dgm:pt>
    <dgm:pt modelId="{9B714B96-87B8-4137-B9AD-0AF117B9E0FF}" type="pres">
      <dgm:prSet presAssocID="{1701B72C-7902-4A1A-B39D-2A44928D98D9}" presName="hierChild5" presStyleCnt="0"/>
      <dgm:spPr/>
      <dgm:t>
        <a:bodyPr/>
        <a:lstStyle/>
        <a:p>
          <a:endParaRPr lang="en-US"/>
        </a:p>
      </dgm:t>
    </dgm:pt>
    <dgm:pt modelId="{AC8E2007-7370-4519-AE46-E7C8A8E1987F}" type="pres">
      <dgm:prSet presAssocID="{C4D50529-E936-4BDA-A14A-00D7BA2F9AC5}" presName="Name37" presStyleLbl="parChTrans1D3" presStyleIdx="9" presStyleCnt="16"/>
      <dgm:spPr/>
      <dgm:t>
        <a:bodyPr/>
        <a:lstStyle/>
        <a:p>
          <a:endParaRPr lang="en-US"/>
        </a:p>
      </dgm:t>
    </dgm:pt>
    <dgm:pt modelId="{69815D90-43CB-4454-A499-3B79AF5D3E70}" type="pres">
      <dgm:prSet presAssocID="{40D78A96-49D2-45C9-933C-92E0E160EFE9}" presName="hierRoot2" presStyleCnt="0">
        <dgm:presLayoutVars>
          <dgm:hierBranch val="init"/>
        </dgm:presLayoutVars>
      </dgm:prSet>
      <dgm:spPr/>
      <dgm:t>
        <a:bodyPr/>
        <a:lstStyle/>
        <a:p>
          <a:endParaRPr lang="en-US"/>
        </a:p>
      </dgm:t>
    </dgm:pt>
    <dgm:pt modelId="{BE68AB59-3589-4C2D-8477-1B9BF8A06E03}" type="pres">
      <dgm:prSet presAssocID="{40D78A96-49D2-45C9-933C-92E0E160EFE9}" presName="rootComposite" presStyleCnt="0"/>
      <dgm:spPr/>
      <dgm:t>
        <a:bodyPr/>
        <a:lstStyle/>
        <a:p>
          <a:endParaRPr lang="en-US"/>
        </a:p>
      </dgm:t>
    </dgm:pt>
    <dgm:pt modelId="{E78281AE-5D8A-4B89-910F-F8289A7AE4A1}" type="pres">
      <dgm:prSet presAssocID="{40D78A96-49D2-45C9-933C-92E0E160EFE9}" presName="rootText" presStyleLbl="node3" presStyleIdx="9" presStyleCnt="16">
        <dgm:presLayoutVars>
          <dgm:chPref val="3"/>
        </dgm:presLayoutVars>
      </dgm:prSet>
      <dgm:spPr/>
      <dgm:t>
        <a:bodyPr/>
        <a:lstStyle/>
        <a:p>
          <a:endParaRPr lang="en-US"/>
        </a:p>
      </dgm:t>
    </dgm:pt>
    <dgm:pt modelId="{2FB1630D-1C1B-43E3-8A56-59332945FDD0}" type="pres">
      <dgm:prSet presAssocID="{40D78A96-49D2-45C9-933C-92E0E160EFE9}" presName="rootConnector" presStyleLbl="node3" presStyleIdx="9" presStyleCnt="16"/>
      <dgm:spPr/>
      <dgm:t>
        <a:bodyPr/>
        <a:lstStyle/>
        <a:p>
          <a:endParaRPr lang="en-US"/>
        </a:p>
      </dgm:t>
    </dgm:pt>
    <dgm:pt modelId="{1122714B-B6A3-48E8-89D7-0B530C7DB58D}" type="pres">
      <dgm:prSet presAssocID="{40D78A96-49D2-45C9-933C-92E0E160EFE9}" presName="hierChild4" presStyleCnt="0"/>
      <dgm:spPr/>
      <dgm:t>
        <a:bodyPr/>
        <a:lstStyle/>
        <a:p>
          <a:endParaRPr lang="en-US"/>
        </a:p>
      </dgm:t>
    </dgm:pt>
    <dgm:pt modelId="{EED40E6A-FB17-4EA5-B9FB-77195078C2B8}" type="pres">
      <dgm:prSet presAssocID="{40D78A96-49D2-45C9-933C-92E0E160EFE9}" presName="hierChild5" presStyleCnt="0"/>
      <dgm:spPr/>
      <dgm:t>
        <a:bodyPr/>
        <a:lstStyle/>
        <a:p>
          <a:endParaRPr lang="en-US"/>
        </a:p>
      </dgm:t>
    </dgm:pt>
    <dgm:pt modelId="{3E558764-8DBC-45B1-9FD3-C170F6917490}" type="pres">
      <dgm:prSet presAssocID="{7C2DAF8E-555B-4925-8703-666A943286DB}" presName="Name37" presStyleLbl="parChTrans1D3" presStyleIdx="10" presStyleCnt="16"/>
      <dgm:spPr/>
      <dgm:t>
        <a:bodyPr/>
        <a:lstStyle/>
        <a:p>
          <a:endParaRPr lang="en-US"/>
        </a:p>
      </dgm:t>
    </dgm:pt>
    <dgm:pt modelId="{2CE23D70-1FD6-4B1A-BDDC-A3365C86C59F}" type="pres">
      <dgm:prSet presAssocID="{8B944603-9369-4E00-9C1B-26F7CFB0B2AC}" presName="hierRoot2" presStyleCnt="0">
        <dgm:presLayoutVars>
          <dgm:hierBranch val="init"/>
        </dgm:presLayoutVars>
      </dgm:prSet>
      <dgm:spPr/>
      <dgm:t>
        <a:bodyPr/>
        <a:lstStyle/>
        <a:p>
          <a:endParaRPr lang="en-US"/>
        </a:p>
      </dgm:t>
    </dgm:pt>
    <dgm:pt modelId="{869461C6-086A-449D-8F31-ECAEF68DF612}" type="pres">
      <dgm:prSet presAssocID="{8B944603-9369-4E00-9C1B-26F7CFB0B2AC}" presName="rootComposite" presStyleCnt="0"/>
      <dgm:spPr/>
      <dgm:t>
        <a:bodyPr/>
        <a:lstStyle/>
        <a:p>
          <a:endParaRPr lang="en-US"/>
        </a:p>
      </dgm:t>
    </dgm:pt>
    <dgm:pt modelId="{E3A23251-7AF0-4294-83F6-779D526B4972}" type="pres">
      <dgm:prSet presAssocID="{8B944603-9369-4E00-9C1B-26F7CFB0B2AC}" presName="rootText" presStyleLbl="node3" presStyleIdx="10" presStyleCnt="16">
        <dgm:presLayoutVars>
          <dgm:chPref val="3"/>
        </dgm:presLayoutVars>
      </dgm:prSet>
      <dgm:spPr/>
      <dgm:t>
        <a:bodyPr/>
        <a:lstStyle/>
        <a:p>
          <a:endParaRPr lang="en-US"/>
        </a:p>
      </dgm:t>
    </dgm:pt>
    <dgm:pt modelId="{07C84A40-D50D-4B9E-A2CD-5A27A0053404}" type="pres">
      <dgm:prSet presAssocID="{8B944603-9369-4E00-9C1B-26F7CFB0B2AC}" presName="rootConnector" presStyleLbl="node3" presStyleIdx="10" presStyleCnt="16"/>
      <dgm:spPr/>
      <dgm:t>
        <a:bodyPr/>
        <a:lstStyle/>
        <a:p>
          <a:endParaRPr lang="en-US"/>
        </a:p>
      </dgm:t>
    </dgm:pt>
    <dgm:pt modelId="{893E5CCA-07A2-4F0A-B475-6796970EB34A}" type="pres">
      <dgm:prSet presAssocID="{8B944603-9369-4E00-9C1B-26F7CFB0B2AC}" presName="hierChild4" presStyleCnt="0"/>
      <dgm:spPr/>
      <dgm:t>
        <a:bodyPr/>
        <a:lstStyle/>
        <a:p>
          <a:endParaRPr lang="en-US"/>
        </a:p>
      </dgm:t>
    </dgm:pt>
    <dgm:pt modelId="{B48D7A0C-A8BC-4145-8150-9F47B72A6D78}" type="pres">
      <dgm:prSet presAssocID="{8B944603-9369-4E00-9C1B-26F7CFB0B2AC}" presName="hierChild5" presStyleCnt="0"/>
      <dgm:spPr/>
      <dgm:t>
        <a:bodyPr/>
        <a:lstStyle/>
        <a:p>
          <a:endParaRPr lang="en-US"/>
        </a:p>
      </dgm:t>
    </dgm:pt>
    <dgm:pt modelId="{889E069F-8EB2-4451-84CC-2D9431FB2E06}" type="pres">
      <dgm:prSet presAssocID="{6BE5AA86-2776-46B6-9B27-9E87557D8780}" presName="Name37" presStyleLbl="parChTrans1D3" presStyleIdx="11" presStyleCnt="16"/>
      <dgm:spPr/>
      <dgm:t>
        <a:bodyPr/>
        <a:lstStyle/>
        <a:p>
          <a:endParaRPr lang="en-US"/>
        </a:p>
      </dgm:t>
    </dgm:pt>
    <dgm:pt modelId="{AEC167A2-AF26-443F-B0C1-BC0D47773664}" type="pres">
      <dgm:prSet presAssocID="{7BA94758-FE8E-4A61-8DEB-7E7FFD524E1E}" presName="hierRoot2" presStyleCnt="0">
        <dgm:presLayoutVars>
          <dgm:hierBranch val="init"/>
        </dgm:presLayoutVars>
      </dgm:prSet>
      <dgm:spPr/>
      <dgm:t>
        <a:bodyPr/>
        <a:lstStyle/>
        <a:p>
          <a:endParaRPr lang="en-US"/>
        </a:p>
      </dgm:t>
    </dgm:pt>
    <dgm:pt modelId="{F7D9B403-E4FC-4239-9795-5F45221353BB}" type="pres">
      <dgm:prSet presAssocID="{7BA94758-FE8E-4A61-8DEB-7E7FFD524E1E}" presName="rootComposite" presStyleCnt="0"/>
      <dgm:spPr/>
      <dgm:t>
        <a:bodyPr/>
        <a:lstStyle/>
        <a:p>
          <a:endParaRPr lang="en-US"/>
        </a:p>
      </dgm:t>
    </dgm:pt>
    <dgm:pt modelId="{AA59BD1B-1DA3-4E7E-8DDF-6D0D5ADD4B27}" type="pres">
      <dgm:prSet presAssocID="{7BA94758-FE8E-4A61-8DEB-7E7FFD524E1E}" presName="rootText" presStyleLbl="node3" presStyleIdx="11" presStyleCnt="16">
        <dgm:presLayoutVars>
          <dgm:chPref val="3"/>
        </dgm:presLayoutVars>
      </dgm:prSet>
      <dgm:spPr/>
      <dgm:t>
        <a:bodyPr/>
        <a:lstStyle/>
        <a:p>
          <a:endParaRPr lang="en-US"/>
        </a:p>
      </dgm:t>
    </dgm:pt>
    <dgm:pt modelId="{2D5AF12D-C783-48A0-B79E-F118508B0660}" type="pres">
      <dgm:prSet presAssocID="{7BA94758-FE8E-4A61-8DEB-7E7FFD524E1E}" presName="rootConnector" presStyleLbl="node3" presStyleIdx="11" presStyleCnt="16"/>
      <dgm:spPr/>
      <dgm:t>
        <a:bodyPr/>
        <a:lstStyle/>
        <a:p>
          <a:endParaRPr lang="en-US"/>
        </a:p>
      </dgm:t>
    </dgm:pt>
    <dgm:pt modelId="{AB36C228-C732-4320-89E0-3647026FB33A}" type="pres">
      <dgm:prSet presAssocID="{7BA94758-FE8E-4A61-8DEB-7E7FFD524E1E}" presName="hierChild4" presStyleCnt="0"/>
      <dgm:spPr/>
      <dgm:t>
        <a:bodyPr/>
        <a:lstStyle/>
        <a:p>
          <a:endParaRPr lang="en-US"/>
        </a:p>
      </dgm:t>
    </dgm:pt>
    <dgm:pt modelId="{B300C54A-7EDC-48A6-ADB8-9C3711AB8BE0}" type="pres">
      <dgm:prSet presAssocID="{7BA94758-FE8E-4A61-8DEB-7E7FFD524E1E}" presName="hierChild5" presStyleCnt="0"/>
      <dgm:spPr/>
      <dgm:t>
        <a:bodyPr/>
        <a:lstStyle/>
        <a:p>
          <a:endParaRPr lang="en-US"/>
        </a:p>
      </dgm:t>
    </dgm:pt>
    <dgm:pt modelId="{2AF89D3B-9AA6-458E-96C1-018C125C4D13}" type="pres">
      <dgm:prSet presAssocID="{37D53EAA-9AF7-47A1-A520-AFE3A120227B}" presName="hierChild5" presStyleCnt="0"/>
      <dgm:spPr/>
      <dgm:t>
        <a:bodyPr/>
        <a:lstStyle/>
        <a:p>
          <a:endParaRPr lang="en-US"/>
        </a:p>
      </dgm:t>
    </dgm:pt>
    <dgm:pt modelId="{DCBDF18A-7985-4114-A48F-C02FDBD7F047}" type="pres">
      <dgm:prSet presAssocID="{83E2EDC5-C0CC-488A-B9AE-10192E736C7D}" presName="Name37" presStyleLbl="parChTrans1D2" presStyleIdx="4" presStyleCnt="6"/>
      <dgm:spPr/>
      <dgm:t>
        <a:bodyPr/>
        <a:lstStyle/>
        <a:p>
          <a:endParaRPr lang="en-US"/>
        </a:p>
      </dgm:t>
    </dgm:pt>
    <dgm:pt modelId="{3A61EB7B-6DE3-47D6-8D9B-65E43B183193}" type="pres">
      <dgm:prSet presAssocID="{D825E5E6-5351-4F62-BCCE-34D62A18EBF4}" presName="hierRoot2" presStyleCnt="0">
        <dgm:presLayoutVars>
          <dgm:hierBranch val="init"/>
        </dgm:presLayoutVars>
      </dgm:prSet>
      <dgm:spPr/>
      <dgm:t>
        <a:bodyPr/>
        <a:lstStyle/>
        <a:p>
          <a:endParaRPr lang="en-US"/>
        </a:p>
      </dgm:t>
    </dgm:pt>
    <dgm:pt modelId="{E3961C32-7182-4A41-8FF8-ACFAD810A41A}" type="pres">
      <dgm:prSet presAssocID="{D825E5E6-5351-4F62-BCCE-34D62A18EBF4}" presName="rootComposite" presStyleCnt="0"/>
      <dgm:spPr/>
      <dgm:t>
        <a:bodyPr/>
        <a:lstStyle/>
        <a:p>
          <a:endParaRPr lang="en-US"/>
        </a:p>
      </dgm:t>
    </dgm:pt>
    <dgm:pt modelId="{9430D4EE-7144-47C1-9DCF-751EA81EAD8B}" type="pres">
      <dgm:prSet presAssocID="{D825E5E6-5351-4F62-BCCE-34D62A18EBF4}" presName="rootText" presStyleLbl="node2" presStyleIdx="4" presStyleCnt="6">
        <dgm:presLayoutVars>
          <dgm:chPref val="3"/>
        </dgm:presLayoutVars>
      </dgm:prSet>
      <dgm:spPr/>
      <dgm:t>
        <a:bodyPr/>
        <a:lstStyle/>
        <a:p>
          <a:endParaRPr lang="en-US"/>
        </a:p>
      </dgm:t>
    </dgm:pt>
    <dgm:pt modelId="{33A307A3-E248-4E49-92C4-81F76BF18D2B}" type="pres">
      <dgm:prSet presAssocID="{D825E5E6-5351-4F62-BCCE-34D62A18EBF4}" presName="rootConnector" presStyleLbl="node2" presStyleIdx="4" presStyleCnt="6"/>
      <dgm:spPr/>
      <dgm:t>
        <a:bodyPr/>
        <a:lstStyle/>
        <a:p>
          <a:endParaRPr lang="en-US"/>
        </a:p>
      </dgm:t>
    </dgm:pt>
    <dgm:pt modelId="{83A55A0C-F8B0-4A4F-8DAF-E8FE3AB8EF19}" type="pres">
      <dgm:prSet presAssocID="{D825E5E6-5351-4F62-BCCE-34D62A18EBF4}" presName="hierChild4" presStyleCnt="0"/>
      <dgm:spPr/>
      <dgm:t>
        <a:bodyPr/>
        <a:lstStyle/>
        <a:p>
          <a:endParaRPr lang="en-US"/>
        </a:p>
      </dgm:t>
    </dgm:pt>
    <dgm:pt modelId="{B867DD7D-EC7E-4CB7-94BA-2EDEDC55DC2B}" type="pres">
      <dgm:prSet presAssocID="{FBD3CCEA-0860-4E0B-8DC5-FB7EA3161E28}" presName="Name37" presStyleLbl="parChTrans1D3" presStyleIdx="12" presStyleCnt="16"/>
      <dgm:spPr/>
      <dgm:t>
        <a:bodyPr/>
        <a:lstStyle/>
        <a:p>
          <a:endParaRPr lang="en-US"/>
        </a:p>
      </dgm:t>
    </dgm:pt>
    <dgm:pt modelId="{0921E07E-433E-4318-AEF8-2E926D57D48B}" type="pres">
      <dgm:prSet presAssocID="{8F8A49F7-EE73-4C2B-A2E1-0B363D9A1BD6}" presName="hierRoot2" presStyleCnt="0">
        <dgm:presLayoutVars>
          <dgm:hierBranch val="init"/>
        </dgm:presLayoutVars>
      </dgm:prSet>
      <dgm:spPr/>
      <dgm:t>
        <a:bodyPr/>
        <a:lstStyle/>
        <a:p>
          <a:endParaRPr lang="en-US"/>
        </a:p>
      </dgm:t>
    </dgm:pt>
    <dgm:pt modelId="{505CE041-9A42-464B-BFC0-5D031DAD9599}" type="pres">
      <dgm:prSet presAssocID="{8F8A49F7-EE73-4C2B-A2E1-0B363D9A1BD6}" presName="rootComposite" presStyleCnt="0"/>
      <dgm:spPr/>
      <dgm:t>
        <a:bodyPr/>
        <a:lstStyle/>
        <a:p>
          <a:endParaRPr lang="en-US"/>
        </a:p>
      </dgm:t>
    </dgm:pt>
    <dgm:pt modelId="{B2BE5A94-0B57-4334-BA19-FCB01A235853}" type="pres">
      <dgm:prSet presAssocID="{8F8A49F7-EE73-4C2B-A2E1-0B363D9A1BD6}" presName="rootText" presStyleLbl="node3" presStyleIdx="12" presStyleCnt="16">
        <dgm:presLayoutVars>
          <dgm:chPref val="3"/>
        </dgm:presLayoutVars>
      </dgm:prSet>
      <dgm:spPr/>
      <dgm:t>
        <a:bodyPr/>
        <a:lstStyle/>
        <a:p>
          <a:endParaRPr lang="en-US"/>
        </a:p>
      </dgm:t>
    </dgm:pt>
    <dgm:pt modelId="{0EE76EF7-C164-4113-BE54-7C81411E8FB1}" type="pres">
      <dgm:prSet presAssocID="{8F8A49F7-EE73-4C2B-A2E1-0B363D9A1BD6}" presName="rootConnector" presStyleLbl="node3" presStyleIdx="12" presStyleCnt="16"/>
      <dgm:spPr/>
      <dgm:t>
        <a:bodyPr/>
        <a:lstStyle/>
        <a:p>
          <a:endParaRPr lang="en-US"/>
        </a:p>
      </dgm:t>
    </dgm:pt>
    <dgm:pt modelId="{C9EC4934-45D3-42D9-B2C2-C4557B60F233}" type="pres">
      <dgm:prSet presAssocID="{8F8A49F7-EE73-4C2B-A2E1-0B363D9A1BD6}" presName="hierChild4" presStyleCnt="0"/>
      <dgm:spPr/>
      <dgm:t>
        <a:bodyPr/>
        <a:lstStyle/>
        <a:p>
          <a:endParaRPr lang="en-US"/>
        </a:p>
      </dgm:t>
    </dgm:pt>
    <dgm:pt modelId="{6E7F81CD-BEBC-451B-9A31-541DF20EB6AE}" type="pres">
      <dgm:prSet presAssocID="{8F8A49F7-EE73-4C2B-A2E1-0B363D9A1BD6}" presName="hierChild5" presStyleCnt="0"/>
      <dgm:spPr/>
      <dgm:t>
        <a:bodyPr/>
        <a:lstStyle/>
        <a:p>
          <a:endParaRPr lang="en-US"/>
        </a:p>
      </dgm:t>
    </dgm:pt>
    <dgm:pt modelId="{E1756ACA-6C99-4767-BC1C-699987D59699}" type="pres">
      <dgm:prSet presAssocID="{15A7853F-353B-4AD3-B7E2-67C4F36F2CFD}" presName="Name37" presStyleLbl="parChTrans1D3" presStyleIdx="13" presStyleCnt="16"/>
      <dgm:spPr/>
      <dgm:t>
        <a:bodyPr/>
        <a:lstStyle/>
        <a:p>
          <a:endParaRPr lang="en-US"/>
        </a:p>
      </dgm:t>
    </dgm:pt>
    <dgm:pt modelId="{3351BB64-9CB2-4AD7-9820-94F0555EA012}" type="pres">
      <dgm:prSet presAssocID="{D717A3DE-FE88-4C40-A2FC-0866F7C16AEA}" presName="hierRoot2" presStyleCnt="0">
        <dgm:presLayoutVars>
          <dgm:hierBranch val="init"/>
        </dgm:presLayoutVars>
      </dgm:prSet>
      <dgm:spPr/>
      <dgm:t>
        <a:bodyPr/>
        <a:lstStyle/>
        <a:p>
          <a:endParaRPr lang="en-US"/>
        </a:p>
      </dgm:t>
    </dgm:pt>
    <dgm:pt modelId="{E56756EA-9720-423F-B6FF-22267C5ED905}" type="pres">
      <dgm:prSet presAssocID="{D717A3DE-FE88-4C40-A2FC-0866F7C16AEA}" presName="rootComposite" presStyleCnt="0"/>
      <dgm:spPr/>
      <dgm:t>
        <a:bodyPr/>
        <a:lstStyle/>
        <a:p>
          <a:endParaRPr lang="en-US"/>
        </a:p>
      </dgm:t>
    </dgm:pt>
    <dgm:pt modelId="{F1E2F52C-EBA9-4EAA-99D2-E3A7AC6130C0}" type="pres">
      <dgm:prSet presAssocID="{D717A3DE-FE88-4C40-A2FC-0866F7C16AEA}" presName="rootText" presStyleLbl="node3" presStyleIdx="13" presStyleCnt="16">
        <dgm:presLayoutVars>
          <dgm:chPref val="3"/>
        </dgm:presLayoutVars>
      </dgm:prSet>
      <dgm:spPr/>
      <dgm:t>
        <a:bodyPr/>
        <a:lstStyle/>
        <a:p>
          <a:endParaRPr lang="en-US"/>
        </a:p>
      </dgm:t>
    </dgm:pt>
    <dgm:pt modelId="{75EFC34D-24F8-4954-90EC-B926D4BD9DEB}" type="pres">
      <dgm:prSet presAssocID="{D717A3DE-FE88-4C40-A2FC-0866F7C16AEA}" presName="rootConnector" presStyleLbl="node3" presStyleIdx="13" presStyleCnt="16"/>
      <dgm:spPr/>
      <dgm:t>
        <a:bodyPr/>
        <a:lstStyle/>
        <a:p>
          <a:endParaRPr lang="en-US"/>
        </a:p>
      </dgm:t>
    </dgm:pt>
    <dgm:pt modelId="{AC9F552D-06C3-40F1-A157-A2095BFDF74E}" type="pres">
      <dgm:prSet presAssocID="{D717A3DE-FE88-4C40-A2FC-0866F7C16AEA}" presName="hierChild4" presStyleCnt="0"/>
      <dgm:spPr/>
      <dgm:t>
        <a:bodyPr/>
        <a:lstStyle/>
        <a:p>
          <a:endParaRPr lang="en-US"/>
        </a:p>
      </dgm:t>
    </dgm:pt>
    <dgm:pt modelId="{F49AE9FB-FA39-4277-8BAF-800928100D5A}" type="pres">
      <dgm:prSet presAssocID="{D717A3DE-FE88-4C40-A2FC-0866F7C16AEA}" presName="hierChild5" presStyleCnt="0"/>
      <dgm:spPr/>
      <dgm:t>
        <a:bodyPr/>
        <a:lstStyle/>
        <a:p>
          <a:endParaRPr lang="en-US"/>
        </a:p>
      </dgm:t>
    </dgm:pt>
    <dgm:pt modelId="{0ACD4C51-4B3C-4208-9D28-CABD49F18A52}" type="pres">
      <dgm:prSet presAssocID="{D825E5E6-5351-4F62-BCCE-34D62A18EBF4}" presName="hierChild5" presStyleCnt="0"/>
      <dgm:spPr/>
      <dgm:t>
        <a:bodyPr/>
        <a:lstStyle/>
        <a:p>
          <a:endParaRPr lang="en-US"/>
        </a:p>
      </dgm:t>
    </dgm:pt>
    <dgm:pt modelId="{E84EF890-C8B7-431D-B326-5DB5C63CFCFE}" type="pres">
      <dgm:prSet presAssocID="{7D0BC254-A35D-49C2-A347-5CB185564BC3}" presName="Name37" presStyleLbl="parChTrans1D2" presStyleIdx="5" presStyleCnt="6"/>
      <dgm:spPr/>
      <dgm:t>
        <a:bodyPr/>
        <a:lstStyle/>
        <a:p>
          <a:endParaRPr lang="en-US"/>
        </a:p>
      </dgm:t>
    </dgm:pt>
    <dgm:pt modelId="{497D25E5-4FAF-491A-9573-2F9FE2F5A6ED}" type="pres">
      <dgm:prSet presAssocID="{EC0FDAB4-A85A-4B42-A818-29508668AFCF}" presName="hierRoot2" presStyleCnt="0">
        <dgm:presLayoutVars>
          <dgm:hierBranch val="init"/>
        </dgm:presLayoutVars>
      </dgm:prSet>
      <dgm:spPr/>
      <dgm:t>
        <a:bodyPr/>
        <a:lstStyle/>
        <a:p>
          <a:endParaRPr lang="en-US"/>
        </a:p>
      </dgm:t>
    </dgm:pt>
    <dgm:pt modelId="{023ED117-4ADA-49DB-9E6F-3240D357E3F9}" type="pres">
      <dgm:prSet presAssocID="{EC0FDAB4-A85A-4B42-A818-29508668AFCF}" presName="rootComposite" presStyleCnt="0"/>
      <dgm:spPr/>
      <dgm:t>
        <a:bodyPr/>
        <a:lstStyle/>
        <a:p>
          <a:endParaRPr lang="en-US"/>
        </a:p>
      </dgm:t>
    </dgm:pt>
    <dgm:pt modelId="{29730FFF-224C-49C4-B457-5F4E43860104}" type="pres">
      <dgm:prSet presAssocID="{EC0FDAB4-A85A-4B42-A818-29508668AFCF}" presName="rootText" presStyleLbl="node2" presStyleIdx="5" presStyleCnt="6">
        <dgm:presLayoutVars>
          <dgm:chPref val="3"/>
        </dgm:presLayoutVars>
      </dgm:prSet>
      <dgm:spPr/>
      <dgm:t>
        <a:bodyPr/>
        <a:lstStyle/>
        <a:p>
          <a:endParaRPr lang="en-US"/>
        </a:p>
      </dgm:t>
    </dgm:pt>
    <dgm:pt modelId="{22AEEEBD-26C9-437B-8C2D-2F2A8285EA48}" type="pres">
      <dgm:prSet presAssocID="{EC0FDAB4-A85A-4B42-A818-29508668AFCF}" presName="rootConnector" presStyleLbl="node2" presStyleIdx="5" presStyleCnt="6"/>
      <dgm:spPr/>
      <dgm:t>
        <a:bodyPr/>
        <a:lstStyle/>
        <a:p>
          <a:endParaRPr lang="en-US"/>
        </a:p>
      </dgm:t>
    </dgm:pt>
    <dgm:pt modelId="{045CF96C-D78C-4703-A37A-CAD3D5D6A19E}" type="pres">
      <dgm:prSet presAssocID="{EC0FDAB4-A85A-4B42-A818-29508668AFCF}" presName="hierChild4" presStyleCnt="0"/>
      <dgm:spPr/>
      <dgm:t>
        <a:bodyPr/>
        <a:lstStyle/>
        <a:p>
          <a:endParaRPr lang="en-US"/>
        </a:p>
      </dgm:t>
    </dgm:pt>
    <dgm:pt modelId="{63DFAB8F-A8B0-4B06-9A20-862E4797DCB0}" type="pres">
      <dgm:prSet presAssocID="{8B030C79-2FF6-4326-9A07-B044DA4D1DAD}" presName="Name37" presStyleLbl="parChTrans1D3" presStyleIdx="14" presStyleCnt="16"/>
      <dgm:spPr/>
      <dgm:t>
        <a:bodyPr/>
        <a:lstStyle/>
        <a:p>
          <a:endParaRPr lang="en-US"/>
        </a:p>
      </dgm:t>
    </dgm:pt>
    <dgm:pt modelId="{BF206D5C-94A2-4735-ABA5-8FE49268D7C6}" type="pres">
      <dgm:prSet presAssocID="{4E7FD21D-6ED2-419B-A3A8-F5743ABC722D}" presName="hierRoot2" presStyleCnt="0">
        <dgm:presLayoutVars>
          <dgm:hierBranch val="init"/>
        </dgm:presLayoutVars>
      </dgm:prSet>
      <dgm:spPr/>
      <dgm:t>
        <a:bodyPr/>
        <a:lstStyle/>
        <a:p>
          <a:endParaRPr lang="en-US"/>
        </a:p>
      </dgm:t>
    </dgm:pt>
    <dgm:pt modelId="{7F78BE31-4C98-4C5C-AFCC-7874717FDD65}" type="pres">
      <dgm:prSet presAssocID="{4E7FD21D-6ED2-419B-A3A8-F5743ABC722D}" presName="rootComposite" presStyleCnt="0"/>
      <dgm:spPr/>
      <dgm:t>
        <a:bodyPr/>
        <a:lstStyle/>
        <a:p>
          <a:endParaRPr lang="en-US"/>
        </a:p>
      </dgm:t>
    </dgm:pt>
    <dgm:pt modelId="{CFE984F0-A23D-4C16-AF3E-9E3799FDDB47}" type="pres">
      <dgm:prSet presAssocID="{4E7FD21D-6ED2-419B-A3A8-F5743ABC722D}" presName="rootText" presStyleLbl="node3" presStyleIdx="14" presStyleCnt="16">
        <dgm:presLayoutVars>
          <dgm:chPref val="3"/>
        </dgm:presLayoutVars>
      </dgm:prSet>
      <dgm:spPr/>
      <dgm:t>
        <a:bodyPr/>
        <a:lstStyle/>
        <a:p>
          <a:endParaRPr lang="en-US"/>
        </a:p>
      </dgm:t>
    </dgm:pt>
    <dgm:pt modelId="{310D7B0F-0B4A-4C33-9EE5-F28BA3B84737}" type="pres">
      <dgm:prSet presAssocID="{4E7FD21D-6ED2-419B-A3A8-F5743ABC722D}" presName="rootConnector" presStyleLbl="node3" presStyleIdx="14" presStyleCnt="16"/>
      <dgm:spPr/>
      <dgm:t>
        <a:bodyPr/>
        <a:lstStyle/>
        <a:p>
          <a:endParaRPr lang="en-US"/>
        </a:p>
      </dgm:t>
    </dgm:pt>
    <dgm:pt modelId="{D0E40E91-C9EE-4CD9-907F-2CDF74AF5913}" type="pres">
      <dgm:prSet presAssocID="{4E7FD21D-6ED2-419B-A3A8-F5743ABC722D}" presName="hierChild4" presStyleCnt="0"/>
      <dgm:spPr/>
      <dgm:t>
        <a:bodyPr/>
        <a:lstStyle/>
        <a:p>
          <a:endParaRPr lang="en-US"/>
        </a:p>
      </dgm:t>
    </dgm:pt>
    <dgm:pt modelId="{BED537BC-E289-4C75-8849-167D3D09ADB3}" type="pres">
      <dgm:prSet presAssocID="{4E7FD21D-6ED2-419B-A3A8-F5743ABC722D}" presName="hierChild5" presStyleCnt="0"/>
      <dgm:spPr/>
      <dgm:t>
        <a:bodyPr/>
        <a:lstStyle/>
        <a:p>
          <a:endParaRPr lang="en-US"/>
        </a:p>
      </dgm:t>
    </dgm:pt>
    <dgm:pt modelId="{16117ADD-5804-4051-8E2E-5D8228EB9E8C}" type="pres">
      <dgm:prSet presAssocID="{CC03DC48-470D-445B-B619-55CE3EB84C94}" presName="Name37" presStyleLbl="parChTrans1D3" presStyleIdx="15" presStyleCnt="16"/>
      <dgm:spPr/>
      <dgm:t>
        <a:bodyPr/>
        <a:lstStyle/>
        <a:p>
          <a:endParaRPr lang="en-US"/>
        </a:p>
      </dgm:t>
    </dgm:pt>
    <dgm:pt modelId="{EACA9727-B6C9-48FA-9E93-7DCC3D7CD56B}" type="pres">
      <dgm:prSet presAssocID="{8F955C2E-627C-43EB-B874-86CAF3BE00D5}" presName="hierRoot2" presStyleCnt="0">
        <dgm:presLayoutVars>
          <dgm:hierBranch val="init"/>
        </dgm:presLayoutVars>
      </dgm:prSet>
      <dgm:spPr/>
      <dgm:t>
        <a:bodyPr/>
        <a:lstStyle/>
        <a:p>
          <a:endParaRPr lang="en-US"/>
        </a:p>
      </dgm:t>
    </dgm:pt>
    <dgm:pt modelId="{A32FE4E0-F3DF-4D24-8852-6EE7AFB74CE4}" type="pres">
      <dgm:prSet presAssocID="{8F955C2E-627C-43EB-B874-86CAF3BE00D5}" presName="rootComposite" presStyleCnt="0"/>
      <dgm:spPr/>
      <dgm:t>
        <a:bodyPr/>
        <a:lstStyle/>
        <a:p>
          <a:endParaRPr lang="en-US"/>
        </a:p>
      </dgm:t>
    </dgm:pt>
    <dgm:pt modelId="{851ABD50-2222-4EC5-B741-E2A081905406}" type="pres">
      <dgm:prSet presAssocID="{8F955C2E-627C-43EB-B874-86CAF3BE00D5}" presName="rootText" presStyleLbl="node3" presStyleIdx="15" presStyleCnt="16">
        <dgm:presLayoutVars>
          <dgm:chPref val="3"/>
        </dgm:presLayoutVars>
      </dgm:prSet>
      <dgm:spPr/>
      <dgm:t>
        <a:bodyPr/>
        <a:lstStyle/>
        <a:p>
          <a:endParaRPr lang="en-US"/>
        </a:p>
      </dgm:t>
    </dgm:pt>
    <dgm:pt modelId="{21884C84-8A1B-4211-B29D-C3214D989B87}" type="pres">
      <dgm:prSet presAssocID="{8F955C2E-627C-43EB-B874-86CAF3BE00D5}" presName="rootConnector" presStyleLbl="node3" presStyleIdx="15" presStyleCnt="16"/>
      <dgm:spPr/>
      <dgm:t>
        <a:bodyPr/>
        <a:lstStyle/>
        <a:p>
          <a:endParaRPr lang="en-US"/>
        </a:p>
      </dgm:t>
    </dgm:pt>
    <dgm:pt modelId="{858ABE8D-DCB8-4EC4-93BE-A3E730B5228B}" type="pres">
      <dgm:prSet presAssocID="{8F955C2E-627C-43EB-B874-86CAF3BE00D5}" presName="hierChild4" presStyleCnt="0"/>
      <dgm:spPr/>
      <dgm:t>
        <a:bodyPr/>
        <a:lstStyle/>
        <a:p>
          <a:endParaRPr lang="en-US"/>
        </a:p>
      </dgm:t>
    </dgm:pt>
    <dgm:pt modelId="{0C49AED6-3681-47A2-A7CC-B915C2804EC7}" type="pres">
      <dgm:prSet presAssocID="{8F955C2E-627C-43EB-B874-86CAF3BE00D5}" presName="hierChild5" presStyleCnt="0"/>
      <dgm:spPr/>
      <dgm:t>
        <a:bodyPr/>
        <a:lstStyle/>
        <a:p>
          <a:endParaRPr lang="en-US"/>
        </a:p>
      </dgm:t>
    </dgm:pt>
    <dgm:pt modelId="{0DAC065C-081A-4C72-9BC3-BCB72C3AA7DE}" type="pres">
      <dgm:prSet presAssocID="{EC0FDAB4-A85A-4B42-A818-29508668AFCF}" presName="hierChild5" presStyleCnt="0"/>
      <dgm:spPr/>
      <dgm:t>
        <a:bodyPr/>
        <a:lstStyle/>
        <a:p>
          <a:endParaRPr lang="en-US"/>
        </a:p>
      </dgm:t>
    </dgm:pt>
    <dgm:pt modelId="{185C0EC7-BBC1-45A4-BF2C-3E6BF15C585D}" type="pres">
      <dgm:prSet presAssocID="{04E98E51-D34D-4D54-A8F6-6B5F9703213A}" presName="hierChild3" presStyleCnt="0"/>
      <dgm:spPr/>
      <dgm:t>
        <a:bodyPr/>
        <a:lstStyle/>
        <a:p>
          <a:endParaRPr lang="en-US"/>
        </a:p>
      </dgm:t>
    </dgm:pt>
  </dgm:ptLst>
  <dgm:cxnLst>
    <dgm:cxn modelId="{9DF0BF39-5BCA-469E-BCEF-2D0EBE527983}" type="presOf" srcId="{8F955C2E-627C-43EB-B874-86CAF3BE00D5}" destId="{21884C84-8A1B-4211-B29D-C3214D989B87}" srcOrd="1" destOrd="0" presId="urn:microsoft.com/office/officeart/2005/8/layout/orgChart1"/>
    <dgm:cxn modelId="{071B8D5D-8CB3-4808-8D77-253A9180F8E6}" type="presOf" srcId="{7C2DAF8E-555B-4925-8703-666A943286DB}" destId="{3E558764-8DBC-45B1-9FD3-C170F6917490}" srcOrd="0" destOrd="0" presId="urn:microsoft.com/office/officeart/2005/8/layout/orgChart1"/>
    <dgm:cxn modelId="{44E1C6BF-D2AA-44AB-8244-18BBA27DEB13}" type="presOf" srcId="{CC03DC48-470D-445B-B619-55CE3EB84C94}" destId="{16117ADD-5804-4051-8E2E-5D8228EB9E8C}" srcOrd="0" destOrd="0" presId="urn:microsoft.com/office/officeart/2005/8/layout/orgChart1"/>
    <dgm:cxn modelId="{E6EAC925-188B-4CDF-8055-D8C6D1D3FE0A}" type="presOf" srcId="{D825E5E6-5351-4F62-BCCE-34D62A18EBF4}" destId="{9430D4EE-7144-47C1-9DCF-751EA81EAD8B}" srcOrd="0" destOrd="0" presId="urn:microsoft.com/office/officeart/2005/8/layout/orgChart1"/>
    <dgm:cxn modelId="{2284F1D9-4C4C-4911-975B-F35E4622575D}" srcId="{04E98E51-D34D-4D54-A8F6-6B5F9703213A}" destId="{AC49A02F-DAF0-44B3-B4AE-AC8AF6DCA289}" srcOrd="1" destOrd="0" parTransId="{66A8AA62-E622-4924-9461-086575D7E8FE}" sibTransId="{AC3B053A-169C-4CB7-8080-7A54C1FAD78E}"/>
    <dgm:cxn modelId="{6A906523-B9E5-43C4-820F-AFED7A2E3470}" type="presOf" srcId="{D0F40160-5FD9-4A70-8486-40F748B892C9}" destId="{6B23BAE2-83D5-40CE-B58A-38ED77E2F75D}" srcOrd="1" destOrd="0" presId="urn:microsoft.com/office/officeart/2005/8/layout/orgChart1"/>
    <dgm:cxn modelId="{7510BE64-B272-43C6-BD6D-00972E8585E5}" type="presOf" srcId="{7BA94758-FE8E-4A61-8DEB-7E7FFD524E1E}" destId="{AA59BD1B-1DA3-4E7E-8DDF-6D0D5ADD4B27}" srcOrd="0" destOrd="0" presId="urn:microsoft.com/office/officeart/2005/8/layout/orgChart1"/>
    <dgm:cxn modelId="{DC7FE45C-8EBF-46F3-B536-220A8AF45320}" type="presOf" srcId="{66A8AA62-E622-4924-9461-086575D7E8FE}" destId="{DD6BA092-8182-44B2-BE34-61C04121BD99}" srcOrd="0" destOrd="0" presId="urn:microsoft.com/office/officeart/2005/8/layout/orgChart1"/>
    <dgm:cxn modelId="{6395AE5C-0194-430A-A519-040DEAA4FB88}" type="presOf" srcId="{8B944603-9369-4E00-9C1B-26F7CFB0B2AC}" destId="{E3A23251-7AF0-4294-83F6-779D526B4972}" srcOrd="0" destOrd="0" presId="urn:microsoft.com/office/officeart/2005/8/layout/orgChart1"/>
    <dgm:cxn modelId="{B5F2B24F-63D8-4068-A1A3-A05E701ED3C3}" srcId="{6AACEA37-0C51-4663-AD3B-01E8F8FC25B8}" destId="{04E98E51-D34D-4D54-A8F6-6B5F9703213A}" srcOrd="0" destOrd="0" parTransId="{80011ACC-377C-407D-BA7F-4A18F64BB9CE}" sibTransId="{B35D3BFD-4789-4482-8C05-DEA8584D1C35}"/>
    <dgm:cxn modelId="{A967DBD0-7594-4857-844A-20C4E696DFB0}" type="presOf" srcId="{903B1378-89D8-4B69-BD4D-06A3EE6D15C4}" destId="{1F8E0A65-802A-45C9-BEF7-A3FB1DCF7E07}" srcOrd="0" destOrd="0" presId="urn:microsoft.com/office/officeart/2005/8/layout/orgChart1"/>
    <dgm:cxn modelId="{EFFD31ED-ED46-493D-BB94-DFF6C6ADC7F7}" type="presOf" srcId="{83E2EDC5-C0CC-488A-B9AE-10192E736C7D}" destId="{DCBDF18A-7985-4114-A48F-C02FDBD7F047}" srcOrd="0" destOrd="0" presId="urn:microsoft.com/office/officeart/2005/8/layout/orgChart1"/>
    <dgm:cxn modelId="{72F09472-6B93-45C4-95FE-48BB729CB759}" srcId="{AC49A02F-DAF0-44B3-B4AE-AC8AF6DCA289}" destId="{44805896-DE4B-4154-AC94-5D2BBF8241C3}" srcOrd="5" destOrd="0" parTransId="{F96FC295-9992-4175-870F-2F2790085B2C}" sibTransId="{B732E693-3E85-44FE-A65D-249113D5956D}"/>
    <dgm:cxn modelId="{2CB2A8FC-C3CD-4B96-8189-68278883309D}" type="presOf" srcId="{D825E5E6-5351-4F62-BCCE-34D62A18EBF4}" destId="{33A307A3-E248-4E49-92C4-81F76BF18D2B}" srcOrd="1" destOrd="0" presId="urn:microsoft.com/office/officeart/2005/8/layout/orgChart1"/>
    <dgm:cxn modelId="{C004AF41-F469-470A-B8BF-4B12ED8D3C35}" type="presOf" srcId="{6BE5AA86-2776-46B6-9B27-9E87557D8780}" destId="{889E069F-8EB2-4451-84CC-2D9431FB2E06}" srcOrd="0" destOrd="0" presId="urn:microsoft.com/office/officeart/2005/8/layout/orgChart1"/>
    <dgm:cxn modelId="{FEFE3098-4B72-4B1C-8591-604AA9753E6E}" srcId="{AC49A02F-DAF0-44B3-B4AE-AC8AF6DCA289}" destId="{64920FF5-A94E-4CF0-9205-4F6E39434A61}" srcOrd="4" destOrd="0" parTransId="{9AFFD2BA-6EE6-4221-A939-3ABB727BE0FB}" sibTransId="{68FF60B6-4CEE-4B0B-9F91-E3720C82F132}"/>
    <dgm:cxn modelId="{CF611770-02B3-4B12-B49C-DECA1E50D0BD}" type="presOf" srcId="{D717A3DE-FE88-4C40-A2FC-0866F7C16AEA}" destId="{F1E2F52C-EBA9-4EAA-99D2-E3A7AC6130C0}" srcOrd="0" destOrd="0" presId="urn:microsoft.com/office/officeart/2005/8/layout/orgChart1"/>
    <dgm:cxn modelId="{AB24602A-6F85-48D8-9CF4-DBBE582915F9}" srcId="{AC49A02F-DAF0-44B3-B4AE-AC8AF6DCA289}" destId="{056304BE-EB75-4BE4-B2C0-28A02D3B4B79}" srcOrd="2" destOrd="0" parTransId="{6A1F0638-3DBB-446A-B767-AFF8327BC718}" sibTransId="{EF326F9A-8B25-472F-8347-0BFE6DC2BBED}"/>
    <dgm:cxn modelId="{02DBF829-7403-4083-85C3-5914AFB8372D}" type="presOf" srcId="{1701B72C-7902-4A1A-B39D-2A44928D98D9}" destId="{C6C2C2FA-AB6F-4588-AA68-793E3F5147AC}" srcOrd="1" destOrd="0" presId="urn:microsoft.com/office/officeart/2005/8/layout/orgChart1"/>
    <dgm:cxn modelId="{2F37BF1A-65B4-40D9-9114-800038826263}" type="presOf" srcId="{92E531C5-BFA9-4917-839B-A89D7DB452F4}" destId="{D996C37E-D79F-4C38-A4FB-4623AB65BFF4}" srcOrd="1" destOrd="0" presId="urn:microsoft.com/office/officeart/2005/8/layout/orgChart1"/>
    <dgm:cxn modelId="{D6D6A0A4-F168-409E-B111-2C98E71A8385}" type="presOf" srcId="{8F955C2E-627C-43EB-B874-86CAF3BE00D5}" destId="{851ABD50-2222-4EC5-B741-E2A081905406}" srcOrd="0" destOrd="0" presId="urn:microsoft.com/office/officeart/2005/8/layout/orgChart1"/>
    <dgm:cxn modelId="{730C811A-3A87-484A-9930-018C57387E22}" srcId="{AC49A02F-DAF0-44B3-B4AE-AC8AF6DCA289}" destId="{FA65D1CF-CF0E-47A1-BF3C-7C941C969A24}" srcOrd="3" destOrd="0" parTransId="{442CD08B-C645-48ED-8823-54CAB2B9710C}" sibTransId="{A660F16A-D994-485F-88B6-23D0A3DD7AE5}"/>
    <dgm:cxn modelId="{B5D4ED74-DB62-4249-BE50-3C6F8DD5CE55}" type="presOf" srcId="{F96FC295-9992-4175-870F-2F2790085B2C}" destId="{2F08460D-5119-476B-B55C-25B84FCE2199}" srcOrd="0" destOrd="0" presId="urn:microsoft.com/office/officeart/2005/8/layout/orgChart1"/>
    <dgm:cxn modelId="{2512CF6E-5485-40F5-96E9-917367F132EA}" srcId="{92E531C5-BFA9-4917-839B-A89D7DB452F4}" destId="{D0F40160-5FD9-4A70-8486-40F748B892C9}" srcOrd="1" destOrd="0" parTransId="{F0679A00-41B4-44E8-B18F-281EB8D94CC1}" sibTransId="{21B8E4D1-FA0A-43DD-AFF4-AD606D1D49BE}"/>
    <dgm:cxn modelId="{03A3AAE2-07C9-4DC3-90FC-7222AFAEC598}" srcId="{D825E5E6-5351-4F62-BCCE-34D62A18EBF4}" destId="{D717A3DE-FE88-4C40-A2FC-0866F7C16AEA}" srcOrd="1" destOrd="0" parTransId="{15A7853F-353B-4AD3-B7E2-67C4F36F2CFD}" sibTransId="{57E14E61-D66C-442D-B034-72C423F2B0A5}"/>
    <dgm:cxn modelId="{2AEFBC5B-F6E0-4D2A-8540-D096BAF39C45}" type="presOf" srcId="{DA0AF91C-4501-4786-B79A-7346F91A3E2D}" destId="{928C9C83-541D-4DDB-8092-07BF0F8C1657}" srcOrd="1" destOrd="0" presId="urn:microsoft.com/office/officeart/2005/8/layout/orgChart1"/>
    <dgm:cxn modelId="{901A8117-6774-4B5A-BF64-ED79C365E7BF}" type="presOf" srcId="{FA65D1CF-CF0E-47A1-BF3C-7C941C969A24}" destId="{D7BEB20B-D243-4742-98C1-12D1FE233B39}" srcOrd="1" destOrd="0" presId="urn:microsoft.com/office/officeart/2005/8/layout/orgChart1"/>
    <dgm:cxn modelId="{1431B15B-3E3B-4F55-BB74-C19764F8BF93}" type="presOf" srcId="{C4D50529-E936-4BDA-A14A-00D7BA2F9AC5}" destId="{AC8E2007-7370-4519-AE46-E7C8A8E1987F}" srcOrd="0" destOrd="0" presId="urn:microsoft.com/office/officeart/2005/8/layout/orgChart1"/>
    <dgm:cxn modelId="{F714F8E8-FCDA-4A72-9B57-A7448DECDE63}" srcId="{D825E5E6-5351-4F62-BCCE-34D62A18EBF4}" destId="{8F8A49F7-EE73-4C2B-A2E1-0B363D9A1BD6}" srcOrd="0" destOrd="0" parTransId="{FBD3CCEA-0860-4E0B-8DC5-FB7EA3161E28}" sibTransId="{BCFF99A2-3AEB-4C62-AABD-8FDAB2D97D88}"/>
    <dgm:cxn modelId="{43B47CE8-BA40-4BF7-8462-342A4DFD2FD5}" type="presOf" srcId="{D717A3DE-FE88-4C40-A2FC-0866F7C16AEA}" destId="{75EFC34D-24F8-4954-90EC-B926D4BD9DEB}" srcOrd="1" destOrd="0" presId="urn:microsoft.com/office/officeart/2005/8/layout/orgChart1"/>
    <dgm:cxn modelId="{E38E2C98-5576-4195-BEE5-FE6FB393B455}" srcId="{04E98E51-D34D-4D54-A8F6-6B5F9703213A}" destId="{92E531C5-BFA9-4917-839B-A89D7DB452F4}" srcOrd="0" destOrd="0" parTransId="{B508E4AA-0091-4A26-8CE7-B854826E81EE}" sibTransId="{FA19327D-AADC-48A7-B49D-E3F08B38B43E}"/>
    <dgm:cxn modelId="{70E9DA5E-756D-495E-A310-B62513E9DF50}" type="presOf" srcId="{B508E4AA-0091-4A26-8CE7-B854826E81EE}" destId="{9B4A228D-0B03-4F59-91DA-AEBE735459BC}" srcOrd="0" destOrd="0" presId="urn:microsoft.com/office/officeart/2005/8/layout/orgChart1"/>
    <dgm:cxn modelId="{ACCC0D46-061E-44B2-A60E-8A3AE55180B3}" srcId="{AC49A02F-DAF0-44B3-B4AE-AC8AF6DCA289}" destId="{DA0AF91C-4501-4786-B79A-7346F91A3E2D}" srcOrd="1" destOrd="0" parTransId="{5E1CC7CF-003F-4FC1-8506-450133509A53}" sibTransId="{F3008360-E8B2-4626-A2F6-8A2C8A10B9C5}"/>
    <dgm:cxn modelId="{5E38B8D5-7C6C-4526-ABC4-13C56A0E57C2}" type="presOf" srcId="{15A7853F-353B-4AD3-B7E2-67C4F36F2CFD}" destId="{E1756ACA-6C99-4767-BC1C-699987D59699}" srcOrd="0" destOrd="0" presId="urn:microsoft.com/office/officeart/2005/8/layout/orgChart1"/>
    <dgm:cxn modelId="{DCA94A39-2108-425D-B96A-02F4781D0570}" type="presOf" srcId="{056304BE-EB75-4BE4-B2C0-28A02D3B4B79}" destId="{AA5F18E1-B48C-4BDA-8AFF-5EDB24F43665}" srcOrd="0" destOrd="0" presId="urn:microsoft.com/office/officeart/2005/8/layout/orgChart1"/>
    <dgm:cxn modelId="{A59E92A1-3F86-49A9-9636-83B658954714}" type="presOf" srcId="{40D78A96-49D2-45C9-933C-92E0E160EFE9}" destId="{2FB1630D-1C1B-43E3-8A56-59332945FDD0}" srcOrd="1" destOrd="0" presId="urn:microsoft.com/office/officeart/2005/8/layout/orgChart1"/>
    <dgm:cxn modelId="{FE0876A9-8155-4EEA-ABD7-19FB35A76365}" type="presOf" srcId="{6A1F0638-3DBB-446A-B767-AFF8327BC718}" destId="{227E894B-E9F7-46B6-8125-88D80F0E2FB1}" srcOrd="0" destOrd="0" presId="urn:microsoft.com/office/officeart/2005/8/layout/orgChart1"/>
    <dgm:cxn modelId="{45F93230-7262-48C7-BA00-B6170459E835}" srcId="{AC49A02F-DAF0-44B3-B4AE-AC8AF6DCA289}" destId="{903B1378-89D8-4B69-BD4D-06A3EE6D15C4}" srcOrd="0" destOrd="0" parTransId="{D2D48391-7D46-42A3-88B7-8C8526C4535D}" sibTransId="{CF788ADD-1073-4E2A-B897-A4932947AD66}"/>
    <dgm:cxn modelId="{5811447C-6D5E-42A1-8E0D-9676A044C78A}" type="presOf" srcId="{C3DF5070-304C-427B-909B-D96DBAACF31D}" destId="{FB1FD5D7-7F81-4D09-A6B6-C13D20C3FEE6}" srcOrd="0" destOrd="0" presId="urn:microsoft.com/office/officeart/2005/8/layout/orgChart1"/>
    <dgm:cxn modelId="{2A25A8A5-BB9B-4D9C-8AEF-5087E5FFE157}" type="presOf" srcId="{AC49A02F-DAF0-44B3-B4AE-AC8AF6DCA289}" destId="{5C74179A-5CB5-4F3C-998E-7C64B3990C1B}" srcOrd="0" destOrd="0" presId="urn:microsoft.com/office/officeart/2005/8/layout/orgChart1"/>
    <dgm:cxn modelId="{101293E3-3038-4BDA-B678-64417DE40B4F}" type="presOf" srcId="{92E531C5-BFA9-4917-839B-A89D7DB452F4}" destId="{BEEBBC6A-0FB8-4AEE-873F-56044EE29E9C}" srcOrd="0" destOrd="0" presId="urn:microsoft.com/office/officeart/2005/8/layout/orgChart1"/>
    <dgm:cxn modelId="{68F49D7D-C131-4354-9798-7EEEE575A631}" type="presOf" srcId="{61CDB3B5-B362-4A07-AEF9-48F68378281C}" destId="{3FC39D07-F168-4981-BBEE-C39DBBB10B64}" srcOrd="1" destOrd="0" presId="urn:microsoft.com/office/officeart/2005/8/layout/orgChart1"/>
    <dgm:cxn modelId="{4A7C7866-C891-46D6-81A4-09A27BEB5106}" srcId="{37D53EAA-9AF7-47A1-A520-AFE3A120227B}" destId="{1701B72C-7902-4A1A-B39D-2A44928D98D9}" srcOrd="0" destOrd="0" parTransId="{1543E798-C7F1-4F93-9D32-1404243D53D3}" sibTransId="{1D8EE770-ED12-4DEB-8764-9733168053CD}"/>
    <dgm:cxn modelId="{C9D1CA02-D808-4221-BCCE-5F17802F60F8}" type="presOf" srcId="{B4A343CF-E26C-4889-A5E0-C90578A8CCBA}" destId="{DDC8DC5B-6E19-4E55-B335-37BFA2EDBD19}" srcOrd="0" destOrd="0" presId="urn:microsoft.com/office/officeart/2005/8/layout/orgChart1"/>
    <dgm:cxn modelId="{240774C0-DD43-4020-ABBE-E6380837D455}" type="presOf" srcId="{6E4D8BDC-2C8D-45BB-8B52-35FC4E374C82}" destId="{F085C5A9-DC01-431C-ACB3-9CFAD783FD63}" srcOrd="0" destOrd="0" presId="urn:microsoft.com/office/officeart/2005/8/layout/orgChart1"/>
    <dgm:cxn modelId="{1C109663-0F3D-4252-AD38-C0D866690132}" srcId="{EC0FDAB4-A85A-4B42-A818-29508668AFCF}" destId="{4E7FD21D-6ED2-419B-A3A8-F5743ABC722D}" srcOrd="0" destOrd="0" parTransId="{8B030C79-2FF6-4326-9A07-B044DA4D1DAD}" sibTransId="{94AD01D7-6990-4861-BD4A-0B25E31E0999}"/>
    <dgm:cxn modelId="{405DF9AE-D4FB-4E45-B9EC-D2A1CF04A673}" type="presOf" srcId="{8F8A49F7-EE73-4C2B-A2E1-0B363D9A1BD6}" destId="{B2BE5A94-0B57-4334-BA19-FCB01A235853}" srcOrd="0" destOrd="0" presId="urn:microsoft.com/office/officeart/2005/8/layout/orgChart1"/>
    <dgm:cxn modelId="{C33E4136-4FF4-4CAE-9F6C-83C5E5A45F86}" srcId="{37D53EAA-9AF7-47A1-A520-AFE3A120227B}" destId="{7BA94758-FE8E-4A61-8DEB-7E7FFD524E1E}" srcOrd="3" destOrd="0" parTransId="{6BE5AA86-2776-46B6-9B27-9E87557D8780}" sibTransId="{9F4BF44E-30A8-43C0-B9D6-228A7A984A97}"/>
    <dgm:cxn modelId="{5F9B1FFA-E4CF-49EF-8016-C02423397321}" type="presOf" srcId="{5E1CC7CF-003F-4FC1-8506-450133509A53}" destId="{9B21489D-010D-4206-91FB-4DBDD3A57C82}" srcOrd="0" destOrd="0" presId="urn:microsoft.com/office/officeart/2005/8/layout/orgChart1"/>
    <dgm:cxn modelId="{CD0B8326-AC81-4B3F-BB04-72F808C49CAD}" type="presOf" srcId="{442CD08B-C645-48ED-8823-54CAB2B9710C}" destId="{C594CDBD-5C92-4F83-AF20-75B3A9A3C65D}" srcOrd="0" destOrd="0" presId="urn:microsoft.com/office/officeart/2005/8/layout/orgChart1"/>
    <dgm:cxn modelId="{308BF12E-8243-4E63-A1C2-9CBD26276C95}" type="presOf" srcId="{6AACEA37-0C51-4663-AD3B-01E8F8FC25B8}" destId="{41B2C422-555F-4D87-86CA-BB5738AF5D21}" srcOrd="0" destOrd="0" presId="urn:microsoft.com/office/officeart/2005/8/layout/orgChart1"/>
    <dgm:cxn modelId="{FE1F5573-81C9-4D9B-9CB8-68F1175A2236}" type="presOf" srcId="{DA0AF91C-4501-4786-B79A-7346F91A3E2D}" destId="{88C392A2-8612-4F41-ACC8-2A3BA31601AF}" srcOrd="0" destOrd="0" presId="urn:microsoft.com/office/officeart/2005/8/layout/orgChart1"/>
    <dgm:cxn modelId="{8E2BE4BE-27C5-4E6B-A940-AB5689D2F7AC}" srcId="{37D53EAA-9AF7-47A1-A520-AFE3A120227B}" destId="{8B944603-9369-4E00-9C1B-26F7CFB0B2AC}" srcOrd="2" destOrd="0" parTransId="{7C2DAF8E-555B-4925-8703-666A943286DB}" sibTransId="{5E363E3A-9E44-463B-AA33-09930A0585C1}"/>
    <dgm:cxn modelId="{751FBC88-E0EB-4D22-99E9-8D6B3A8AAD8E}" type="presOf" srcId="{37D53EAA-9AF7-47A1-A520-AFE3A120227B}" destId="{458B8FE7-7F79-4A7A-AF87-76D265851038}" srcOrd="1" destOrd="0" presId="urn:microsoft.com/office/officeart/2005/8/layout/orgChart1"/>
    <dgm:cxn modelId="{7F0A89F1-E466-44EB-8016-FBE26AB3F2D4}" type="presOf" srcId="{EC0FDAB4-A85A-4B42-A818-29508668AFCF}" destId="{22AEEEBD-26C9-437B-8C2D-2F2A8285EA48}" srcOrd="1" destOrd="0" presId="urn:microsoft.com/office/officeart/2005/8/layout/orgChart1"/>
    <dgm:cxn modelId="{6B02EEB5-1BC5-4DBC-B6EB-FAFBABC46DAF}" type="presOf" srcId="{8B030C79-2FF6-4326-9A07-B044DA4D1DAD}" destId="{63DFAB8F-A8B0-4B06-9A20-862E4797DCB0}" srcOrd="0" destOrd="0" presId="urn:microsoft.com/office/officeart/2005/8/layout/orgChart1"/>
    <dgm:cxn modelId="{004ADE9E-2CEA-4565-BDF6-E8F6DC85D688}" type="presOf" srcId="{1543E798-C7F1-4F93-9D32-1404243D53D3}" destId="{8346ADF0-FC2A-4566-B586-0DDFC5C101C8}" srcOrd="0" destOrd="0" presId="urn:microsoft.com/office/officeart/2005/8/layout/orgChart1"/>
    <dgm:cxn modelId="{2222DE7A-0BBE-4A9A-A4BE-446ADF79469D}" type="presOf" srcId="{FA65D1CF-CF0E-47A1-BF3C-7C941C969A24}" destId="{9A109CE6-EE44-4707-A2DB-B8A18EB11EE3}" srcOrd="0" destOrd="0" presId="urn:microsoft.com/office/officeart/2005/8/layout/orgChart1"/>
    <dgm:cxn modelId="{4A7DFF83-CC43-4615-9C2F-9871A954FB43}" type="presOf" srcId="{D0F40160-5FD9-4A70-8486-40F748B892C9}" destId="{DA7BB442-66BF-4C1B-B1E5-17BE56377219}" srcOrd="0" destOrd="0" presId="urn:microsoft.com/office/officeart/2005/8/layout/orgChart1"/>
    <dgm:cxn modelId="{6D59987A-E4AB-4F8A-8CA2-E309D3B18B12}" srcId="{EC0FDAB4-A85A-4B42-A818-29508668AFCF}" destId="{8F955C2E-627C-43EB-B874-86CAF3BE00D5}" srcOrd="1" destOrd="0" parTransId="{CC03DC48-470D-445B-B619-55CE3EB84C94}" sibTransId="{9C34C1A5-A5AF-42C0-82A4-F69CD0749E83}"/>
    <dgm:cxn modelId="{816D6C82-8F2F-49C1-846A-B9E1976A14BE}" type="presOf" srcId="{7D0BC254-A35D-49C2-A347-5CB185564BC3}" destId="{E84EF890-C8B7-431D-B326-5DB5C63CFCFE}" srcOrd="0" destOrd="0" presId="urn:microsoft.com/office/officeart/2005/8/layout/orgChart1"/>
    <dgm:cxn modelId="{B58A38D2-0AB5-4DDD-A1A2-73D07C3BC8B9}" srcId="{04E98E51-D34D-4D54-A8F6-6B5F9703213A}" destId="{61CDB3B5-B362-4A07-AEF9-48F68378281C}" srcOrd="2" destOrd="0" parTransId="{4EE1125A-8C1D-4FC0-8070-B4057FE771D6}" sibTransId="{2D6B62F9-AE36-4C94-A0EF-2D2B87BA0975}"/>
    <dgm:cxn modelId="{8DD55CE2-5116-4BA0-A54E-8A585E015729}" type="presOf" srcId="{903B1378-89D8-4B69-BD4D-06A3EE6D15C4}" destId="{92A2331A-9675-449F-8E9D-25A2FE04E1F1}" srcOrd="1" destOrd="0" presId="urn:microsoft.com/office/officeart/2005/8/layout/orgChart1"/>
    <dgm:cxn modelId="{F333E896-630F-48BA-B298-4492C48B9C1C}" srcId="{37D53EAA-9AF7-47A1-A520-AFE3A120227B}" destId="{40D78A96-49D2-45C9-933C-92E0E160EFE9}" srcOrd="1" destOrd="0" parTransId="{C4D50529-E936-4BDA-A14A-00D7BA2F9AC5}" sibTransId="{60DE6355-4EB2-4326-A28A-ED2B971C6E56}"/>
    <dgm:cxn modelId="{A5F24C9E-16BB-4A65-911F-1147B40295BD}" type="presOf" srcId="{04E98E51-D34D-4D54-A8F6-6B5F9703213A}" destId="{B712A06C-4B71-4408-A8F6-39BFC716FA82}" srcOrd="1" destOrd="0" presId="urn:microsoft.com/office/officeart/2005/8/layout/orgChart1"/>
    <dgm:cxn modelId="{52E783AA-E61A-469D-9661-0CE9D5C7F1A8}" srcId="{92E531C5-BFA9-4917-839B-A89D7DB452F4}" destId="{B4A343CF-E26C-4889-A5E0-C90578A8CCBA}" srcOrd="0" destOrd="0" parTransId="{6E4D8BDC-2C8D-45BB-8B52-35FC4E374C82}" sibTransId="{0C879745-1BFE-4123-B01A-F15AE12BE93A}"/>
    <dgm:cxn modelId="{9B0E0472-783B-44CF-9B10-DFE3E15BA794}" type="presOf" srcId="{8B944603-9369-4E00-9C1B-26F7CFB0B2AC}" destId="{07C84A40-D50D-4B9E-A2CD-5A27A0053404}" srcOrd="1" destOrd="0" presId="urn:microsoft.com/office/officeart/2005/8/layout/orgChart1"/>
    <dgm:cxn modelId="{F0F9DBAF-A457-4FBA-8300-12C6331DC8BB}" srcId="{04E98E51-D34D-4D54-A8F6-6B5F9703213A}" destId="{D825E5E6-5351-4F62-BCCE-34D62A18EBF4}" srcOrd="4" destOrd="0" parTransId="{83E2EDC5-C0CC-488A-B9AE-10192E736C7D}" sibTransId="{ECE7EBF6-534B-40BC-8A14-75080D07CEFE}"/>
    <dgm:cxn modelId="{7028D173-F078-45AB-A378-CBA03134A67C}" type="presOf" srcId="{4EE1125A-8C1D-4FC0-8070-B4057FE771D6}" destId="{E3846638-E2F1-4A0A-9D23-6C8D000C9076}" srcOrd="0" destOrd="0" presId="urn:microsoft.com/office/officeart/2005/8/layout/orgChart1"/>
    <dgm:cxn modelId="{32196FDF-C28C-44DE-AE46-3DEF91F2B2F9}" type="presOf" srcId="{44805896-DE4B-4154-AC94-5D2BBF8241C3}" destId="{ED7DCFD1-2ED5-43BD-85D9-1F1C678E749D}" srcOrd="0" destOrd="0" presId="urn:microsoft.com/office/officeart/2005/8/layout/orgChart1"/>
    <dgm:cxn modelId="{E8B4F002-7FB8-4DF0-9530-AD1252EC0343}" type="presOf" srcId="{F0679A00-41B4-44E8-B18F-281EB8D94CC1}" destId="{B58C7180-4259-4BBC-BC21-7ABDD6EFD11E}" srcOrd="0" destOrd="0" presId="urn:microsoft.com/office/officeart/2005/8/layout/orgChart1"/>
    <dgm:cxn modelId="{E997DDC4-3C15-4894-8E37-703FEA212036}" type="presOf" srcId="{37D53EAA-9AF7-47A1-A520-AFE3A120227B}" destId="{D266158C-CB49-432B-98C6-F83C12922DB1}" srcOrd="0" destOrd="0" presId="urn:microsoft.com/office/officeart/2005/8/layout/orgChart1"/>
    <dgm:cxn modelId="{B6F67E9C-5E53-4AF1-B73B-3DC1CCF7AA6A}" type="presOf" srcId="{4E7FD21D-6ED2-419B-A3A8-F5743ABC722D}" destId="{310D7B0F-0B4A-4C33-9EE5-F28BA3B84737}" srcOrd="1" destOrd="0" presId="urn:microsoft.com/office/officeart/2005/8/layout/orgChart1"/>
    <dgm:cxn modelId="{33B1225A-7BFB-4AA1-AF3A-4E26286BB2C1}" srcId="{04E98E51-D34D-4D54-A8F6-6B5F9703213A}" destId="{EC0FDAB4-A85A-4B42-A818-29508668AFCF}" srcOrd="5" destOrd="0" parTransId="{7D0BC254-A35D-49C2-A347-5CB185564BC3}" sibTransId="{7769C4C7-5C24-4D16-9D86-2D6583557A60}"/>
    <dgm:cxn modelId="{2C7F358F-3B6E-45DE-8C39-AFAC2932239D}" type="presOf" srcId="{056304BE-EB75-4BE4-B2C0-28A02D3B4B79}" destId="{C5EDF0BA-0FF1-4EF0-9C85-42D76525267E}" srcOrd="1" destOrd="0" presId="urn:microsoft.com/office/officeart/2005/8/layout/orgChart1"/>
    <dgm:cxn modelId="{41628A2D-FF0F-46FC-9B7C-83E6B99E2E97}" type="presOf" srcId="{8F8A49F7-EE73-4C2B-A2E1-0B363D9A1BD6}" destId="{0EE76EF7-C164-4113-BE54-7C81411E8FB1}" srcOrd="1" destOrd="0" presId="urn:microsoft.com/office/officeart/2005/8/layout/orgChart1"/>
    <dgm:cxn modelId="{CE1A0327-26FE-4A7A-BF77-33DCA5D1AF2D}" type="presOf" srcId="{04E98E51-D34D-4D54-A8F6-6B5F9703213A}" destId="{810096A2-C5AE-4A93-8E80-F704288E989B}" srcOrd="0" destOrd="0" presId="urn:microsoft.com/office/officeart/2005/8/layout/orgChart1"/>
    <dgm:cxn modelId="{57CDEA9E-C618-4AA2-A22B-B38121AF6F12}" type="presOf" srcId="{61CDB3B5-B362-4A07-AEF9-48F68378281C}" destId="{0A0B5936-9E46-4F25-A686-D2D725C97398}" srcOrd="0" destOrd="0" presId="urn:microsoft.com/office/officeart/2005/8/layout/orgChart1"/>
    <dgm:cxn modelId="{66D21EB5-9972-4559-BDB1-61A333F56A0E}" type="presOf" srcId="{FBD3CCEA-0860-4E0B-8DC5-FB7EA3161E28}" destId="{B867DD7D-EC7E-4CB7-94BA-2EDEDC55DC2B}" srcOrd="0" destOrd="0" presId="urn:microsoft.com/office/officeart/2005/8/layout/orgChart1"/>
    <dgm:cxn modelId="{16D5B412-65EB-4D84-B542-45E3E9AFA64E}" type="presOf" srcId="{64920FF5-A94E-4CF0-9205-4F6E39434A61}" destId="{F85C48EF-2438-443A-80DB-BFB6807819EA}" srcOrd="0" destOrd="0" presId="urn:microsoft.com/office/officeart/2005/8/layout/orgChart1"/>
    <dgm:cxn modelId="{3B854D01-27CB-44D1-A3C7-F05EC2435801}" type="presOf" srcId="{9AFFD2BA-6EE6-4221-A939-3ABB727BE0FB}" destId="{E3D52699-DF19-4162-A11A-E869553CC359}" srcOrd="0" destOrd="0" presId="urn:microsoft.com/office/officeart/2005/8/layout/orgChart1"/>
    <dgm:cxn modelId="{ED94C208-BA11-456D-A8F8-87517C5D9E61}" type="presOf" srcId="{4E7FD21D-6ED2-419B-A3A8-F5743ABC722D}" destId="{CFE984F0-A23D-4C16-AF3E-9E3799FDDB47}" srcOrd="0" destOrd="0" presId="urn:microsoft.com/office/officeart/2005/8/layout/orgChart1"/>
    <dgm:cxn modelId="{A67DBDFF-0340-4EBC-8E48-405669B99D52}" type="presOf" srcId="{1701B72C-7902-4A1A-B39D-2A44928D98D9}" destId="{4A34A119-EA4A-4D8D-A46A-C12D9F2E0C7D}" srcOrd="0" destOrd="0" presId="urn:microsoft.com/office/officeart/2005/8/layout/orgChart1"/>
    <dgm:cxn modelId="{42D1ACA7-C59F-461D-9212-26A8739B03D6}" srcId="{04E98E51-D34D-4D54-A8F6-6B5F9703213A}" destId="{37D53EAA-9AF7-47A1-A520-AFE3A120227B}" srcOrd="3" destOrd="0" parTransId="{C3DF5070-304C-427B-909B-D96DBAACF31D}" sibTransId="{D81343D1-9C6B-4676-9742-E87C5BFC6294}"/>
    <dgm:cxn modelId="{F42929F2-DA03-46F8-9880-FDE76A7C2BD9}" type="presOf" srcId="{7BA94758-FE8E-4A61-8DEB-7E7FFD524E1E}" destId="{2D5AF12D-C783-48A0-B79E-F118508B0660}" srcOrd="1" destOrd="0" presId="urn:microsoft.com/office/officeart/2005/8/layout/orgChart1"/>
    <dgm:cxn modelId="{C6AB895F-0613-4CD2-9C41-915058E5053E}" type="presOf" srcId="{44805896-DE4B-4154-AC94-5D2BBF8241C3}" destId="{79AA5D35-0733-472C-BACA-BEFBBA80807F}" srcOrd="1" destOrd="0" presId="urn:microsoft.com/office/officeart/2005/8/layout/orgChart1"/>
    <dgm:cxn modelId="{8E80ADD8-859F-4FCF-ADDA-8479490ED8BC}" type="presOf" srcId="{D2D48391-7D46-42A3-88B7-8C8526C4535D}" destId="{0E8DE861-70AA-4149-A062-E9281147512D}" srcOrd="0" destOrd="0" presId="urn:microsoft.com/office/officeart/2005/8/layout/orgChart1"/>
    <dgm:cxn modelId="{2F2F2C3C-EF70-4B0E-A388-3143A6DE4FC4}" type="presOf" srcId="{64920FF5-A94E-4CF0-9205-4F6E39434A61}" destId="{45845A14-1D99-4BF9-8C54-A4A3800B4509}" srcOrd="1" destOrd="0" presId="urn:microsoft.com/office/officeart/2005/8/layout/orgChart1"/>
    <dgm:cxn modelId="{DC1D870D-77BF-487A-A1F9-41921D1659CF}" type="presOf" srcId="{AC49A02F-DAF0-44B3-B4AE-AC8AF6DCA289}" destId="{C1F5EBFD-C890-4854-89A0-C71365FC7F1C}" srcOrd="1" destOrd="0" presId="urn:microsoft.com/office/officeart/2005/8/layout/orgChart1"/>
    <dgm:cxn modelId="{0923D6EF-CB03-437A-BF6F-D61C2C1F6BD7}" type="presOf" srcId="{EC0FDAB4-A85A-4B42-A818-29508668AFCF}" destId="{29730FFF-224C-49C4-B457-5F4E43860104}" srcOrd="0" destOrd="0" presId="urn:microsoft.com/office/officeart/2005/8/layout/orgChart1"/>
    <dgm:cxn modelId="{582F3694-DC57-4A78-B171-7BE1265827DD}" type="presOf" srcId="{40D78A96-49D2-45C9-933C-92E0E160EFE9}" destId="{E78281AE-5D8A-4B89-910F-F8289A7AE4A1}" srcOrd="0" destOrd="0" presId="urn:microsoft.com/office/officeart/2005/8/layout/orgChart1"/>
    <dgm:cxn modelId="{0AC4AAA2-F97E-4711-B99E-45031DDA804C}" type="presOf" srcId="{B4A343CF-E26C-4889-A5E0-C90578A8CCBA}" destId="{6E1A79D4-EAC2-433A-BDD2-2A8082265812}" srcOrd="1" destOrd="0" presId="urn:microsoft.com/office/officeart/2005/8/layout/orgChart1"/>
    <dgm:cxn modelId="{941188A3-B943-4871-AA10-CC22949E4DA4}" type="presParOf" srcId="{41B2C422-555F-4D87-86CA-BB5738AF5D21}" destId="{83EF0105-2409-40E1-8F17-B8050AE4756A}" srcOrd="0" destOrd="0" presId="urn:microsoft.com/office/officeart/2005/8/layout/orgChart1"/>
    <dgm:cxn modelId="{EB98BC61-00AA-42E6-9FC8-51D70ED45C38}" type="presParOf" srcId="{83EF0105-2409-40E1-8F17-B8050AE4756A}" destId="{4366006E-06EB-4240-9A32-7071591396E0}" srcOrd="0" destOrd="0" presId="urn:microsoft.com/office/officeart/2005/8/layout/orgChart1"/>
    <dgm:cxn modelId="{3FF73017-71BC-4FC3-9495-561E2A44C825}" type="presParOf" srcId="{4366006E-06EB-4240-9A32-7071591396E0}" destId="{810096A2-C5AE-4A93-8E80-F704288E989B}" srcOrd="0" destOrd="0" presId="urn:microsoft.com/office/officeart/2005/8/layout/orgChart1"/>
    <dgm:cxn modelId="{5E4C1639-B554-4781-A2DD-57A18200FA6C}" type="presParOf" srcId="{4366006E-06EB-4240-9A32-7071591396E0}" destId="{B712A06C-4B71-4408-A8F6-39BFC716FA82}" srcOrd="1" destOrd="0" presId="urn:microsoft.com/office/officeart/2005/8/layout/orgChart1"/>
    <dgm:cxn modelId="{E148AAE6-CB79-4430-9608-1CA402DACD9A}" type="presParOf" srcId="{83EF0105-2409-40E1-8F17-B8050AE4756A}" destId="{F7361499-0881-429A-A29D-867590DA04B4}" srcOrd="1" destOrd="0" presId="urn:microsoft.com/office/officeart/2005/8/layout/orgChart1"/>
    <dgm:cxn modelId="{7A90F0B6-29EB-4C68-9229-432CAB517620}" type="presParOf" srcId="{F7361499-0881-429A-A29D-867590DA04B4}" destId="{9B4A228D-0B03-4F59-91DA-AEBE735459BC}" srcOrd="0" destOrd="0" presId="urn:microsoft.com/office/officeart/2005/8/layout/orgChart1"/>
    <dgm:cxn modelId="{FFA3D55C-67F9-497E-9FB2-0BD63623E0B5}" type="presParOf" srcId="{F7361499-0881-429A-A29D-867590DA04B4}" destId="{1773AD64-1818-47E4-B257-6594824E4FB7}" srcOrd="1" destOrd="0" presId="urn:microsoft.com/office/officeart/2005/8/layout/orgChart1"/>
    <dgm:cxn modelId="{C69703BD-67B3-4636-B7A2-D43629DD4C8F}" type="presParOf" srcId="{1773AD64-1818-47E4-B257-6594824E4FB7}" destId="{FE890F94-739A-4024-A2CB-5C257C68C849}" srcOrd="0" destOrd="0" presId="urn:microsoft.com/office/officeart/2005/8/layout/orgChart1"/>
    <dgm:cxn modelId="{C7C81698-A863-4866-98F6-CA8DDBB05C9F}" type="presParOf" srcId="{FE890F94-739A-4024-A2CB-5C257C68C849}" destId="{BEEBBC6A-0FB8-4AEE-873F-56044EE29E9C}" srcOrd="0" destOrd="0" presId="urn:microsoft.com/office/officeart/2005/8/layout/orgChart1"/>
    <dgm:cxn modelId="{5CEBB1E7-D621-4F6E-912F-6B572048F824}" type="presParOf" srcId="{FE890F94-739A-4024-A2CB-5C257C68C849}" destId="{D996C37E-D79F-4C38-A4FB-4623AB65BFF4}" srcOrd="1" destOrd="0" presId="urn:microsoft.com/office/officeart/2005/8/layout/orgChart1"/>
    <dgm:cxn modelId="{89B0A6C8-139D-4B4A-85D4-B154DACC6567}" type="presParOf" srcId="{1773AD64-1818-47E4-B257-6594824E4FB7}" destId="{CDC8DE45-F47B-41DF-9A3D-2242F78E5917}" srcOrd="1" destOrd="0" presId="urn:microsoft.com/office/officeart/2005/8/layout/orgChart1"/>
    <dgm:cxn modelId="{E8A799EA-1CC8-4EF1-97FD-AA742E5AE20F}" type="presParOf" srcId="{CDC8DE45-F47B-41DF-9A3D-2242F78E5917}" destId="{F085C5A9-DC01-431C-ACB3-9CFAD783FD63}" srcOrd="0" destOrd="0" presId="urn:microsoft.com/office/officeart/2005/8/layout/orgChart1"/>
    <dgm:cxn modelId="{F41BC367-1A83-49FD-BAAC-F7967D1FD447}" type="presParOf" srcId="{CDC8DE45-F47B-41DF-9A3D-2242F78E5917}" destId="{D8FFD8E9-BF90-405E-AFF5-313D78F6141B}" srcOrd="1" destOrd="0" presId="urn:microsoft.com/office/officeart/2005/8/layout/orgChart1"/>
    <dgm:cxn modelId="{A9670F9E-4F57-4BAE-9761-9183AB6ADB06}" type="presParOf" srcId="{D8FFD8E9-BF90-405E-AFF5-313D78F6141B}" destId="{91356380-9CD9-48A9-9A83-105210514B0D}" srcOrd="0" destOrd="0" presId="urn:microsoft.com/office/officeart/2005/8/layout/orgChart1"/>
    <dgm:cxn modelId="{FF0B4DE8-2F34-4DD5-8781-54BE7D98D733}" type="presParOf" srcId="{91356380-9CD9-48A9-9A83-105210514B0D}" destId="{DDC8DC5B-6E19-4E55-B335-37BFA2EDBD19}" srcOrd="0" destOrd="0" presId="urn:microsoft.com/office/officeart/2005/8/layout/orgChart1"/>
    <dgm:cxn modelId="{9DA20C35-65AB-4BAD-A935-1E138AABC6AB}" type="presParOf" srcId="{91356380-9CD9-48A9-9A83-105210514B0D}" destId="{6E1A79D4-EAC2-433A-BDD2-2A8082265812}" srcOrd="1" destOrd="0" presId="urn:microsoft.com/office/officeart/2005/8/layout/orgChart1"/>
    <dgm:cxn modelId="{2AB8F218-4719-4BE7-ABD6-47F9A43CF9A7}" type="presParOf" srcId="{D8FFD8E9-BF90-405E-AFF5-313D78F6141B}" destId="{1FED0823-8DF6-4601-98DF-30AF5C679E95}" srcOrd="1" destOrd="0" presId="urn:microsoft.com/office/officeart/2005/8/layout/orgChart1"/>
    <dgm:cxn modelId="{B3C4AACE-5FA9-40BF-8925-7F28E1A97EB6}" type="presParOf" srcId="{D8FFD8E9-BF90-405E-AFF5-313D78F6141B}" destId="{6750E4B1-8BC6-44AA-9CB3-3B22DE206A54}" srcOrd="2" destOrd="0" presId="urn:microsoft.com/office/officeart/2005/8/layout/orgChart1"/>
    <dgm:cxn modelId="{969D9345-2427-4C55-833B-1C2BE281AB2D}" type="presParOf" srcId="{CDC8DE45-F47B-41DF-9A3D-2242F78E5917}" destId="{B58C7180-4259-4BBC-BC21-7ABDD6EFD11E}" srcOrd="2" destOrd="0" presId="urn:microsoft.com/office/officeart/2005/8/layout/orgChart1"/>
    <dgm:cxn modelId="{721EA229-E407-45FF-ABC7-B01ACE488A01}" type="presParOf" srcId="{CDC8DE45-F47B-41DF-9A3D-2242F78E5917}" destId="{F29E584C-9E6B-49A0-B853-51D69DB6BF00}" srcOrd="3" destOrd="0" presId="urn:microsoft.com/office/officeart/2005/8/layout/orgChart1"/>
    <dgm:cxn modelId="{0B374F89-0600-4348-BA69-3C1FF9BBD9DE}" type="presParOf" srcId="{F29E584C-9E6B-49A0-B853-51D69DB6BF00}" destId="{4F0735B0-AAC6-49D6-A3E4-CE78E16D4ADC}" srcOrd="0" destOrd="0" presId="urn:microsoft.com/office/officeart/2005/8/layout/orgChart1"/>
    <dgm:cxn modelId="{5B62E741-D1EE-43B7-8F24-25CA0AB3F6DE}" type="presParOf" srcId="{4F0735B0-AAC6-49D6-A3E4-CE78E16D4ADC}" destId="{DA7BB442-66BF-4C1B-B1E5-17BE56377219}" srcOrd="0" destOrd="0" presId="urn:microsoft.com/office/officeart/2005/8/layout/orgChart1"/>
    <dgm:cxn modelId="{520A03A1-4A80-48A8-A641-0D3E6D9D600E}" type="presParOf" srcId="{4F0735B0-AAC6-49D6-A3E4-CE78E16D4ADC}" destId="{6B23BAE2-83D5-40CE-B58A-38ED77E2F75D}" srcOrd="1" destOrd="0" presId="urn:microsoft.com/office/officeart/2005/8/layout/orgChart1"/>
    <dgm:cxn modelId="{6B3009E4-29E5-4921-BFE8-3BA17EC2574A}" type="presParOf" srcId="{F29E584C-9E6B-49A0-B853-51D69DB6BF00}" destId="{86EA0860-64F1-44D1-B816-22EFF76D033C}" srcOrd="1" destOrd="0" presId="urn:microsoft.com/office/officeart/2005/8/layout/orgChart1"/>
    <dgm:cxn modelId="{8480C172-6F0C-4DB3-BB0E-9BC57A967501}" type="presParOf" srcId="{F29E584C-9E6B-49A0-B853-51D69DB6BF00}" destId="{1CEDF22C-DAB5-46B3-8562-79E48F49DA4C}" srcOrd="2" destOrd="0" presId="urn:microsoft.com/office/officeart/2005/8/layout/orgChart1"/>
    <dgm:cxn modelId="{1363F27D-9626-455E-A3B2-5CC2EFB6B66A}" type="presParOf" srcId="{1773AD64-1818-47E4-B257-6594824E4FB7}" destId="{F11A35F4-D598-4F97-B200-37942D9D9A00}" srcOrd="2" destOrd="0" presId="urn:microsoft.com/office/officeart/2005/8/layout/orgChart1"/>
    <dgm:cxn modelId="{346F44F6-DD79-416A-B9BC-33C09C8540B7}" type="presParOf" srcId="{F7361499-0881-429A-A29D-867590DA04B4}" destId="{DD6BA092-8182-44B2-BE34-61C04121BD99}" srcOrd="2" destOrd="0" presId="urn:microsoft.com/office/officeart/2005/8/layout/orgChart1"/>
    <dgm:cxn modelId="{315DBDBE-4378-48E9-BC40-039D68BD6217}" type="presParOf" srcId="{F7361499-0881-429A-A29D-867590DA04B4}" destId="{D012D41D-2047-4850-A018-C494E3050433}" srcOrd="3" destOrd="0" presId="urn:microsoft.com/office/officeart/2005/8/layout/orgChart1"/>
    <dgm:cxn modelId="{3C5198FB-AC0F-4B98-9FE8-652CC212582E}" type="presParOf" srcId="{D012D41D-2047-4850-A018-C494E3050433}" destId="{C12D7638-505A-4CB4-8B0D-885C956BE159}" srcOrd="0" destOrd="0" presId="urn:microsoft.com/office/officeart/2005/8/layout/orgChart1"/>
    <dgm:cxn modelId="{6882D082-B63D-4144-876F-4A81E2A2D6BB}" type="presParOf" srcId="{C12D7638-505A-4CB4-8B0D-885C956BE159}" destId="{5C74179A-5CB5-4F3C-998E-7C64B3990C1B}" srcOrd="0" destOrd="0" presId="urn:microsoft.com/office/officeart/2005/8/layout/orgChart1"/>
    <dgm:cxn modelId="{2C3857BC-CB73-443A-BC6E-A5D31126478C}" type="presParOf" srcId="{C12D7638-505A-4CB4-8B0D-885C956BE159}" destId="{C1F5EBFD-C890-4854-89A0-C71365FC7F1C}" srcOrd="1" destOrd="0" presId="urn:microsoft.com/office/officeart/2005/8/layout/orgChart1"/>
    <dgm:cxn modelId="{CE749E80-339D-45D3-A0E0-48E1CE41DCB4}" type="presParOf" srcId="{D012D41D-2047-4850-A018-C494E3050433}" destId="{85B28007-1142-4CE5-866B-9B89A3719DBB}" srcOrd="1" destOrd="0" presId="urn:microsoft.com/office/officeart/2005/8/layout/orgChart1"/>
    <dgm:cxn modelId="{3BB90EB3-EBE0-43E2-9728-6E6383EEAA39}" type="presParOf" srcId="{85B28007-1142-4CE5-866B-9B89A3719DBB}" destId="{0E8DE861-70AA-4149-A062-E9281147512D}" srcOrd="0" destOrd="0" presId="urn:microsoft.com/office/officeart/2005/8/layout/orgChart1"/>
    <dgm:cxn modelId="{91D248BB-227E-4648-B9BA-B8D5772E7ABA}" type="presParOf" srcId="{85B28007-1142-4CE5-866B-9B89A3719DBB}" destId="{2B8533D0-67D8-4994-B780-BD0C14BDB071}" srcOrd="1" destOrd="0" presId="urn:microsoft.com/office/officeart/2005/8/layout/orgChart1"/>
    <dgm:cxn modelId="{7B8C87AA-2295-4C71-B568-926570EB540B}" type="presParOf" srcId="{2B8533D0-67D8-4994-B780-BD0C14BDB071}" destId="{F9C2FA23-CFBB-4EDF-B4F6-EBD0048DC0EF}" srcOrd="0" destOrd="0" presId="urn:microsoft.com/office/officeart/2005/8/layout/orgChart1"/>
    <dgm:cxn modelId="{709145D8-53CC-455B-8EF1-BB08C0678785}" type="presParOf" srcId="{F9C2FA23-CFBB-4EDF-B4F6-EBD0048DC0EF}" destId="{1F8E0A65-802A-45C9-BEF7-A3FB1DCF7E07}" srcOrd="0" destOrd="0" presId="urn:microsoft.com/office/officeart/2005/8/layout/orgChart1"/>
    <dgm:cxn modelId="{D7ADE1E1-F619-43FB-A160-B9C8527E6CC1}" type="presParOf" srcId="{F9C2FA23-CFBB-4EDF-B4F6-EBD0048DC0EF}" destId="{92A2331A-9675-449F-8E9D-25A2FE04E1F1}" srcOrd="1" destOrd="0" presId="urn:microsoft.com/office/officeart/2005/8/layout/orgChart1"/>
    <dgm:cxn modelId="{DA662003-3344-4FD6-A4B8-BA2CF7EC2C3B}" type="presParOf" srcId="{2B8533D0-67D8-4994-B780-BD0C14BDB071}" destId="{2BCAA756-F38E-4F3F-A8D6-1256D1C9FEF7}" srcOrd="1" destOrd="0" presId="urn:microsoft.com/office/officeart/2005/8/layout/orgChart1"/>
    <dgm:cxn modelId="{4CE6BF9E-FD14-4A73-86DD-FBB4A9C01783}" type="presParOf" srcId="{2B8533D0-67D8-4994-B780-BD0C14BDB071}" destId="{0E66E10F-A234-4CEE-8812-87FA4BAF1865}" srcOrd="2" destOrd="0" presId="urn:microsoft.com/office/officeart/2005/8/layout/orgChart1"/>
    <dgm:cxn modelId="{529EA680-ADF0-4593-9298-5C9E9C81B15E}" type="presParOf" srcId="{85B28007-1142-4CE5-866B-9B89A3719DBB}" destId="{9B21489D-010D-4206-91FB-4DBDD3A57C82}" srcOrd="2" destOrd="0" presId="urn:microsoft.com/office/officeart/2005/8/layout/orgChart1"/>
    <dgm:cxn modelId="{30B23FCC-7300-4A96-9455-20335C7EC139}" type="presParOf" srcId="{85B28007-1142-4CE5-866B-9B89A3719DBB}" destId="{08F004ED-44C3-4BDF-805C-E61EEB4CCAE7}" srcOrd="3" destOrd="0" presId="urn:microsoft.com/office/officeart/2005/8/layout/orgChart1"/>
    <dgm:cxn modelId="{E7D4DCAF-8D82-4B83-831E-71E16002CBF1}" type="presParOf" srcId="{08F004ED-44C3-4BDF-805C-E61EEB4CCAE7}" destId="{AE84B313-3ACA-4490-A97C-A7F0B2680C95}" srcOrd="0" destOrd="0" presId="urn:microsoft.com/office/officeart/2005/8/layout/orgChart1"/>
    <dgm:cxn modelId="{38CD7469-EC8B-4F50-80D9-71FBD36D42C9}" type="presParOf" srcId="{AE84B313-3ACA-4490-A97C-A7F0B2680C95}" destId="{88C392A2-8612-4F41-ACC8-2A3BA31601AF}" srcOrd="0" destOrd="0" presId="urn:microsoft.com/office/officeart/2005/8/layout/orgChart1"/>
    <dgm:cxn modelId="{6A614643-AD14-461A-A68B-DE70F676777F}" type="presParOf" srcId="{AE84B313-3ACA-4490-A97C-A7F0B2680C95}" destId="{928C9C83-541D-4DDB-8092-07BF0F8C1657}" srcOrd="1" destOrd="0" presId="urn:microsoft.com/office/officeart/2005/8/layout/orgChart1"/>
    <dgm:cxn modelId="{16F076B1-53A6-46D9-AE37-F5C00ADE6299}" type="presParOf" srcId="{08F004ED-44C3-4BDF-805C-E61EEB4CCAE7}" destId="{D80377CB-2E78-4228-941D-B7C7352C8157}" srcOrd="1" destOrd="0" presId="urn:microsoft.com/office/officeart/2005/8/layout/orgChart1"/>
    <dgm:cxn modelId="{961EB5B0-224B-4CA5-9B37-A6E06614542E}" type="presParOf" srcId="{08F004ED-44C3-4BDF-805C-E61EEB4CCAE7}" destId="{5AACA961-801A-4296-A321-FC8CDE394873}" srcOrd="2" destOrd="0" presId="urn:microsoft.com/office/officeart/2005/8/layout/orgChart1"/>
    <dgm:cxn modelId="{BF1DB9A4-BEBA-4EEB-98B5-F1EC789055FA}" type="presParOf" srcId="{85B28007-1142-4CE5-866B-9B89A3719DBB}" destId="{227E894B-E9F7-46B6-8125-88D80F0E2FB1}" srcOrd="4" destOrd="0" presId="urn:microsoft.com/office/officeart/2005/8/layout/orgChart1"/>
    <dgm:cxn modelId="{1F0F3B32-83B7-4EE8-9676-CEA0FBCBB007}" type="presParOf" srcId="{85B28007-1142-4CE5-866B-9B89A3719DBB}" destId="{63F24775-0B55-4DFE-A862-A334C30AD8BE}" srcOrd="5" destOrd="0" presId="urn:microsoft.com/office/officeart/2005/8/layout/orgChart1"/>
    <dgm:cxn modelId="{C3DFD38B-81BE-4F32-B8E5-AED57D39AFDA}" type="presParOf" srcId="{63F24775-0B55-4DFE-A862-A334C30AD8BE}" destId="{0875E0EA-7F0C-4F7B-AABE-24B6ABC34EF4}" srcOrd="0" destOrd="0" presId="urn:microsoft.com/office/officeart/2005/8/layout/orgChart1"/>
    <dgm:cxn modelId="{B05736D7-9184-46F4-A962-FFD4612E9A4D}" type="presParOf" srcId="{0875E0EA-7F0C-4F7B-AABE-24B6ABC34EF4}" destId="{AA5F18E1-B48C-4BDA-8AFF-5EDB24F43665}" srcOrd="0" destOrd="0" presId="urn:microsoft.com/office/officeart/2005/8/layout/orgChart1"/>
    <dgm:cxn modelId="{96059A9C-A97D-4048-8C0E-289398C2AC5D}" type="presParOf" srcId="{0875E0EA-7F0C-4F7B-AABE-24B6ABC34EF4}" destId="{C5EDF0BA-0FF1-4EF0-9C85-42D76525267E}" srcOrd="1" destOrd="0" presId="urn:microsoft.com/office/officeart/2005/8/layout/orgChart1"/>
    <dgm:cxn modelId="{CFC33D65-7FD6-4AA3-9137-4DE9CDAF1704}" type="presParOf" srcId="{63F24775-0B55-4DFE-A862-A334C30AD8BE}" destId="{25694BCA-C74F-4B9B-BAB1-A6FB25540ACC}" srcOrd="1" destOrd="0" presId="urn:microsoft.com/office/officeart/2005/8/layout/orgChart1"/>
    <dgm:cxn modelId="{2A1C8EB2-27D3-4D3B-890B-A735C9EDD4BE}" type="presParOf" srcId="{63F24775-0B55-4DFE-A862-A334C30AD8BE}" destId="{72E5AAD4-EE29-4BD4-A93E-C28211CD0768}" srcOrd="2" destOrd="0" presId="urn:microsoft.com/office/officeart/2005/8/layout/orgChart1"/>
    <dgm:cxn modelId="{88D76596-8A94-4712-A5DE-90A67C382217}" type="presParOf" srcId="{85B28007-1142-4CE5-866B-9B89A3719DBB}" destId="{C594CDBD-5C92-4F83-AF20-75B3A9A3C65D}" srcOrd="6" destOrd="0" presId="urn:microsoft.com/office/officeart/2005/8/layout/orgChart1"/>
    <dgm:cxn modelId="{09CF7DDD-D603-4119-B1CF-D9ECD4F9290F}" type="presParOf" srcId="{85B28007-1142-4CE5-866B-9B89A3719DBB}" destId="{A9C627D1-545D-4F35-BD0D-8EDF6D46ADD3}" srcOrd="7" destOrd="0" presId="urn:microsoft.com/office/officeart/2005/8/layout/orgChart1"/>
    <dgm:cxn modelId="{1BFB37E8-C32D-4C65-BBBF-8CEE904197A9}" type="presParOf" srcId="{A9C627D1-545D-4F35-BD0D-8EDF6D46ADD3}" destId="{27E9A000-9273-4643-BF04-F4E0082F9DB6}" srcOrd="0" destOrd="0" presId="urn:microsoft.com/office/officeart/2005/8/layout/orgChart1"/>
    <dgm:cxn modelId="{558DB4EF-BA16-40FB-8517-9857C51E1D57}" type="presParOf" srcId="{27E9A000-9273-4643-BF04-F4E0082F9DB6}" destId="{9A109CE6-EE44-4707-A2DB-B8A18EB11EE3}" srcOrd="0" destOrd="0" presId="urn:microsoft.com/office/officeart/2005/8/layout/orgChart1"/>
    <dgm:cxn modelId="{8F7672C3-81CA-4621-BB4B-8C4D7A4A2733}" type="presParOf" srcId="{27E9A000-9273-4643-BF04-F4E0082F9DB6}" destId="{D7BEB20B-D243-4742-98C1-12D1FE233B39}" srcOrd="1" destOrd="0" presId="urn:microsoft.com/office/officeart/2005/8/layout/orgChart1"/>
    <dgm:cxn modelId="{800BAB70-ABFA-43F3-9F26-211D0E152082}" type="presParOf" srcId="{A9C627D1-545D-4F35-BD0D-8EDF6D46ADD3}" destId="{58E819FD-F166-47BC-BDF8-4B0C1A72CC37}" srcOrd="1" destOrd="0" presId="urn:microsoft.com/office/officeart/2005/8/layout/orgChart1"/>
    <dgm:cxn modelId="{78FB1612-0971-43F3-9B47-D844635A2EC9}" type="presParOf" srcId="{A9C627D1-545D-4F35-BD0D-8EDF6D46ADD3}" destId="{151F876F-82D9-4725-B6DC-19788A97AA30}" srcOrd="2" destOrd="0" presId="urn:microsoft.com/office/officeart/2005/8/layout/orgChart1"/>
    <dgm:cxn modelId="{9E678CE9-AB1C-47BE-97B7-406E2A7C7BF7}" type="presParOf" srcId="{85B28007-1142-4CE5-866B-9B89A3719DBB}" destId="{E3D52699-DF19-4162-A11A-E869553CC359}" srcOrd="8" destOrd="0" presId="urn:microsoft.com/office/officeart/2005/8/layout/orgChart1"/>
    <dgm:cxn modelId="{6AABEA00-77EA-4521-8CC9-72E0CB0E4D93}" type="presParOf" srcId="{85B28007-1142-4CE5-866B-9B89A3719DBB}" destId="{7656A7AC-63B5-41D3-8D21-2FC690F199A1}" srcOrd="9" destOrd="0" presId="urn:microsoft.com/office/officeart/2005/8/layout/orgChart1"/>
    <dgm:cxn modelId="{ED0098FF-894F-43EC-956F-9A1AD611F5CA}" type="presParOf" srcId="{7656A7AC-63B5-41D3-8D21-2FC690F199A1}" destId="{815E9C75-C323-4CE6-A381-FE72DF8C847F}" srcOrd="0" destOrd="0" presId="urn:microsoft.com/office/officeart/2005/8/layout/orgChart1"/>
    <dgm:cxn modelId="{2F3FD8BD-3B05-41C0-8A2C-C6C94D7447B0}" type="presParOf" srcId="{815E9C75-C323-4CE6-A381-FE72DF8C847F}" destId="{F85C48EF-2438-443A-80DB-BFB6807819EA}" srcOrd="0" destOrd="0" presId="urn:microsoft.com/office/officeart/2005/8/layout/orgChart1"/>
    <dgm:cxn modelId="{02593809-D083-4985-B2BA-F4379F2D116C}" type="presParOf" srcId="{815E9C75-C323-4CE6-A381-FE72DF8C847F}" destId="{45845A14-1D99-4BF9-8C54-A4A3800B4509}" srcOrd="1" destOrd="0" presId="urn:microsoft.com/office/officeart/2005/8/layout/orgChart1"/>
    <dgm:cxn modelId="{16301CD9-FBEF-465E-8300-D84A5EC14D18}" type="presParOf" srcId="{7656A7AC-63B5-41D3-8D21-2FC690F199A1}" destId="{8AC0FA46-3B7E-4D1B-8303-48640E1B940C}" srcOrd="1" destOrd="0" presId="urn:microsoft.com/office/officeart/2005/8/layout/orgChart1"/>
    <dgm:cxn modelId="{1FFFD5C9-CE93-4B41-8A32-880927CEDCA7}" type="presParOf" srcId="{7656A7AC-63B5-41D3-8D21-2FC690F199A1}" destId="{37F7DB42-696A-467E-8483-F32E5DD4287A}" srcOrd="2" destOrd="0" presId="urn:microsoft.com/office/officeart/2005/8/layout/orgChart1"/>
    <dgm:cxn modelId="{8DDA645B-C542-4F12-98A0-F7F2E122C606}" type="presParOf" srcId="{85B28007-1142-4CE5-866B-9B89A3719DBB}" destId="{2F08460D-5119-476B-B55C-25B84FCE2199}" srcOrd="10" destOrd="0" presId="urn:microsoft.com/office/officeart/2005/8/layout/orgChart1"/>
    <dgm:cxn modelId="{C97DAD41-3D63-49A2-A583-658E474C8DB2}" type="presParOf" srcId="{85B28007-1142-4CE5-866B-9B89A3719DBB}" destId="{4F06D579-EAC8-4AD1-821C-2C11BE730948}" srcOrd="11" destOrd="0" presId="urn:microsoft.com/office/officeart/2005/8/layout/orgChart1"/>
    <dgm:cxn modelId="{F157B306-7AF0-4C37-B100-143718DB83A4}" type="presParOf" srcId="{4F06D579-EAC8-4AD1-821C-2C11BE730948}" destId="{56A066DE-7CA8-41CC-A3E5-FD9060F42B01}" srcOrd="0" destOrd="0" presId="urn:microsoft.com/office/officeart/2005/8/layout/orgChart1"/>
    <dgm:cxn modelId="{463024EF-3A84-4CE1-BCCB-6804FBE72814}" type="presParOf" srcId="{56A066DE-7CA8-41CC-A3E5-FD9060F42B01}" destId="{ED7DCFD1-2ED5-43BD-85D9-1F1C678E749D}" srcOrd="0" destOrd="0" presId="urn:microsoft.com/office/officeart/2005/8/layout/orgChart1"/>
    <dgm:cxn modelId="{40D0759B-319C-4DD7-A6E0-F6D13B46A957}" type="presParOf" srcId="{56A066DE-7CA8-41CC-A3E5-FD9060F42B01}" destId="{79AA5D35-0733-472C-BACA-BEFBBA80807F}" srcOrd="1" destOrd="0" presId="urn:microsoft.com/office/officeart/2005/8/layout/orgChart1"/>
    <dgm:cxn modelId="{4011638D-84FA-4ED4-9640-9480384EA973}" type="presParOf" srcId="{4F06D579-EAC8-4AD1-821C-2C11BE730948}" destId="{97D7688A-42FF-4FD8-8BB4-8F5D900DE57B}" srcOrd="1" destOrd="0" presId="urn:microsoft.com/office/officeart/2005/8/layout/orgChart1"/>
    <dgm:cxn modelId="{9CE7C715-FA74-4AC8-BDC4-BEE595DF79C6}" type="presParOf" srcId="{4F06D579-EAC8-4AD1-821C-2C11BE730948}" destId="{8C7450B7-0603-4423-B5C6-35487B448360}" srcOrd="2" destOrd="0" presId="urn:microsoft.com/office/officeart/2005/8/layout/orgChart1"/>
    <dgm:cxn modelId="{2490F75F-E43F-4DF4-A029-E20F8767CBF0}" type="presParOf" srcId="{D012D41D-2047-4850-A018-C494E3050433}" destId="{1EAF0C1D-B961-453F-A4B6-5AB4A1DF6C86}" srcOrd="2" destOrd="0" presId="urn:microsoft.com/office/officeart/2005/8/layout/orgChart1"/>
    <dgm:cxn modelId="{41B8767F-C294-42C1-B064-4A551067079C}" type="presParOf" srcId="{F7361499-0881-429A-A29D-867590DA04B4}" destId="{E3846638-E2F1-4A0A-9D23-6C8D000C9076}" srcOrd="4" destOrd="0" presId="urn:microsoft.com/office/officeart/2005/8/layout/orgChart1"/>
    <dgm:cxn modelId="{D3028272-709F-4D19-832C-CA49AF11E38F}" type="presParOf" srcId="{F7361499-0881-429A-A29D-867590DA04B4}" destId="{6297E528-4932-4DAD-9089-6EF50ED305E5}" srcOrd="5" destOrd="0" presId="urn:microsoft.com/office/officeart/2005/8/layout/orgChart1"/>
    <dgm:cxn modelId="{7B917DB0-2C61-433A-B48C-24B50F0B82B7}" type="presParOf" srcId="{6297E528-4932-4DAD-9089-6EF50ED305E5}" destId="{5476F3C6-01C0-4B7B-AEEB-128A519FC6DF}" srcOrd="0" destOrd="0" presId="urn:microsoft.com/office/officeart/2005/8/layout/orgChart1"/>
    <dgm:cxn modelId="{3B24E50E-E234-4828-8331-48D8D294F57D}" type="presParOf" srcId="{5476F3C6-01C0-4B7B-AEEB-128A519FC6DF}" destId="{0A0B5936-9E46-4F25-A686-D2D725C97398}" srcOrd="0" destOrd="0" presId="urn:microsoft.com/office/officeart/2005/8/layout/orgChart1"/>
    <dgm:cxn modelId="{5B2CE149-BDC5-425A-83B2-F781D7A9CED5}" type="presParOf" srcId="{5476F3C6-01C0-4B7B-AEEB-128A519FC6DF}" destId="{3FC39D07-F168-4981-BBEE-C39DBBB10B64}" srcOrd="1" destOrd="0" presId="urn:microsoft.com/office/officeart/2005/8/layout/orgChart1"/>
    <dgm:cxn modelId="{7D660E8E-C068-4974-AECB-E4775C3A3EF0}" type="presParOf" srcId="{6297E528-4932-4DAD-9089-6EF50ED305E5}" destId="{8E1D4170-C476-4F8A-A5C1-D4D141BCFB97}" srcOrd="1" destOrd="0" presId="urn:microsoft.com/office/officeart/2005/8/layout/orgChart1"/>
    <dgm:cxn modelId="{EA7EB4A5-69A7-46E6-A4AB-72BCC6F383AF}" type="presParOf" srcId="{6297E528-4932-4DAD-9089-6EF50ED305E5}" destId="{507F693D-CF0C-4583-9211-FA885F931298}" srcOrd="2" destOrd="0" presId="urn:microsoft.com/office/officeart/2005/8/layout/orgChart1"/>
    <dgm:cxn modelId="{42645BD3-AA9C-4A45-BCAE-F28E79BE07CF}" type="presParOf" srcId="{F7361499-0881-429A-A29D-867590DA04B4}" destId="{FB1FD5D7-7F81-4D09-A6B6-C13D20C3FEE6}" srcOrd="6" destOrd="0" presId="urn:microsoft.com/office/officeart/2005/8/layout/orgChart1"/>
    <dgm:cxn modelId="{BC6C3D7C-76EE-41ED-B715-7258CF425933}" type="presParOf" srcId="{F7361499-0881-429A-A29D-867590DA04B4}" destId="{6E56DDF1-3F20-4FBD-BAE2-8F73D736EA2A}" srcOrd="7" destOrd="0" presId="urn:microsoft.com/office/officeart/2005/8/layout/orgChart1"/>
    <dgm:cxn modelId="{E734C8ED-C8E4-474D-A86A-27053C95C361}" type="presParOf" srcId="{6E56DDF1-3F20-4FBD-BAE2-8F73D736EA2A}" destId="{6602F771-FDB6-45DC-96D8-D3D28DA0BEB1}" srcOrd="0" destOrd="0" presId="urn:microsoft.com/office/officeart/2005/8/layout/orgChart1"/>
    <dgm:cxn modelId="{5A67C0BE-9D76-4973-ABCA-78D445147692}" type="presParOf" srcId="{6602F771-FDB6-45DC-96D8-D3D28DA0BEB1}" destId="{D266158C-CB49-432B-98C6-F83C12922DB1}" srcOrd="0" destOrd="0" presId="urn:microsoft.com/office/officeart/2005/8/layout/orgChart1"/>
    <dgm:cxn modelId="{B8119368-3F07-4CDE-8DDE-FDD397EDE1B4}" type="presParOf" srcId="{6602F771-FDB6-45DC-96D8-D3D28DA0BEB1}" destId="{458B8FE7-7F79-4A7A-AF87-76D265851038}" srcOrd="1" destOrd="0" presId="urn:microsoft.com/office/officeart/2005/8/layout/orgChart1"/>
    <dgm:cxn modelId="{0151FB93-6404-4040-931C-EBC231777747}" type="presParOf" srcId="{6E56DDF1-3F20-4FBD-BAE2-8F73D736EA2A}" destId="{365C7705-0899-42BF-A3C4-58F7A8BA3510}" srcOrd="1" destOrd="0" presId="urn:microsoft.com/office/officeart/2005/8/layout/orgChart1"/>
    <dgm:cxn modelId="{571C88C7-2307-44E9-8EDF-CE1F4749CB8E}" type="presParOf" srcId="{365C7705-0899-42BF-A3C4-58F7A8BA3510}" destId="{8346ADF0-FC2A-4566-B586-0DDFC5C101C8}" srcOrd="0" destOrd="0" presId="urn:microsoft.com/office/officeart/2005/8/layout/orgChart1"/>
    <dgm:cxn modelId="{D3FFAB96-DF85-47C3-B4A5-4D2ABB562D60}" type="presParOf" srcId="{365C7705-0899-42BF-A3C4-58F7A8BA3510}" destId="{67D876E5-1D83-43C6-A7EF-28BF1837881E}" srcOrd="1" destOrd="0" presId="urn:microsoft.com/office/officeart/2005/8/layout/orgChart1"/>
    <dgm:cxn modelId="{2D6486B8-B717-4233-9C46-F5C0CF52E302}" type="presParOf" srcId="{67D876E5-1D83-43C6-A7EF-28BF1837881E}" destId="{3AEAE361-19EF-4E1D-9831-319AB944FA71}" srcOrd="0" destOrd="0" presId="urn:microsoft.com/office/officeart/2005/8/layout/orgChart1"/>
    <dgm:cxn modelId="{FCC03BE4-D500-4762-86D6-207BB8BD9D67}" type="presParOf" srcId="{3AEAE361-19EF-4E1D-9831-319AB944FA71}" destId="{4A34A119-EA4A-4D8D-A46A-C12D9F2E0C7D}" srcOrd="0" destOrd="0" presId="urn:microsoft.com/office/officeart/2005/8/layout/orgChart1"/>
    <dgm:cxn modelId="{F59BD2CB-A2B9-48EC-9AF8-0568EC22C2F8}" type="presParOf" srcId="{3AEAE361-19EF-4E1D-9831-319AB944FA71}" destId="{C6C2C2FA-AB6F-4588-AA68-793E3F5147AC}" srcOrd="1" destOrd="0" presId="urn:microsoft.com/office/officeart/2005/8/layout/orgChart1"/>
    <dgm:cxn modelId="{76C9083C-2FB3-470F-B5A5-0939D07CA4EA}" type="presParOf" srcId="{67D876E5-1D83-43C6-A7EF-28BF1837881E}" destId="{B2C0D22E-CE93-405D-B146-04033B0E5B49}" srcOrd="1" destOrd="0" presId="urn:microsoft.com/office/officeart/2005/8/layout/orgChart1"/>
    <dgm:cxn modelId="{2842F0F9-E5E0-46CB-8994-8A8CBF79E36B}" type="presParOf" srcId="{67D876E5-1D83-43C6-A7EF-28BF1837881E}" destId="{9B714B96-87B8-4137-B9AD-0AF117B9E0FF}" srcOrd="2" destOrd="0" presId="urn:microsoft.com/office/officeart/2005/8/layout/orgChart1"/>
    <dgm:cxn modelId="{FF9398F9-4E24-4823-94E3-314B73B28BA0}" type="presParOf" srcId="{365C7705-0899-42BF-A3C4-58F7A8BA3510}" destId="{AC8E2007-7370-4519-AE46-E7C8A8E1987F}" srcOrd="2" destOrd="0" presId="urn:microsoft.com/office/officeart/2005/8/layout/orgChart1"/>
    <dgm:cxn modelId="{892F3D4A-8377-4613-9015-56CADDC8D96F}" type="presParOf" srcId="{365C7705-0899-42BF-A3C4-58F7A8BA3510}" destId="{69815D90-43CB-4454-A499-3B79AF5D3E70}" srcOrd="3" destOrd="0" presId="urn:microsoft.com/office/officeart/2005/8/layout/orgChart1"/>
    <dgm:cxn modelId="{F0FAB487-2D9E-437B-8D68-497E8B250F9F}" type="presParOf" srcId="{69815D90-43CB-4454-A499-3B79AF5D3E70}" destId="{BE68AB59-3589-4C2D-8477-1B9BF8A06E03}" srcOrd="0" destOrd="0" presId="urn:microsoft.com/office/officeart/2005/8/layout/orgChart1"/>
    <dgm:cxn modelId="{CF334064-80D8-4725-A300-4F5C39258471}" type="presParOf" srcId="{BE68AB59-3589-4C2D-8477-1B9BF8A06E03}" destId="{E78281AE-5D8A-4B89-910F-F8289A7AE4A1}" srcOrd="0" destOrd="0" presId="urn:microsoft.com/office/officeart/2005/8/layout/orgChart1"/>
    <dgm:cxn modelId="{9655A643-4C6F-4EA3-A756-26A13FAF0CCB}" type="presParOf" srcId="{BE68AB59-3589-4C2D-8477-1B9BF8A06E03}" destId="{2FB1630D-1C1B-43E3-8A56-59332945FDD0}" srcOrd="1" destOrd="0" presId="urn:microsoft.com/office/officeart/2005/8/layout/orgChart1"/>
    <dgm:cxn modelId="{9F20FCD3-7DE7-416E-87CF-F693121BE11E}" type="presParOf" srcId="{69815D90-43CB-4454-A499-3B79AF5D3E70}" destId="{1122714B-B6A3-48E8-89D7-0B530C7DB58D}" srcOrd="1" destOrd="0" presId="urn:microsoft.com/office/officeart/2005/8/layout/orgChart1"/>
    <dgm:cxn modelId="{0464C5D0-17F3-48E4-8107-316FDBA2DFE2}" type="presParOf" srcId="{69815D90-43CB-4454-A499-3B79AF5D3E70}" destId="{EED40E6A-FB17-4EA5-B9FB-77195078C2B8}" srcOrd="2" destOrd="0" presId="urn:microsoft.com/office/officeart/2005/8/layout/orgChart1"/>
    <dgm:cxn modelId="{FEC63AAE-4E1D-44CA-8851-C9FB79A97571}" type="presParOf" srcId="{365C7705-0899-42BF-A3C4-58F7A8BA3510}" destId="{3E558764-8DBC-45B1-9FD3-C170F6917490}" srcOrd="4" destOrd="0" presId="urn:microsoft.com/office/officeart/2005/8/layout/orgChart1"/>
    <dgm:cxn modelId="{F8A25866-CBAC-4E57-B86D-718EE153F21D}" type="presParOf" srcId="{365C7705-0899-42BF-A3C4-58F7A8BA3510}" destId="{2CE23D70-1FD6-4B1A-BDDC-A3365C86C59F}" srcOrd="5" destOrd="0" presId="urn:microsoft.com/office/officeart/2005/8/layout/orgChart1"/>
    <dgm:cxn modelId="{DABDE51E-6498-4276-BF91-ED91B8FE7013}" type="presParOf" srcId="{2CE23D70-1FD6-4B1A-BDDC-A3365C86C59F}" destId="{869461C6-086A-449D-8F31-ECAEF68DF612}" srcOrd="0" destOrd="0" presId="urn:microsoft.com/office/officeart/2005/8/layout/orgChart1"/>
    <dgm:cxn modelId="{743CA637-B714-4C73-8323-52A6A4692D49}" type="presParOf" srcId="{869461C6-086A-449D-8F31-ECAEF68DF612}" destId="{E3A23251-7AF0-4294-83F6-779D526B4972}" srcOrd="0" destOrd="0" presId="urn:microsoft.com/office/officeart/2005/8/layout/orgChart1"/>
    <dgm:cxn modelId="{995DA552-14F2-446F-B12A-87CFE5921CCD}" type="presParOf" srcId="{869461C6-086A-449D-8F31-ECAEF68DF612}" destId="{07C84A40-D50D-4B9E-A2CD-5A27A0053404}" srcOrd="1" destOrd="0" presId="urn:microsoft.com/office/officeart/2005/8/layout/orgChart1"/>
    <dgm:cxn modelId="{63CFD62F-5FCA-4730-AD63-B4CBAC215033}" type="presParOf" srcId="{2CE23D70-1FD6-4B1A-BDDC-A3365C86C59F}" destId="{893E5CCA-07A2-4F0A-B475-6796970EB34A}" srcOrd="1" destOrd="0" presId="urn:microsoft.com/office/officeart/2005/8/layout/orgChart1"/>
    <dgm:cxn modelId="{1968BA51-8E74-466D-BA5B-501A238936BB}" type="presParOf" srcId="{2CE23D70-1FD6-4B1A-BDDC-A3365C86C59F}" destId="{B48D7A0C-A8BC-4145-8150-9F47B72A6D78}" srcOrd="2" destOrd="0" presId="urn:microsoft.com/office/officeart/2005/8/layout/orgChart1"/>
    <dgm:cxn modelId="{27480D27-5A52-4FA6-9B14-1D800165BD4F}" type="presParOf" srcId="{365C7705-0899-42BF-A3C4-58F7A8BA3510}" destId="{889E069F-8EB2-4451-84CC-2D9431FB2E06}" srcOrd="6" destOrd="0" presId="urn:microsoft.com/office/officeart/2005/8/layout/orgChart1"/>
    <dgm:cxn modelId="{FA875FE3-48D7-46FA-A5F4-2B3338D68818}" type="presParOf" srcId="{365C7705-0899-42BF-A3C4-58F7A8BA3510}" destId="{AEC167A2-AF26-443F-B0C1-BC0D47773664}" srcOrd="7" destOrd="0" presId="urn:microsoft.com/office/officeart/2005/8/layout/orgChart1"/>
    <dgm:cxn modelId="{DD5AFD98-381A-42D9-B5D8-4F733D2609AE}" type="presParOf" srcId="{AEC167A2-AF26-443F-B0C1-BC0D47773664}" destId="{F7D9B403-E4FC-4239-9795-5F45221353BB}" srcOrd="0" destOrd="0" presId="urn:microsoft.com/office/officeart/2005/8/layout/orgChart1"/>
    <dgm:cxn modelId="{BBD36D8E-E144-4679-A568-98EB3DC01CD7}" type="presParOf" srcId="{F7D9B403-E4FC-4239-9795-5F45221353BB}" destId="{AA59BD1B-1DA3-4E7E-8DDF-6D0D5ADD4B27}" srcOrd="0" destOrd="0" presId="urn:microsoft.com/office/officeart/2005/8/layout/orgChart1"/>
    <dgm:cxn modelId="{2C97605A-3ABC-4E30-9E39-2EE66C5D767C}" type="presParOf" srcId="{F7D9B403-E4FC-4239-9795-5F45221353BB}" destId="{2D5AF12D-C783-48A0-B79E-F118508B0660}" srcOrd="1" destOrd="0" presId="urn:microsoft.com/office/officeart/2005/8/layout/orgChart1"/>
    <dgm:cxn modelId="{F4BE6BCA-7AAB-4F1F-B1EF-2AD452EA3BD5}" type="presParOf" srcId="{AEC167A2-AF26-443F-B0C1-BC0D47773664}" destId="{AB36C228-C732-4320-89E0-3647026FB33A}" srcOrd="1" destOrd="0" presId="urn:microsoft.com/office/officeart/2005/8/layout/orgChart1"/>
    <dgm:cxn modelId="{714E472D-B961-43D5-84CB-4858D74557AE}" type="presParOf" srcId="{AEC167A2-AF26-443F-B0C1-BC0D47773664}" destId="{B300C54A-7EDC-48A6-ADB8-9C3711AB8BE0}" srcOrd="2" destOrd="0" presId="urn:microsoft.com/office/officeart/2005/8/layout/orgChart1"/>
    <dgm:cxn modelId="{C1B28962-3C90-43CB-A610-3BD68C431833}" type="presParOf" srcId="{6E56DDF1-3F20-4FBD-BAE2-8F73D736EA2A}" destId="{2AF89D3B-9AA6-458E-96C1-018C125C4D13}" srcOrd="2" destOrd="0" presId="urn:microsoft.com/office/officeart/2005/8/layout/orgChart1"/>
    <dgm:cxn modelId="{CF23E29A-ADA0-497A-9284-416EBF838AAB}" type="presParOf" srcId="{F7361499-0881-429A-A29D-867590DA04B4}" destId="{DCBDF18A-7985-4114-A48F-C02FDBD7F047}" srcOrd="8" destOrd="0" presId="urn:microsoft.com/office/officeart/2005/8/layout/orgChart1"/>
    <dgm:cxn modelId="{30451656-711D-46F2-A925-349D01D6D587}" type="presParOf" srcId="{F7361499-0881-429A-A29D-867590DA04B4}" destId="{3A61EB7B-6DE3-47D6-8D9B-65E43B183193}" srcOrd="9" destOrd="0" presId="urn:microsoft.com/office/officeart/2005/8/layout/orgChart1"/>
    <dgm:cxn modelId="{65BF872C-7D69-4582-A030-A9DDE945F5B8}" type="presParOf" srcId="{3A61EB7B-6DE3-47D6-8D9B-65E43B183193}" destId="{E3961C32-7182-4A41-8FF8-ACFAD810A41A}" srcOrd="0" destOrd="0" presId="urn:microsoft.com/office/officeart/2005/8/layout/orgChart1"/>
    <dgm:cxn modelId="{2C79E1C7-AB35-4B3B-BCC2-B8D4C29F72BD}" type="presParOf" srcId="{E3961C32-7182-4A41-8FF8-ACFAD810A41A}" destId="{9430D4EE-7144-47C1-9DCF-751EA81EAD8B}" srcOrd="0" destOrd="0" presId="urn:microsoft.com/office/officeart/2005/8/layout/orgChart1"/>
    <dgm:cxn modelId="{7F7D7E02-531D-4F7F-A049-39735C83376D}" type="presParOf" srcId="{E3961C32-7182-4A41-8FF8-ACFAD810A41A}" destId="{33A307A3-E248-4E49-92C4-81F76BF18D2B}" srcOrd="1" destOrd="0" presId="urn:microsoft.com/office/officeart/2005/8/layout/orgChart1"/>
    <dgm:cxn modelId="{330AAAD8-CB06-428A-B9CF-95BE1A19E01E}" type="presParOf" srcId="{3A61EB7B-6DE3-47D6-8D9B-65E43B183193}" destId="{83A55A0C-F8B0-4A4F-8DAF-E8FE3AB8EF19}" srcOrd="1" destOrd="0" presId="urn:microsoft.com/office/officeart/2005/8/layout/orgChart1"/>
    <dgm:cxn modelId="{2FBB8C3F-1EAA-402D-8575-19149623FE99}" type="presParOf" srcId="{83A55A0C-F8B0-4A4F-8DAF-E8FE3AB8EF19}" destId="{B867DD7D-EC7E-4CB7-94BA-2EDEDC55DC2B}" srcOrd="0" destOrd="0" presId="urn:microsoft.com/office/officeart/2005/8/layout/orgChart1"/>
    <dgm:cxn modelId="{CE6143EC-7338-4094-9A3D-13A24ABA899A}" type="presParOf" srcId="{83A55A0C-F8B0-4A4F-8DAF-E8FE3AB8EF19}" destId="{0921E07E-433E-4318-AEF8-2E926D57D48B}" srcOrd="1" destOrd="0" presId="urn:microsoft.com/office/officeart/2005/8/layout/orgChart1"/>
    <dgm:cxn modelId="{BBE343A0-43E8-4378-B00A-0CB8066EE870}" type="presParOf" srcId="{0921E07E-433E-4318-AEF8-2E926D57D48B}" destId="{505CE041-9A42-464B-BFC0-5D031DAD9599}" srcOrd="0" destOrd="0" presId="urn:microsoft.com/office/officeart/2005/8/layout/orgChart1"/>
    <dgm:cxn modelId="{A23FC804-8EE3-4663-8935-4831CB731AE1}" type="presParOf" srcId="{505CE041-9A42-464B-BFC0-5D031DAD9599}" destId="{B2BE5A94-0B57-4334-BA19-FCB01A235853}" srcOrd="0" destOrd="0" presId="urn:microsoft.com/office/officeart/2005/8/layout/orgChart1"/>
    <dgm:cxn modelId="{898D7B40-6877-4499-8AB4-1223A4C78CEA}" type="presParOf" srcId="{505CE041-9A42-464B-BFC0-5D031DAD9599}" destId="{0EE76EF7-C164-4113-BE54-7C81411E8FB1}" srcOrd="1" destOrd="0" presId="urn:microsoft.com/office/officeart/2005/8/layout/orgChart1"/>
    <dgm:cxn modelId="{FDCC583B-594C-433C-A65C-6E3E1C4F44E7}" type="presParOf" srcId="{0921E07E-433E-4318-AEF8-2E926D57D48B}" destId="{C9EC4934-45D3-42D9-B2C2-C4557B60F233}" srcOrd="1" destOrd="0" presId="urn:microsoft.com/office/officeart/2005/8/layout/orgChart1"/>
    <dgm:cxn modelId="{40C7A2DC-5797-4079-8358-D0911DFECC26}" type="presParOf" srcId="{0921E07E-433E-4318-AEF8-2E926D57D48B}" destId="{6E7F81CD-BEBC-451B-9A31-541DF20EB6AE}" srcOrd="2" destOrd="0" presId="urn:microsoft.com/office/officeart/2005/8/layout/orgChart1"/>
    <dgm:cxn modelId="{03B4A1A4-6818-4C09-8E9D-7C5751F5CF5E}" type="presParOf" srcId="{83A55A0C-F8B0-4A4F-8DAF-E8FE3AB8EF19}" destId="{E1756ACA-6C99-4767-BC1C-699987D59699}" srcOrd="2" destOrd="0" presId="urn:microsoft.com/office/officeart/2005/8/layout/orgChart1"/>
    <dgm:cxn modelId="{1D4D959F-1F42-4BD9-827C-A4CF32FA1A22}" type="presParOf" srcId="{83A55A0C-F8B0-4A4F-8DAF-E8FE3AB8EF19}" destId="{3351BB64-9CB2-4AD7-9820-94F0555EA012}" srcOrd="3" destOrd="0" presId="urn:microsoft.com/office/officeart/2005/8/layout/orgChart1"/>
    <dgm:cxn modelId="{4CECDC8B-59DB-4887-BF08-19ADA846D6FE}" type="presParOf" srcId="{3351BB64-9CB2-4AD7-9820-94F0555EA012}" destId="{E56756EA-9720-423F-B6FF-22267C5ED905}" srcOrd="0" destOrd="0" presId="urn:microsoft.com/office/officeart/2005/8/layout/orgChart1"/>
    <dgm:cxn modelId="{952ADDB8-A1C7-4669-AB1E-CC3B21E65F49}" type="presParOf" srcId="{E56756EA-9720-423F-B6FF-22267C5ED905}" destId="{F1E2F52C-EBA9-4EAA-99D2-E3A7AC6130C0}" srcOrd="0" destOrd="0" presId="urn:microsoft.com/office/officeart/2005/8/layout/orgChart1"/>
    <dgm:cxn modelId="{5ED4DC4B-3230-4362-8E5F-169DC1FB2370}" type="presParOf" srcId="{E56756EA-9720-423F-B6FF-22267C5ED905}" destId="{75EFC34D-24F8-4954-90EC-B926D4BD9DEB}" srcOrd="1" destOrd="0" presId="urn:microsoft.com/office/officeart/2005/8/layout/orgChart1"/>
    <dgm:cxn modelId="{EAA6F62E-2365-4C06-9CFD-A2D18E97CE7E}" type="presParOf" srcId="{3351BB64-9CB2-4AD7-9820-94F0555EA012}" destId="{AC9F552D-06C3-40F1-A157-A2095BFDF74E}" srcOrd="1" destOrd="0" presId="urn:microsoft.com/office/officeart/2005/8/layout/orgChart1"/>
    <dgm:cxn modelId="{7294B7D5-2137-44D7-89B9-17FBAC6FDBA2}" type="presParOf" srcId="{3351BB64-9CB2-4AD7-9820-94F0555EA012}" destId="{F49AE9FB-FA39-4277-8BAF-800928100D5A}" srcOrd="2" destOrd="0" presId="urn:microsoft.com/office/officeart/2005/8/layout/orgChart1"/>
    <dgm:cxn modelId="{E15CD56A-A3CA-4423-8C3A-7FFA59657E4D}" type="presParOf" srcId="{3A61EB7B-6DE3-47D6-8D9B-65E43B183193}" destId="{0ACD4C51-4B3C-4208-9D28-CABD49F18A52}" srcOrd="2" destOrd="0" presId="urn:microsoft.com/office/officeart/2005/8/layout/orgChart1"/>
    <dgm:cxn modelId="{4BDCDD64-424C-4B60-A3B0-41F5DEBB0031}" type="presParOf" srcId="{F7361499-0881-429A-A29D-867590DA04B4}" destId="{E84EF890-C8B7-431D-B326-5DB5C63CFCFE}" srcOrd="10" destOrd="0" presId="urn:microsoft.com/office/officeart/2005/8/layout/orgChart1"/>
    <dgm:cxn modelId="{9891F5F8-C463-47B5-BB5C-FC545AAF365C}" type="presParOf" srcId="{F7361499-0881-429A-A29D-867590DA04B4}" destId="{497D25E5-4FAF-491A-9573-2F9FE2F5A6ED}" srcOrd="11" destOrd="0" presId="urn:microsoft.com/office/officeart/2005/8/layout/orgChart1"/>
    <dgm:cxn modelId="{16947F30-7D78-4538-9754-03F7A563A752}" type="presParOf" srcId="{497D25E5-4FAF-491A-9573-2F9FE2F5A6ED}" destId="{023ED117-4ADA-49DB-9E6F-3240D357E3F9}" srcOrd="0" destOrd="0" presId="urn:microsoft.com/office/officeart/2005/8/layout/orgChart1"/>
    <dgm:cxn modelId="{FEA8E6C3-EFEF-4AF1-9BDE-2D0A88758780}" type="presParOf" srcId="{023ED117-4ADA-49DB-9E6F-3240D357E3F9}" destId="{29730FFF-224C-49C4-B457-5F4E43860104}" srcOrd="0" destOrd="0" presId="urn:microsoft.com/office/officeart/2005/8/layout/orgChart1"/>
    <dgm:cxn modelId="{45537121-FA7F-45AA-8103-FAC3CC3D4370}" type="presParOf" srcId="{023ED117-4ADA-49DB-9E6F-3240D357E3F9}" destId="{22AEEEBD-26C9-437B-8C2D-2F2A8285EA48}" srcOrd="1" destOrd="0" presId="urn:microsoft.com/office/officeart/2005/8/layout/orgChart1"/>
    <dgm:cxn modelId="{178DB0FA-4EB6-43B2-AC05-CC8FA5AB4042}" type="presParOf" srcId="{497D25E5-4FAF-491A-9573-2F9FE2F5A6ED}" destId="{045CF96C-D78C-4703-A37A-CAD3D5D6A19E}" srcOrd="1" destOrd="0" presId="urn:microsoft.com/office/officeart/2005/8/layout/orgChart1"/>
    <dgm:cxn modelId="{937E4E35-4010-483A-94BA-8EC617061F47}" type="presParOf" srcId="{045CF96C-D78C-4703-A37A-CAD3D5D6A19E}" destId="{63DFAB8F-A8B0-4B06-9A20-862E4797DCB0}" srcOrd="0" destOrd="0" presId="urn:microsoft.com/office/officeart/2005/8/layout/orgChart1"/>
    <dgm:cxn modelId="{E74A55A2-3FD4-452C-B473-50E4749C82CF}" type="presParOf" srcId="{045CF96C-D78C-4703-A37A-CAD3D5D6A19E}" destId="{BF206D5C-94A2-4735-ABA5-8FE49268D7C6}" srcOrd="1" destOrd="0" presId="urn:microsoft.com/office/officeart/2005/8/layout/orgChart1"/>
    <dgm:cxn modelId="{BA9457D8-52C5-482E-B50A-A5E19B1E6074}" type="presParOf" srcId="{BF206D5C-94A2-4735-ABA5-8FE49268D7C6}" destId="{7F78BE31-4C98-4C5C-AFCC-7874717FDD65}" srcOrd="0" destOrd="0" presId="urn:microsoft.com/office/officeart/2005/8/layout/orgChart1"/>
    <dgm:cxn modelId="{DC5F40DA-672E-43B3-89F2-3B75C79CDDC2}" type="presParOf" srcId="{7F78BE31-4C98-4C5C-AFCC-7874717FDD65}" destId="{CFE984F0-A23D-4C16-AF3E-9E3799FDDB47}" srcOrd="0" destOrd="0" presId="urn:microsoft.com/office/officeart/2005/8/layout/orgChart1"/>
    <dgm:cxn modelId="{DFFA3CDE-11F2-4F46-BCF0-E3B1E815650B}" type="presParOf" srcId="{7F78BE31-4C98-4C5C-AFCC-7874717FDD65}" destId="{310D7B0F-0B4A-4C33-9EE5-F28BA3B84737}" srcOrd="1" destOrd="0" presId="urn:microsoft.com/office/officeart/2005/8/layout/orgChart1"/>
    <dgm:cxn modelId="{716B68EE-713C-4547-9E2D-C259AB3905F8}" type="presParOf" srcId="{BF206D5C-94A2-4735-ABA5-8FE49268D7C6}" destId="{D0E40E91-C9EE-4CD9-907F-2CDF74AF5913}" srcOrd="1" destOrd="0" presId="urn:microsoft.com/office/officeart/2005/8/layout/orgChart1"/>
    <dgm:cxn modelId="{E436C2E8-A3E5-4617-B6ED-330F8ED04176}" type="presParOf" srcId="{BF206D5C-94A2-4735-ABA5-8FE49268D7C6}" destId="{BED537BC-E289-4C75-8849-167D3D09ADB3}" srcOrd="2" destOrd="0" presId="urn:microsoft.com/office/officeart/2005/8/layout/orgChart1"/>
    <dgm:cxn modelId="{D7947A3F-F645-439E-A588-5A189082C2D4}" type="presParOf" srcId="{045CF96C-D78C-4703-A37A-CAD3D5D6A19E}" destId="{16117ADD-5804-4051-8E2E-5D8228EB9E8C}" srcOrd="2" destOrd="0" presId="urn:microsoft.com/office/officeart/2005/8/layout/orgChart1"/>
    <dgm:cxn modelId="{7760F5AA-7409-43ED-8930-7077DA378ED3}" type="presParOf" srcId="{045CF96C-D78C-4703-A37A-CAD3D5D6A19E}" destId="{EACA9727-B6C9-48FA-9E93-7DCC3D7CD56B}" srcOrd="3" destOrd="0" presId="urn:microsoft.com/office/officeart/2005/8/layout/orgChart1"/>
    <dgm:cxn modelId="{4377F3B0-1377-43FE-83F1-5602867E6AB9}" type="presParOf" srcId="{EACA9727-B6C9-48FA-9E93-7DCC3D7CD56B}" destId="{A32FE4E0-F3DF-4D24-8852-6EE7AFB74CE4}" srcOrd="0" destOrd="0" presId="urn:microsoft.com/office/officeart/2005/8/layout/orgChart1"/>
    <dgm:cxn modelId="{E1290EF8-AF07-4921-9BC1-D5238940D560}" type="presParOf" srcId="{A32FE4E0-F3DF-4D24-8852-6EE7AFB74CE4}" destId="{851ABD50-2222-4EC5-B741-E2A081905406}" srcOrd="0" destOrd="0" presId="urn:microsoft.com/office/officeart/2005/8/layout/orgChart1"/>
    <dgm:cxn modelId="{7BD0A042-5E47-4C91-AD3A-221780EDC54F}" type="presParOf" srcId="{A32FE4E0-F3DF-4D24-8852-6EE7AFB74CE4}" destId="{21884C84-8A1B-4211-B29D-C3214D989B87}" srcOrd="1" destOrd="0" presId="urn:microsoft.com/office/officeart/2005/8/layout/orgChart1"/>
    <dgm:cxn modelId="{13A3EA75-3756-4118-A296-5A7B0A9E87C6}" type="presParOf" srcId="{EACA9727-B6C9-48FA-9E93-7DCC3D7CD56B}" destId="{858ABE8D-DCB8-4EC4-93BE-A3E730B5228B}" srcOrd="1" destOrd="0" presId="urn:microsoft.com/office/officeart/2005/8/layout/orgChart1"/>
    <dgm:cxn modelId="{D855C419-E6AA-4B31-A684-2E87930867B6}" type="presParOf" srcId="{EACA9727-B6C9-48FA-9E93-7DCC3D7CD56B}" destId="{0C49AED6-3681-47A2-A7CC-B915C2804EC7}" srcOrd="2" destOrd="0" presId="urn:microsoft.com/office/officeart/2005/8/layout/orgChart1"/>
    <dgm:cxn modelId="{EBF290E9-BCD4-417A-B683-7B0F645FEC5D}" type="presParOf" srcId="{497D25E5-4FAF-491A-9573-2F9FE2F5A6ED}" destId="{0DAC065C-081A-4C72-9BC3-BCB72C3AA7DE}" srcOrd="2" destOrd="0" presId="urn:microsoft.com/office/officeart/2005/8/layout/orgChart1"/>
    <dgm:cxn modelId="{6D610F02-5321-4A03-BC82-5257196D1594}" type="presParOf" srcId="{83EF0105-2409-40E1-8F17-B8050AE4756A}" destId="{185C0EC7-BBC1-45A4-BF2C-3E6BF15C585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C695C5F-E41D-4AB9-BD85-80B23BD9BFCD}" type="doc">
      <dgm:prSet loTypeId="urn:microsoft.com/office/officeart/2008/layout/LinedList" loCatId="hierarchy" qsTypeId="urn:microsoft.com/office/officeart/2005/8/quickstyle/simple1" qsCatId="simple" csTypeId="urn:microsoft.com/office/officeart/2005/8/colors/accent2_3" csCatId="accent2" phldr="1"/>
      <dgm:spPr/>
      <dgm:t>
        <a:bodyPr/>
        <a:lstStyle/>
        <a:p>
          <a:endParaRPr lang="en-IN"/>
        </a:p>
      </dgm:t>
    </dgm:pt>
    <dgm:pt modelId="{E901BE09-5FC1-4872-A080-B71DC4B7CC2F}">
      <dgm:prSet/>
      <dgm:spPr/>
      <dgm:t>
        <a:bodyPr/>
        <a:lstStyle/>
        <a:p>
          <a:pPr algn="just" rtl="0"/>
          <a:r>
            <a:rPr lang="en-US" dirty="0" smtClean="0"/>
            <a:t>A contract is said to be discharged when it ceases to operate, i.e. when the rights and obligations created by it come to an end. A contract may be discharged by – </a:t>
          </a:r>
          <a:endParaRPr lang="en-IN" dirty="0"/>
        </a:p>
      </dgm:t>
    </dgm:pt>
    <dgm:pt modelId="{C552407D-EA48-4CF8-BD56-8203F0982578}" type="parTrans" cxnId="{287482D5-8391-4DD8-9C09-DA70CB772E4A}">
      <dgm:prSet/>
      <dgm:spPr/>
      <dgm:t>
        <a:bodyPr/>
        <a:lstStyle/>
        <a:p>
          <a:endParaRPr lang="en-IN"/>
        </a:p>
      </dgm:t>
    </dgm:pt>
    <dgm:pt modelId="{00D4EA0F-9453-4F6A-B4D7-0279DAEAAFB1}" type="sibTrans" cxnId="{287482D5-8391-4DD8-9C09-DA70CB772E4A}">
      <dgm:prSet/>
      <dgm:spPr/>
      <dgm:t>
        <a:bodyPr/>
        <a:lstStyle/>
        <a:p>
          <a:endParaRPr lang="en-IN"/>
        </a:p>
      </dgm:t>
    </dgm:pt>
    <dgm:pt modelId="{41585C18-41D4-422A-8EE9-5E063EB0F258}">
      <dgm:prSet/>
      <dgm:spPr/>
      <dgm:t>
        <a:bodyPr/>
        <a:lstStyle/>
        <a:p>
          <a:pPr rtl="0"/>
          <a:r>
            <a:rPr lang="en-US" dirty="0" smtClean="0"/>
            <a:t>1. By performance</a:t>
          </a:r>
          <a:endParaRPr lang="en-IN" dirty="0"/>
        </a:p>
      </dgm:t>
    </dgm:pt>
    <dgm:pt modelId="{80F41D46-F55B-497D-A07E-52AF480126C4}" type="parTrans" cxnId="{9BD6AB3D-2BB6-4C92-855E-0D7DA7EF9E4A}">
      <dgm:prSet/>
      <dgm:spPr/>
      <dgm:t>
        <a:bodyPr/>
        <a:lstStyle/>
        <a:p>
          <a:endParaRPr lang="en-IN"/>
        </a:p>
      </dgm:t>
    </dgm:pt>
    <dgm:pt modelId="{2ECD4222-4147-49A8-BC73-913B6EDE370C}" type="sibTrans" cxnId="{9BD6AB3D-2BB6-4C92-855E-0D7DA7EF9E4A}">
      <dgm:prSet/>
      <dgm:spPr/>
      <dgm:t>
        <a:bodyPr/>
        <a:lstStyle/>
        <a:p>
          <a:endParaRPr lang="en-IN"/>
        </a:p>
      </dgm:t>
    </dgm:pt>
    <dgm:pt modelId="{DADFB1DF-1D87-4E95-B787-6BF60AEC7383}">
      <dgm:prSet/>
      <dgm:spPr/>
      <dgm:t>
        <a:bodyPr/>
        <a:lstStyle/>
        <a:p>
          <a:pPr rtl="0"/>
          <a:r>
            <a:rPr lang="en-US" dirty="0" smtClean="0"/>
            <a:t>2. By agreement of consent</a:t>
          </a:r>
          <a:endParaRPr lang="en-IN" dirty="0"/>
        </a:p>
      </dgm:t>
    </dgm:pt>
    <dgm:pt modelId="{40DE2A8A-4AB8-41C6-ACD6-C35074B96462}" type="parTrans" cxnId="{CB13DDE4-4E53-45F6-B98C-99855785BE10}">
      <dgm:prSet/>
      <dgm:spPr/>
      <dgm:t>
        <a:bodyPr/>
        <a:lstStyle/>
        <a:p>
          <a:endParaRPr lang="en-IN"/>
        </a:p>
      </dgm:t>
    </dgm:pt>
    <dgm:pt modelId="{B85CB578-1BF5-4A4A-BF4A-26C3C4E6388F}" type="sibTrans" cxnId="{CB13DDE4-4E53-45F6-B98C-99855785BE10}">
      <dgm:prSet/>
      <dgm:spPr/>
      <dgm:t>
        <a:bodyPr/>
        <a:lstStyle/>
        <a:p>
          <a:endParaRPr lang="en-IN"/>
        </a:p>
      </dgm:t>
    </dgm:pt>
    <dgm:pt modelId="{71F21050-97DF-452B-940F-65AB753B59AC}">
      <dgm:prSet/>
      <dgm:spPr/>
      <dgm:t>
        <a:bodyPr/>
        <a:lstStyle/>
        <a:p>
          <a:pPr rtl="0"/>
          <a:r>
            <a:rPr lang="en-US" smtClean="0"/>
            <a:t>3. By impossibility</a:t>
          </a:r>
          <a:endParaRPr lang="en-IN"/>
        </a:p>
      </dgm:t>
    </dgm:pt>
    <dgm:pt modelId="{552E8735-D8EA-4C04-8222-3A5531AB2F3C}" type="parTrans" cxnId="{56FBB320-1D1F-44D7-AC79-08AA21D1F5E0}">
      <dgm:prSet/>
      <dgm:spPr/>
      <dgm:t>
        <a:bodyPr/>
        <a:lstStyle/>
        <a:p>
          <a:endParaRPr lang="en-IN"/>
        </a:p>
      </dgm:t>
    </dgm:pt>
    <dgm:pt modelId="{256D16C4-D783-43C5-8AE6-A7B337A15DB0}" type="sibTrans" cxnId="{56FBB320-1D1F-44D7-AC79-08AA21D1F5E0}">
      <dgm:prSet/>
      <dgm:spPr/>
      <dgm:t>
        <a:bodyPr/>
        <a:lstStyle/>
        <a:p>
          <a:endParaRPr lang="en-IN"/>
        </a:p>
      </dgm:t>
    </dgm:pt>
    <dgm:pt modelId="{627320A3-E977-4505-B9E7-676546557264}">
      <dgm:prSet/>
      <dgm:spPr/>
      <dgm:t>
        <a:bodyPr/>
        <a:lstStyle/>
        <a:p>
          <a:pPr rtl="0"/>
          <a:r>
            <a:rPr lang="en-US" smtClean="0"/>
            <a:t>4. By lapse of time</a:t>
          </a:r>
          <a:endParaRPr lang="en-IN"/>
        </a:p>
      </dgm:t>
    </dgm:pt>
    <dgm:pt modelId="{B8B62911-D61B-476B-BAB3-2F3A4FE851CE}" type="parTrans" cxnId="{0295468C-22B3-49D6-89B7-863831597DBF}">
      <dgm:prSet/>
      <dgm:spPr/>
      <dgm:t>
        <a:bodyPr/>
        <a:lstStyle/>
        <a:p>
          <a:endParaRPr lang="en-IN"/>
        </a:p>
      </dgm:t>
    </dgm:pt>
    <dgm:pt modelId="{B13AE99E-1963-4C3B-B7E4-261883E5566B}" type="sibTrans" cxnId="{0295468C-22B3-49D6-89B7-863831597DBF}">
      <dgm:prSet/>
      <dgm:spPr/>
      <dgm:t>
        <a:bodyPr/>
        <a:lstStyle/>
        <a:p>
          <a:endParaRPr lang="en-IN"/>
        </a:p>
      </dgm:t>
    </dgm:pt>
    <dgm:pt modelId="{8EAA7C28-A15E-4CE2-A84C-863D7C5789D9}">
      <dgm:prSet/>
      <dgm:spPr/>
      <dgm:t>
        <a:bodyPr/>
        <a:lstStyle/>
        <a:p>
          <a:pPr rtl="0"/>
          <a:r>
            <a:rPr lang="en-US" smtClean="0"/>
            <a:t>5. By operation of law</a:t>
          </a:r>
          <a:endParaRPr lang="en-IN"/>
        </a:p>
      </dgm:t>
    </dgm:pt>
    <dgm:pt modelId="{D13782CE-1A37-491B-9062-4F1A62C78136}" type="parTrans" cxnId="{F8CD0B8D-29FB-4E97-96D5-D06C9C336FCB}">
      <dgm:prSet/>
      <dgm:spPr/>
      <dgm:t>
        <a:bodyPr/>
        <a:lstStyle/>
        <a:p>
          <a:endParaRPr lang="en-IN"/>
        </a:p>
      </dgm:t>
    </dgm:pt>
    <dgm:pt modelId="{B2D16A0B-EB75-4365-9F4D-C60682A642BF}" type="sibTrans" cxnId="{F8CD0B8D-29FB-4E97-96D5-D06C9C336FCB}">
      <dgm:prSet/>
      <dgm:spPr/>
      <dgm:t>
        <a:bodyPr/>
        <a:lstStyle/>
        <a:p>
          <a:endParaRPr lang="en-IN"/>
        </a:p>
      </dgm:t>
    </dgm:pt>
    <dgm:pt modelId="{A635E96E-45D9-42AD-9BB6-98B5888A0462}">
      <dgm:prSet/>
      <dgm:spPr/>
      <dgm:t>
        <a:bodyPr/>
        <a:lstStyle/>
        <a:p>
          <a:pPr rtl="0"/>
          <a:r>
            <a:rPr lang="en-US" smtClean="0"/>
            <a:t>6. By breach of contract</a:t>
          </a:r>
          <a:endParaRPr lang="en-IN"/>
        </a:p>
      </dgm:t>
    </dgm:pt>
    <dgm:pt modelId="{E1ED061A-5418-4D30-A7FE-D6828FE96DFD}" type="parTrans" cxnId="{3C8A5EDD-65C3-46D5-A33B-ECCA0ED88CC1}">
      <dgm:prSet/>
      <dgm:spPr/>
      <dgm:t>
        <a:bodyPr/>
        <a:lstStyle/>
        <a:p>
          <a:endParaRPr lang="en-IN"/>
        </a:p>
      </dgm:t>
    </dgm:pt>
    <dgm:pt modelId="{144606EA-067E-4AAD-8796-DC6DDC3ED7AA}" type="sibTrans" cxnId="{3C8A5EDD-65C3-46D5-A33B-ECCA0ED88CC1}">
      <dgm:prSet/>
      <dgm:spPr/>
      <dgm:t>
        <a:bodyPr/>
        <a:lstStyle/>
        <a:p>
          <a:endParaRPr lang="en-IN"/>
        </a:p>
      </dgm:t>
    </dgm:pt>
    <dgm:pt modelId="{18B80F0C-23D6-4AAD-9A82-8D057A9018EC}" type="pres">
      <dgm:prSet presAssocID="{9C695C5F-E41D-4AB9-BD85-80B23BD9BFCD}" presName="vert0" presStyleCnt="0">
        <dgm:presLayoutVars>
          <dgm:dir/>
          <dgm:animOne val="branch"/>
          <dgm:animLvl val="lvl"/>
        </dgm:presLayoutVars>
      </dgm:prSet>
      <dgm:spPr/>
      <dgm:t>
        <a:bodyPr/>
        <a:lstStyle/>
        <a:p>
          <a:endParaRPr lang="en-IN"/>
        </a:p>
      </dgm:t>
    </dgm:pt>
    <dgm:pt modelId="{68BC55B8-C7E3-407D-8D08-3B784C745987}" type="pres">
      <dgm:prSet presAssocID="{E901BE09-5FC1-4872-A080-B71DC4B7CC2F}" presName="thickLine" presStyleLbl="alignNode1" presStyleIdx="0" presStyleCnt="1"/>
      <dgm:spPr/>
    </dgm:pt>
    <dgm:pt modelId="{C884EF91-167D-4731-9A76-C4FD9F0AC120}" type="pres">
      <dgm:prSet presAssocID="{E901BE09-5FC1-4872-A080-B71DC4B7CC2F}" presName="horz1" presStyleCnt="0"/>
      <dgm:spPr/>
    </dgm:pt>
    <dgm:pt modelId="{ECFC418F-95CF-4543-A5F7-B178A3E91B90}" type="pres">
      <dgm:prSet presAssocID="{E901BE09-5FC1-4872-A080-B71DC4B7CC2F}" presName="tx1" presStyleLbl="revTx" presStyleIdx="0" presStyleCnt="7"/>
      <dgm:spPr/>
      <dgm:t>
        <a:bodyPr/>
        <a:lstStyle/>
        <a:p>
          <a:endParaRPr lang="en-IN"/>
        </a:p>
      </dgm:t>
    </dgm:pt>
    <dgm:pt modelId="{8A0BDACC-0D6D-4ECF-BDE1-77654852FF9B}" type="pres">
      <dgm:prSet presAssocID="{E901BE09-5FC1-4872-A080-B71DC4B7CC2F}" presName="vert1" presStyleCnt="0"/>
      <dgm:spPr/>
    </dgm:pt>
    <dgm:pt modelId="{BC2FA3DF-0132-4BBA-9A73-B3E480D09624}" type="pres">
      <dgm:prSet presAssocID="{41585C18-41D4-422A-8EE9-5E063EB0F258}" presName="vertSpace2a" presStyleCnt="0"/>
      <dgm:spPr/>
    </dgm:pt>
    <dgm:pt modelId="{0956616F-4CEA-4CB9-A1C7-636B0E3FF733}" type="pres">
      <dgm:prSet presAssocID="{41585C18-41D4-422A-8EE9-5E063EB0F258}" presName="horz2" presStyleCnt="0"/>
      <dgm:spPr/>
    </dgm:pt>
    <dgm:pt modelId="{E02328FF-D83E-4E00-B29E-A987B954D3ED}" type="pres">
      <dgm:prSet presAssocID="{41585C18-41D4-422A-8EE9-5E063EB0F258}" presName="horzSpace2" presStyleCnt="0"/>
      <dgm:spPr/>
    </dgm:pt>
    <dgm:pt modelId="{E217C4B9-1FAF-4FE5-B317-AA5B0DC7E748}" type="pres">
      <dgm:prSet presAssocID="{41585C18-41D4-422A-8EE9-5E063EB0F258}" presName="tx2" presStyleLbl="revTx" presStyleIdx="1" presStyleCnt="7"/>
      <dgm:spPr/>
      <dgm:t>
        <a:bodyPr/>
        <a:lstStyle/>
        <a:p>
          <a:endParaRPr lang="en-IN"/>
        </a:p>
      </dgm:t>
    </dgm:pt>
    <dgm:pt modelId="{E3A43FCF-52CA-43BC-9FF5-A899FEF64D02}" type="pres">
      <dgm:prSet presAssocID="{41585C18-41D4-422A-8EE9-5E063EB0F258}" presName="vert2" presStyleCnt="0"/>
      <dgm:spPr/>
    </dgm:pt>
    <dgm:pt modelId="{81A295A5-C9D0-4084-8067-E2594ECB0073}" type="pres">
      <dgm:prSet presAssocID="{41585C18-41D4-422A-8EE9-5E063EB0F258}" presName="thinLine2b" presStyleLbl="callout" presStyleIdx="0" presStyleCnt="6"/>
      <dgm:spPr/>
    </dgm:pt>
    <dgm:pt modelId="{2D76BC0E-F0F5-4DF8-B0A2-047CED4BE1CB}" type="pres">
      <dgm:prSet presAssocID="{41585C18-41D4-422A-8EE9-5E063EB0F258}" presName="vertSpace2b" presStyleCnt="0"/>
      <dgm:spPr/>
    </dgm:pt>
    <dgm:pt modelId="{ECF94248-1C61-412B-9DD6-FAB10EFA156E}" type="pres">
      <dgm:prSet presAssocID="{DADFB1DF-1D87-4E95-B787-6BF60AEC7383}" presName="horz2" presStyleCnt="0"/>
      <dgm:spPr/>
    </dgm:pt>
    <dgm:pt modelId="{C5EB762F-3A69-40B4-84CC-5118129BC4FE}" type="pres">
      <dgm:prSet presAssocID="{DADFB1DF-1D87-4E95-B787-6BF60AEC7383}" presName="horzSpace2" presStyleCnt="0"/>
      <dgm:spPr/>
    </dgm:pt>
    <dgm:pt modelId="{88353678-8791-49CB-A292-36AE8121323D}" type="pres">
      <dgm:prSet presAssocID="{DADFB1DF-1D87-4E95-B787-6BF60AEC7383}" presName="tx2" presStyleLbl="revTx" presStyleIdx="2" presStyleCnt="7"/>
      <dgm:spPr/>
      <dgm:t>
        <a:bodyPr/>
        <a:lstStyle/>
        <a:p>
          <a:endParaRPr lang="en-IN"/>
        </a:p>
      </dgm:t>
    </dgm:pt>
    <dgm:pt modelId="{1C538CEA-CA16-4A32-96DD-2219C0846ED4}" type="pres">
      <dgm:prSet presAssocID="{DADFB1DF-1D87-4E95-B787-6BF60AEC7383}" presName="vert2" presStyleCnt="0"/>
      <dgm:spPr/>
    </dgm:pt>
    <dgm:pt modelId="{E7AC4595-0C02-488F-81F9-635EFA8B6E3A}" type="pres">
      <dgm:prSet presAssocID="{DADFB1DF-1D87-4E95-B787-6BF60AEC7383}" presName="thinLine2b" presStyleLbl="callout" presStyleIdx="1" presStyleCnt="6"/>
      <dgm:spPr/>
    </dgm:pt>
    <dgm:pt modelId="{79471159-1C65-48DB-91B4-DF34F64E8228}" type="pres">
      <dgm:prSet presAssocID="{DADFB1DF-1D87-4E95-B787-6BF60AEC7383}" presName="vertSpace2b" presStyleCnt="0"/>
      <dgm:spPr/>
    </dgm:pt>
    <dgm:pt modelId="{849450D0-D549-4191-BAAD-B619F3B4864C}" type="pres">
      <dgm:prSet presAssocID="{71F21050-97DF-452B-940F-65AB753B59AC}" presName="horz2" presStyleCnt="0"/>
      <dgm:spPr/>
    </dgm:pt>
    <dgm:pt modelId="{691842E7-D8FD-4ED9-B325-69DA8628BC14}" type="pres">
      <dgm:prSet presAssocID="{71F21050-97DF-452B-940F-65AB753B59AC}" presName="horzSpace2" presStyleCnt="0"/>
      <dgm:spPr/>
    </dgm:pt>
    <dgm:pt modelId="{4C6ED7DD-2073-474F-ABBF-13455B96FB84}" type="pres">
      <dgm:prSet presAssocID="{71F21050-97DF-452B-940F-65AB753B59AC}" presName="tx2" presStyleLbl="revTx" presStyleIdx="3" presStyleCnt="7"/>
      <dgm:spPr/>
      <dgm:t>
        <a:bodyPr/>
        <a:lstStyle/>
        <a:p>
          <a:endParaRPr lang="en-IN"/>
        </a:p>
      </dgm:t>
    </dgm:pt>
    <dgm:pt modelId="{500D7BB1-3DD8-4A02-B36A-B723396D6A1A}" type="pres">
      <dgm:prSet presAssocID="{71F21050-97DF-452B-940F-65AB753B59AC}" presName="vert2" presStyleCnt="0"/>
      <dgm:spPr/>
    </dgm:pt>
    <dgm:pt modelId="{FD3B2207-EFF1-43D9-9708-9493CC169080}" type="pres">
      <dgm:prSet presAssocID="{71F21050-97DF-452B-940F-65AB753B59AC}" presName="thinLine2b" presStyleLbl="callout" presStyleIdx="2" presStyleCnt="6"/>
      <dgm:spPr/>
    </dgm:pt>
    <dgm:pt modelId="{82B85E3F-E8ED-490C-80A1-4CF98EAC6C7B}" type="pres">
      <dgm:prSet presAssocID="{71F21050-97DF-452B-940F-65AB753B59AC}" presName="vertSpace2b" presStyleCnt="0"/>
      <dgm:spPr/>
    </dgm:pt>
    <dgm:pt modelId="{D27BF089-627E-46BD-8003-F5938FA3DD83}" type="pres">
      <dgm:prSet presAssocID="{627320A3-E977-4505-B9E7-676546557264}" presName="horz2" presStyleCnt="0"/>
      <dgm:spPr/>
    </dgm:pt>
    <dgm:pt modelId="{9216411F-1FDC-481D-A035-C596FD090763}" type="pres">
      <dgm:prSet presAssocID="{627320A3-E977-4505-B9E7-676546557264}" presName="horzSpace2" presStyleCnt="0"/>
      <dgm:spPr/>
    </dgm:pt>
    <dgm:pt modelId="{042EFC20-48AD-4102-AF6A-E01383F29FFD}" type="pres">
      <dgm:prSet presAssocID="{627320A3-E977-4505-B9E7-676546557264}" presName="tx2" presStyleLbl="revTx" presStyleIdx="4" presStyleCnt="7"/>
      <dgm:spPr/>
      <dgm:t>
        <a:bodyPr/>
        <a:lstStyle/>
        <a:p>
          <a:endParaRPr lang="en-IN"/>
        </a:p>
      </dgm:t>
    </dgm:pt>
    <dgm:pt modelId="{0D7149EF-6B12-4438-8852-54CB57CF7098}" type="pres">
      <dgm:prSet presAssocID="{627320A3-E977-4505-B9E7-676546557264}" presName="vert2" presStyleCnt="0"/>
      <dgm:spPr/>
    </dgm:pt>
    <dgm:pt modelId="{3B455CB0-1AFE-4B99-8002-FCD9852B6E92}" type="pres">
      <dgm:prSet presAssocID="{627320A3-E977-4505-B9E7-676546557264}" presName="thinLine2b" presStyleLbl="callout" presStyleIdx="3" presStyleCnt="6"/>
      <dgm:spPr/>
    </dgm:pt>
    <dgm:pt modelId="{B1C7AE6C-2E8C-4B4C-8352-CA556F1861E9}" type="pres">
      <dgm:prSet presAssocID="{627320A3-E977-4505-B9E7-676546557264}" presName="vertSpace2b" presStyleCnt="0"/>
      <dgm:spPr/>
    </dgm:pt>
    <dgm:pt modelId="{D7F210A5-D5E1-467C-97FF-1C60CE9B857B}" type="pres">
      <dgm:prSet presAssocID="{8EAA7C28-A15E-4CE2-A84C-863D7C5789D9}" presName="horz2" presStyleCnt="0"/>
      <dgm:spPr/>
    </dgm:pt>
    <dgm:pt modelId="{FF6D248A-A4DE-416E-A499-1A9B1FF86489}" type="pres">
      <dgm:prSet presAssocID="{8EAA7C28-A15E-4CE2-A84C-863D7C5789D9}" presName="horzSpace2" presStyleCnt="0"/>
      <dgm:spPr/>
    </dgm:pt>
    <dgm:pt modelId="{6C6FEE25-F716-4733-8F83-0673B1B50A54}" type="pres">
      <dgm:prSet presAssocID="{8EAA7C28-A15E-4CE2-A84C-863D7C5789D9}" presName="tx2" presStyleLbl="revTx" presStyleIdx="5" presStyleCnt="7"/>
      <dgm:spPr/>
      <dgm:t>
        <a:bodyPr/>
        <a:lstStyle/>
        <a:p>
          <a:endParaRPr lang="en-IN"/>
        </a:p>
      </dgm:t>
    </dgm:pt>
    <dgm:pt modelId="{79444546-FABA-43D0-9F85-7FC91E53B080}" type="pres">
      <dgm:prSet presAssocID="{8EAA7C28-A15E-4CE2-A84C-863D7C5789D9}" presName="vert2" presStyleCnt="0"/>
      <dgm:spPr/>
    </dgm:pt>
    <dgm:pt modelId="{27D6BBE1-06C3-46A8-8D50-C78A0C5E7B55}" type="pres">
      <dgm:prSet presAssocID="{8EAA7C28-A15E-4CE2-A84C-863D7C5789D9}" presName="thinLine2b" presStyleLbl="callout" presStyleIdx="4" presStyleCnt="6"/>
      <dgm:spPr/>
    </dgm:pt>
    <dgm:pt modelId="{8E1F9FC1-14D7-4EA7-ACE4-BF7779C034BA}" type="pres">
      <dgm:prSet presAssocID="{8EAA7C28-A15E-4CE2-A84C-863D7C5789D9}" presName="vertSpace2b" presStyleCnt="0"/>
      <dgm:spPr/>
    </dgm:pt>
    <dgm:pt modelId="{811C6528-FF84-4325-A56D-4ABC2556189F}" type="pres">
      <dgm:prSet presAssocID="{A635E96E-45D9-42AD-9BB6-98B5888A0462}" presName="horz2" presStyleCnt="0"/>
      <dgm:spPr/>
    </dgm:pt>
    <dgm:pt modelId="{FF8A5C88-B94A-4179-A22F-1F43597463EC}" type="pres">
      <dgm:prSet presAssocID="{A635E96E-45D9-42AD-9BB6-98B5888A0462}" presName="horzSpace2" presStyleCnt="0"/>
      <dgm:spPr/>
    </dgm:pt>
    <dgm:pt modelId="{79F25FDB-D865-4F93-A936-0FC7DCE85F91}" type="pres">
      <dgm:prSet presAssocID="{A635E96E-45D9-42AD-9BB6-98B5888A0462}" presName="tx2" presStyleLbl="revTx" presStyleIdx="6" presStyleCnt="7"/>
      <dgm:spPr/>
      <dgm:t>
        <a:bodyPr/>
        <a:lstStyle/>
        <a:p>
          <a:endParaRPr lang="en-IN"/>
        </a:p>
      </dgm:t>
    </dgm:pt>
    <dgm:pt modelId="{1124A8A4-2DDB-428E-9635-7C98419C6BDF}" type="pres">
      <dgm:prSet presAssocID="{A635E96E-45D9-42AD-9BB6-98B5888A0462}" presName="vert2" presStyleCnt="0"/>
      <dgm:spPr/>
    </dgm:pt>
    <dgm:pt modelId="{4EBBC5CF-CCA8-4B2A-A88A-9382166A7BF7}" type="pres">
      <dgm:prSet presAssocID="{A635E96E-45D9-42AD-9BB6-98B5888A0462}" presName="thinLine2b" presStyleLbl="callout" presStyleIdx="5" presStyleCnt="6"/>
      <dgm:spPr/>
    </dgm:pt>
    <dgm:pt modelId="{F07AA861-EF37-4208-A449-DE660088FE96}" type="pres">
      <dgm:prSet presAssocID="{A635E96E-45D9-42AD-9BB6-98B5888A0462}" presName="vertSpace2b" presStyleCnt="0"/>
      <dgm:spPr/>
    </dgm:pt>
  </dgm:ptLst>
  <dgm:cxnLst>
    <dgm:cxn modelId="{9BD6AB3D-2BB6-4C92-855E-0D7DA7EF9E4A}" srcId="{E901BE09-5FC1-4872-A080-B71DC4B7CC2F}" destId="{41585C18-41D4-422A-8EE9-5E063EB0F258}" srcOrd="0" destOrd="0" parTransId="{80F41D46-F55B-497D-A07E-52AF480126C4}" sibTransId="{2ECD4222-4147-49A8-BC73-913B6EDE370C}"/>
    <dgm:cxn modelId="{4EF6887A-104A-412B-B0C9-C751E54DEF1E}" type="presOf" srcId="{9C695C5F-E41D-4AB9-BD85-80B23BD9BFCD}" destId="{18B80F0C-23D6-4AAD-9A82-8D057A9018EC}" srcOrd="0" destOrd="0" presId="urn:microsoft.com/office/officeart/2008/layout/LinedList"/>
    <dgm:cxn modelId="{8A353553-B1EB-4CC2-B420-7E29ADB13557}" type="presOf" srcId="{A635E96E-45D9-42AD-9BB6-98B5888A0462}" destId="{79F25FDB-D865-4F93-A936-0FC7DCE85F91}" srcOrd="0" destOrd="0" presId="urn:microsoft.com/office/officeart/2008/layout/LinedList"/>
    <dgm:cxn modelId="{0295468C-22B3-49D6-89B7-863831597DBF}" srcId="{E901BE09-5FC1-4872-A080-B71DC4B7CC2F}" destId="{627320A3-E977-4505-B9E7-676546557264}" srcOrd="3" destOrd="0" parTransId="{B8B62911-D61B-476B-BAB3-2F3A4FE851CE}" sibTransId="{B13AE99E-1963-4C3B-B7E4-261883E5566B}"/>
    <dgm:cxn modelId="{287482D5-8391-4DD8-9C09-DA70CB772E4A}" srcId="{9C695C5F-E41D-4AB9-BD85-80B23BD9BFCD}" destId="{E901BE09-5FC1-4872-A080-B71DC4B7CC2F}" srcOrd="0" destOrd="0" parTransId="{C552407D-EA48-4CF8-BD56-8203F0982578}" sibTransId="{00D4EA0F-9453-4F6A-B4D7-0279DAEAAFB1}"/>
    <dgm:cxn modelId="{262FF617-258E-41B4-8531-6AB36BB90473}" type="presOf" srcId="{71F21050-97DF-452B-940F-65AB753B59AC}" destId="{4C6ED7DD-2073-474F-ABBF-13455B96FB84}" srcOrd="0" destOrd="0" presId="urn:microsoft.com/office/officeart/2008/layout/LinedList"/>
    <dgm:cxn modelId="{B7622B33-9369-443D-9049-CCF5701503BE}" type="presOf" srcId="{8EAA7C28-A15E-4CE2-A84C-863D7C5789D9}" destId="{6C6FEE25-F716-4733-8F83-0673B1B50A54}" srcOrd="0" destOrd="0" presId="urn:microsoft.com/office/officeart/2008/layout/LinedList"/>
    <dgm:cxn modelId="{7D7125ED-07CC-46D3-99A4-19FAA95D98BF}" type="presOf" srcId="{41585C18-41D4-422A-8EE9-5E063EB0F258}" destId="{E217C4B9-1FAF-4FE5-B317-AA5B0DC7E748}" srcOrd="0" destOrd="0" presId="urn:microsoft.com/office/officeart/2008/layout/LinedList"/>
    <dgm:cxn modelId="{EE7BC034-5EA5-4895-8AFA-ADE016DE3477}" type="presOf" srcId="{627320A3-E977-4505-B9E7-676546557264}" destId="{042EFC20-48AD-4102-AF6A-E01383F29FFD}" srcOrd="0" destOrd="0" presId="urn:microsoft.com/office/officeart/2008/layout/LinedList"/>
    <dgm:cxn modelId="{CB13DDE4-4E53-45F6-B98C-99855785BE10}" srcId="{E901BE09-5FC1-4872-A080-B71DC4B7CC2F}" destId="{DADFB1DF-1D87-4E95-B787-6BF60AEC7383}" srcOrd="1" destOrd="0" parTransId="{40DE2A8A-4AB8-41C6-ACD6-C35074B96462}" sibTransId="{B85CB578-1BF5-4A4A-BF4A-26C3C4E6388F}"/>
    <dgm:cxn modelId="{56FBB320-1D1F-44D7-AC79-08AA21D1F5E0}" srcId="{E901BE09-5FC1-4872-A080-B71DC4B7CC2F}" destId="{71F21050-97DF-452B-940F-65AB753B59AC}" srcOrd="2" destOrd="0" parTransId="{552E8735-D8EA-4C04-8222-3A5531AB2F3C}" sibTransId="{256D16C4-D783-43C5-8AE6-A7B337A15DB0}"/>
    <dgm:cxn modelId="{EF87DDD1-A522-47D0-BA4D-07CA025A3E6E}" type="presOf" srcId="{E901BE09-5FC1-4872-A080-B71DC4B7CC2F}" destId="{ECFC418F-95CF-4543-A5F7-B178A3E91B90}" srcOrd="0" destOrd="0" presId="urn:microsoft.com/office/officeart/2008/layout/LinedList"/>
    <dgm:cxn modelId="{A9AA8429-3CB7-4D0E-B956-670A5C469F27}" type="presOf" srcId="{DADFB1DF-1D87-4E95-B787-6BF60AEC7383}" destId="{88353678-8791-49CB-A292-36AE8121323D}" srcOrd="0" destOrd="0" presId="urn:microsoft.com/office/officeart/2008/layout/LinedList"/>
    <dgm:cxn modelId="{3C8A5EDD-65C3-46D5-A33B-ECCA0ED88CC1}" srcId="{E901BE09-5FC1-4872-A080-B71DC4B7CC2F}" destId="{A635E96E-45D9-42AD-9BB6-98B5888A0462}" srcOrd="5" destOrd="0" parTransId="{E1ED061A-5418-4D30-A7FE-D6828FE96DFD}" sibTransId="{144606EA-067E-4AAD-8796-DC6DDC3ED7AA}"/>
    <dgm:cxn modelId="{F8CD0B8D-29FB-4E97-96D5-D06C9C336FCB}" srcId="{E901BE09-5FC1-4872-A080-B71DC4B7CC2F}" destId="{8EAA7C28-A15E-4CE2-A84C-863D7C5789D9}" srcOrd="4" destOrd="0" parTransId="{D13782CE-1A37-491B-9062-4F1A62C78136}" sibTransId="{B2D16A0B-EB75-4365-9F4D-C60682A642BF}"/>
    <dgm:cxn modelId="{C655644D-F3A5-4800-B251-D0910FE31D63}" type="presParOf" srcId="{18B80F0C-23D6-4AAD-9A82-8D057A9018EC}" destId="{68BC55B8-C7E3-407D-8D08-3B784C745987}" srcOrd="0" destOrd="0" presId="urn:microsoft.com/office/officeart/2008/layout/LinedList"/>
    <dgm:cxn modelId="{AAAE8A45-4556-4602-A995-ADC7DCF5E606}" type="presParOf" srcId="{18B80F0C-23D6-4AAD-9A82-8D057A9018EC}" destId="{C884EF91-167D-4731-9A76-C4FD9F0AC120}" srcOrd="1" destOrd="0" presId="urn:microsoft.com/office/officeart/2008/layout/LinedList"/>
    <dgm:cxn modelId="{04650C76-A12B-499B-82A5-E1556B1AFC8C}" type="presParOf" srcId="{C884EF91-167D-4731-9A76-C4FD9F0AC120}" destId="{ECFC418F-95CF-4543-A5F7-B178A3E91B90}" srcOrd="0" destOrd="0" presId="urn:microsoft.com/office/officeart/2008/layout/LinedList"/>
    <dgm:cxn modelId="{CCF0A086-EA76-442E-AADC-A285C2048A84}" type="presParOf" srcId="{C884EF91-167D-4731-9A76-C4FD9F0AC120}" destId="{8A0BDACC-0D6D-4ECF-BDE1-77654852FF9B}" srcOrd="1" destOrd="0" presId="urn:microsoft.com/office/officeart/2008/layout/LinedList"/>
    <dgm:cxn modelId="{54DE564E-F56D-46F6-8EDF-DCDADE5A6264}" type="presParOf" srcId="{8A0BDACC-0D6D-4ECF-BDE1-77654852FF9B}" destId="{BC2FA3DF-0132-4BBA-9A73-B3E480D09624}" srcOrd="0" destOrd="0" presId="urn:microsoft.com/office/officeart/2008/layout/LinedList"/>
    <dgm:cxn modelId="{12C2065D-18F4-4CA5-825C-A9D62FFD24A8}" type="presParOf" srcId="{8A0BDACC-0D6D-4ECF-BDE1-77654852FF9B}" destId="{0956616F-4CEA-4CB9-A1C7-636B0E3FF733}" srcOrd="1" destOrd="0" presId="urn:microsoft.com/office/officeart/2008/layout/LinedList"/>
    <dgm:cxn modelId="{0130A4F9-5B90-4193-8302-5591D8B43693}" type="presParOf" srcId="{0956616F-4CEA-4CB9-A1C7-636B0E3FF733}" destId="{E02328FF-D83E-4E00-B29E-A987B954D3ED}" srcOrd="0" destOrd="0" presId="urn:microsoft.com/office/officeart/2008/layout/LinedList"/>
    <dgm:cxn modelId="{E7743D3F-B30B-489E-B643-92F5F0549BBE}" type="presParOf" srcId="{0956616F-4CEA-4CB9-A1C7-636B0E3FF733}" destId="{E217C4B9-1FAF-4FE5-B317-AA5B0DC7E748}" srcOrd="1" destOrd="0" presId="urn:microsoft.com/office/officeart/2008/layout/LinedList"/>
    <dgm:cxn modelId="{E5C63918-37A8-44E8-AA15-5092EF6025DD}" type="presParOf" srcId="{0956616F-4CEA-4CB9-A1C7-636B0E3FF733}" destId="{E3A43FCF-52CA-43BC-9FF5-A899FEF64D02}" srcOrd="2" destOrd="0" presId="urn:microsoft.com/office/officeart/2008/layout/LinedList"/>
    <dgm:cxn modelId="{BEA8AF41-F1E9-4D5E-BE43-329DB8129A7E}" type="presParOf" srcId="{8A0BDACC-0D6D-4ECF-BDE1-77654852FF9B}" destId="{81A295A5-C9D0-4084-8067-E2594ECB0073}" srcOrd="2" destOrd="0" presId="urn:microsoft.com/office/officeart/2008/layout/LinedList"/>
    <dgm:cxn modelId="{750E6E13-476D-48DB-8FFC-1B9DF8506559}" type="presParOf" srcId="{8A0BDACC-0D6D-4ECF-BDE1-77654852FF9B}" destId="{2D76BC0E-F0F5-4DF8-B0A2-047CED4BE1CB}" srcOrd="3" destOrd="0" presId="urn:microsoft.com/office/officeart/2008/layout/LinedList"/>
    <dgm:cxn modelId="{8639B0E9-6FA3-4A82-B194-BBDD616857ED}" type="presParOf" srcId="{8A0BDACC-0D6D-4ECF-BDE1-77654852FF9B}" destId="{ECF94248-1C61-412B-9DD6-FAB10EFA156E}" srcOrd="4" destOrd="0" presId="urn:microsoft.com/office/officeart/2008/layout/LinedList"/>
    <dgm:cxn modelId="{C494A4DC-58A6-4A96-B92D-E2548DBC5850}" type="presParOf" srcId="{ECF94248-1C61-412B-9DD6-FAB10EFA156E}" destId="{C5EB762F-3A69-40B4-84CC-5118129BC4FE}" srcOrd="0" destOrd="0" presId="urn:microsoft.com/office/officeart/2008/layout/LinedList"/>
    <dgm:cxn modelId="{636A0C10-5E61-4305-BE77-73E2855CD33C}" type="presParOf" srcId="{ECF94248-1C61-412B-9DD6-FAB10EFA156E}" destId="{88353678-8791-49CB-A292-36AE8121323D}" srcOrd="1" destOrd="0" presId="urn:microsoft.com/office/officeart/2008/layout/LinedList"/>
    <dgm:cxn modelId="{B87E31E5-19EE-4A9A-9F21-E3F37F5367C5}" type="presParOf" srcId="{ECF94248-1C61-412B-9DD6-FAB10EFA156E}" destId="{1C538CEA-CA16-4A32-96DD-2219C0846ED4}" srcOrd="2" destOrd="0" presId="urn:microsoft.com/office/officeart/2008/layout/LinedList"/>
    <dgm:cxn modelId="{55891EC3-2B3D-470E-B24A-7752D8CE1775}" type="presParOf" srcId="{8A0BDACC-0D6D-4ECF-BDE1-77654852FF9B}" destId="{E7AC4595-0C02-488F-81F9-635EFA8B6E3A}" srcOrd="5" destOrd="0" presId="urn:microsoft.com/office/officeart/2008/layout/LinedList"/>
    <dgm:cxn modelId="{B7E72790-B2E2-47E3-812D-41A8CBAEC5B6}" type="presParOf" srcId="{8A0BDACC-0D6D-4ECF-BDE1-77654852FF9B}" destId="{79471159-1C65-48DB-91B4-DF34F64E8228}" srcOrd="6" destOrd="0" presId="urn:microsoft.com/office/officeart/2008/layout/LinedList"/>
    <dgm:cxn modelId="{C4E650AB-C17C-422C-9DCF-83C53BCB06E5}" type="presParOf" srcId="{8A0BDACC-0D6D-4ECF-BDE1-77654852FF9B}" destId="{849450D0-D549-4191-BAAD-B619F3B4864C}" srcOrd="7" destOrd="0" presId="urn:microsoft.com/office/officeart/2008/layout/LinedList"/>
    <dgm:cxn modelId="{83AB4100-B722-4E97-B302-01368C3AA70A}" type="presParOf" srcId="{849450D0-D549-4191-BAAD-B619F3B4864C}" destId="{691842E7-D8FD-4ED9-B325-69DA8628BC14}" srcOrd="0" destOrd="0" presId="urn:microsoft.com/office/officeart/2008/layout/LinedList"/>
    <dgm:cxn modelId="{2ED6C91B-0BC6-47C3-A601-F08EF5AD9BC5}" type="presParOf" srcId="{849450D0-D549-4191-BAAD-B619F3B4864C}" destId="{4C6ED7DD-2073-474F-ABBF-13455B96FB84}" srcOrd="1" destOrd="0" presId="urn:microsoft.com/office/officeart/2008/layout/LinedList"/>
    <dgm:cxn modelId="{39360248-5147-4856-8B7C-45A8967266DF}" type="presParOf" srcId="{849450D0-D549-4191-BAAD-B619F3B4864C}" destId="{500D7BB1-3DD8-4A02-B36A-B723396D6A1A}" srcOrd="2" destOrd="0" presId="urn:microsoft.com/office/officeart/2008/layout/LinedList"/>
    <dgm:cxn modelId="{0B8812BF-DEBC-4043-8A1A-A53F4230515B}" type="presParOf" srcId="{8A0BDACC-0D6D-4ECF-BDE1-77654852FF9B}" destId="{FD3B2207-EFF1-43D9-9708-9493CC169080}" srcOrd="8" destOrd="0" presId="urn:microsoft.com/office/officeart/2008/layout/LinedList"/>
    <dgm:cxn modelId="{95DAE9B7-244D-432B-A36D-2CD5378CC8FB}" type="presParOf" srcId="{8A0BDACC-0D6D-4ECF-BDE1-77654852FF9B}" destId="{82B85E3F-E8ED-490C-80A1-4CF98EAC6C7B}" srcOrd="9" destOrd="0" presId="urn:microsoft.com/office/officeart/2008/layout/LinedList"/>
    <dgm:cxn modelId="{6A872DA4-8225-45FA-A3E9-4E6FDB70CAA7}" type="presParOf" srcId="{8A0BDACC-0D6D-4ECF-BDE1-77654852FF9B}" destId="{D27BF089-627E-46BD-8003-F5938FA3DD83}" srcOrd="10" destOrd="0" presId="urn:microsoft.com/office/officeart/2008/layout/LinedList"/>
    <dgm:cxn modelId="{811D19CF-4A2B-44B2-96DC-F3670E035696}" type="presParOf" srcId="{D27BF089-627E-46BD-8003-F5938FA3DD83}" destId="{9216411F-1FDC-481D-A035-C596FD090763}" srcOrd="0" destOrd="0" presId="urn:microsoft.com/office/officeart/2008/layout/LinedList"/>
    <dgm:cxn modelId="{908D8C64-8D8A-4C7A-8968-1C76D5A5BDFB}" type="presParOf" srcId="{D27BF089-627E-46BD-8003-F5938FA3DD83}" destId="{042EFC20-48AD-4102-AF6A-E01383F29FFD}" srcOrd="1" destOrd="0" presId="urn:microsoft.com/office/officeart/2008/layout/LinedList"/>
    <dgm:cxn modelId="{7FE88F05-E38C-4FE8-96CF-1ADA4A525EBC}" type="presParOf" srcId="{D27BF089-627E-46BD-8003-F5938FA3DD83}" destId="{0D7149EF-6B12-4438-8852-54CB57CF7098}" srcOrd="2" destOrd="0" presId="urn:microsoft.com/office/officeart/2008/layout/LinedList"/>
    <dgm:cxn modelId="{5A6CE2A4-A95B-410A-B563-A754E0D3F8FA}" type="presParOf" srcId="{8A0BDACC-0D6D-4ECF-BDE1-77654852FF9B}" destId="{3B455CB0-1AFE-4B99-8002-FCD9852B6E92}" srcOrd="11" destOrd="0" presId="urn:microsoft.com/office/officeart/2008/layout/LinedList"/>
    <dgm:cxn modelId="{B68F8692-0C85-479B-8ACE-668177EF15B1}" type="presParOf" srcId="{8A0BDACC-0D6D-4ECF-BDE1-77654852FF9B}" destId="{B1C7AE6C-2E8C-4B4C-8352-CA556F1861E9}" srcOrd="12" destOrd="0" presId="urn:microsoft.com/office/officeart/2008/layout/LinedList"/>
    <dgm:cxn modelId="{73284AC2-D386-48F0-8CB5-1C897727E67F}" type="presParOf" srcId="{8A0BDACC-0D6D-4ECF-BDE1-77654852FF9B}" destId="{D7F210A5-D5E1-467C-97FF-1C60CE9B857B}" srcOrd="13" destOrd="0" presId="urn:microsoft.com/office/officeart/2008/layout/LinedList"/>
    <dgm:cxn modelId="{675F1405-4F19-497F-A51D-87BFEFC97A1A}" type="presParOf" srcId="{D7F210A5-D5E1-467C-97FF-1C60CE9B857B}" destId="{FF6D248A-A4DE-416E-A499-1A9B1FF86489}" srcOrd="0" destOrd="0" presId="urn:microsoft.com/office/officeart/2008/layout/LinedList"/>
    <dgm:cxn modelId="{1C0B2419-10E7-4CA7-B796-31D0ED86B8F4}" type="presParOf" srcId="{D7F210A5-D5E1-467C-97FF-1C60CE9B857B}" destId="{6C6FEE25-F716-4733-8F83-0673B1B50A54}" srcOrd="1" destOrd="0" presId="urn:microsoft.com/office/officeart/2008/layout/LinedList"/>
    <dgm:cxn modelId="{CBD427A2-E4A7-4F08-BD50-EF75B3E191A4}" type="presParOf" srcId="{D7F210A5-D5E1-467C-97FF-1C60CE9B857B}" destId="{79444546-FABA-43D0-9F85-7FC91E53B080}" srcOrd="2" destOrd="0" presId="urn:microsoft.com/office/officeart/2008/layout/LinedList"/>
    <dgm:cxn modelId="{E17777C2-046B-4864-A496-A1D59C52C742}" type="presParOf" srcId="{8A0BDACC-0D6D-4ECF-BDE1-77654852FF9B}" destId="{27D6BBE1-06C3-46A8-8D50-C78A0C5E7B55}" srcOrd="14" destOrd="0" presId="urn:microsoft.com/office/officeart/2008/layout/LinedList"/>
    <dgm:cxn modelId="{5E1DE5CB-12C8-4CE7-ACB6-DC90DC8C578A}" type="presParOf" srcId="{8A0BDACC-0D6D-4ECF-BDE1-77654852FF9B}" destId="{8E1F9FC1-14D7-4EA7-ACE4-BF7779C034BA}" srcOrd="15" destOrd="0" presId="urn:microsoft.com/office/officeart/2008/layout/LinedList"/>
    <dgm:cxn modelId="{FF91B3BA-8FB3-4118-AE3C-A4BA5E277E2F}" type="presParOf" srcId="{8A0BDACC-0D6D-4ECF-BDE1-77654852FF9B}" destId="{811C6528-FF84-4325-A56D-4ABC2556189F}" srcOrd="16" destOrd="0" presId="urn:microsoft.com/office/officeart/2008/layout/LinedList"/>
    <dgm:cxn modelId="{BE4942D1-9B9C-405B-BB94-E13C081B8F6D}" type="presParOf" srcId="{811C6528-FF84-4325-A56D-4ABC2556189F}" destId="{FF8A5C88-B94A-4179-A22F-1F43597463EC}" srcOrd="0" destOrd="0" presId="urn:microsoft.com/office/officeart/2008/layout/LinedList"/>
    <dgm:cxn modelId="{15D8E66E-EA23-45ED-AF80-72B575B95C90}" type="presParOf" srcId="{811C6528-FF84-4325-A56D-4ABC2556189F}" destId="{79F25FDB-D865-4F93-A936-0FC7DCE85F91}" srcOrd="1" destOrd="0" presId="urn:microsoft.com/office/officeart/2008/layout/LinedList"/>
    <dgm:cxn modelId="{7D738C14-DABD-4E21-B372-7707788675D6}" type="presParOf" srcId="{811C6528-FF84-4325-A56D-4ABC2556189F}" destId="{1124A8A4-2DDB-428E-9635-7C98419C6BDF}" srcOrd="2" destOrd="0" presId="urn:microsoft.com/office/officeart/2008/layout/LinedList"/>
    <dgm:cxn modelId="{B54E77D4-D387-4BAD-A568-C95CF440ED72}" type="presParOf" srcId="{8A0BDACC-0D6D-4ECF-BDE1-77654852FF9B}" destId="{4EBBC5CF-CCA8-4B2A-A88A-9382166A7BF7}" srcOrd="17" destOrd="0" presId="urn:microsoft.com/office/officeart/2008/layout/LinedList"/>
    <dgm:cxn modelId="{26A978AD-68C2-406F-9184-330138179C83}" type="presParOf" srcId="{8A0BDACC-0D6D-4ECF-BDE1-77654852FF9B}" destId="{F07AA861-EF37-4208-A449-DE660088FE96}" srcOrd="18"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7F7F69B-46DC-4CE6-913A-4654DC7FC806}" type="doc">
      <dgm:prSet loTypeId="urn:microsoft.com/office/officeart/2008/layout/LinedList" loCatId="list" qsTypeId="urn:microsoft.com/office/officeart/2005/8/quickstyle/3d2" qsCatId="3D" csTypeId="urn:microsoft.com/office/officeart/2005/8/colors/accent1_2" csCatId="accent1" phldr="1"/>
      <dgm:spPr/>
      <dgm:t>
        <a:bodyPr/>
        <a:lstStyle/>
        <a:p>
          <a:endParaRPr lang="en-IN"/>
        </a:p>
      </dgm:t>
    </dgm:pt>
    <dgm:pt modelId="{8A3A823B-8E01-4C3E-9AE3-AAB57817B836}">
      <dgm:prSet custT="1"/>
      <dgm:spPr/>
      <dgm:t>
        <a:bodyPr/>
        <a:lstStyle/>
        <a:p>
          <a:pPr algn="just" rtl="0"/>
          <a:r>
            <a:rPr lang="en-US" sz="1600" dirty="0" smtClean="0"/>
            <a:t>Performance means the doing of that which is required by a contract. </a:t>
          </a:r>
        </a:p>
        <a:p>
          <a:pPr algn="just" rtl="0"/>
          <a:r>
            <a:rPr lang="en-US" sz="1600" dirty="0" smtClean="0"/>
            <a:t>Discharge by performance takes place when the parties to the </a:t>
          </a:r>
          <a:r>
            <a:rPr lang="en-US" sz="1600" smtClean="0"/>
            <a:t>contract fulfil </a:t>
          </a:r>
          <a:r>
            <a:rPr lang="en-US" sz="1600" dirty="0" smtClean="0"/>
            <a:t>their obligations arising under the contract within the time and in the mode prescribed. </a:t>
          </a:r>
          <a:endParaRPr lang="en-IN" sz="1600" dirty="0"/>
        </a:p>
      </dgm:t>
    </dgm:pt>
    <dgm:pt modelId="{9F345B8D-9F33-4B55-946D-1FF2EEA942A8}" type="parTrans" cxnId="{B18DB01B-5CAF-43C7-B7CF-19C24270766C}">
      <dgm:prSet/>
      <dgm:spPr/>
      <dgm:t>
        <a:bodyPr/>
        <a:lstStyle/>
        <a:p>
          <a:endParaRPr lang="en-IN"/>
        </a:p>
      </dgm:t>
    </dgm:pt>
    <dgm:pt modelId="{4A3DF66C-DC5F-4385-B9C4-202D4AAA155D}" type="sibTrans" cxnId="{B18DB01B-5CAF-43C7-B7CF-19C24270766C}">
      <dgm:prSet/>
      <dgm:spPr/>
      <dgm:t>
        <a:bodyPr/>
        <a:lstStyle/>
        <a:p>
          <a:endParaRPr lang="en-IN"/>
        </a:p>
      </dgm:t>
    </dgm:pt>
    <dgm:pt modelId="{BB7E7B3B-34AD-4403-AEF5-CB67C961189A}">
      <dgm:prSet/>
      <dgm:spPr/>
      <dgm:t>
        <a:bodyPr/>
        <a:lstStyle/>
        <a:p>
          <a:pPr rtl="0"/>
          <a:r>
            <a:rPr lang="en-US" dirty="0" smtClean="0"/>
            <a:t>1. Actual Performance – When both the parties perform their promises, the contract is discharged. Performance should be complete, precise and according to the terms of the agreement.</a:t>
          </a:r>
          <a:endParaRPr lang="en-IN" dirty="0"/>
        </a:p>
      </dgm:t>
    </dgm:pt>
    <dgm:pt modelId="{09C983FA-8419-46E7-9B26-E10D3B38D9EE}" type="parTrans" cxnId="{FC4AEF82-0DA0-4185-BA85-4740975B391B}">
      <dgm:prSet/>
      <dgm:spPr/>
      <dgm:t>
        <a:bodyPr/>
        <a:lstStyle/>
        <a:p>
          <a:endParaRPr lang="en-IN"/>
        </a:p>
      </dgm:t>
    </dgm:pt>
    <dgm:pt modelId="{0475D871-20F7-4A00-97CF-CB3E172ACAEC}" type="sibTrans" cxnId="{FC4AEF82-0DA0-4185-BA85-4740975B391B}">
      <dgm:prSet/>
      <dgm:spPr/>
      <dgm:t>
        <a:bodyPr/>
        <a:lstStyle/>
        <a:p>
          <a:endParaRPr lang="en-IN"/>
        </a:p>
      </dgm:t>
    </dgm:pt>
    <dgm:pt modelId="{C7B77082-10CA-422E-9D2F-4CD85366F356}">
      <dgm:prSet/>
      <dgm:spPr/>
      <dgm:t>
        <a:bodyPr/>
        <a:lstStyle/>
        <a:p>
          <a:pPr rtl="0"/>
          <a:endParaRPr lang="en-IN"/>
        </a:p>
      </dgm:t>
    </dgm:pt>
    <dgm:pt modelId="{F7E339E0-6005-4480-8179-98A366BA3477}" type="parTrans" cxnId="{0F050A2F-597D-4D5A-B12C-BC72385CBE26}">
      <dgm:prSet/>
      <dgm:spPr/>
      <dgm:t>
        <a:bodyPr/>
        <a:lstStyle/>
        <a:p>
          <a:endParaRPr lang="en-IN"/>
        </a:p>
      </dgm:t>
    </dgm:pt>
    <dgm:pt modelId="{CF5716F2-28A9-4FDA-914D-2E4F6833E1E6}" type="sibTrans" cxnId="{0F050A2F-597D-4D5A-B12C-BC72385CBE26}">
      <dgm:prSet/>
      <dgm:spPr/>
      <dgm:t>
        <a:bodyPr/>
        <a:lstStyle/>
        <a:p>
          <a:endParaRPr lang="en-IN"/>
        </a:p>
      </dgm:t>
    </dgm:pt>
    <dgm:pt modelId="{D7C215E7-C2D6-488B-9AA0-BC61B3928A99}">
      <dgm:prSet/>
      <dgm:spPr/>
      <dgm:t>
        <a:bodyPr/>
        <a:lstStyle/>
        <a:p>
          <a:pPr algn="just" rtl="0"/>
          <a:r>
            <a:rPr lang="en-US" dirty="0" smtClean="0"/>
            <a:t>2. Attempted Performance / Tender – Tender is not actual performance but is only an offer to perform the obligation under the contract. Where the promisor offers to perform his obligation, but the </a:t>
          </a:r>
          <a:r>
            <a:rPr lang="en-US" dirty="0" err="1" smtClean="0"/>
            <a:t>promisee</a:t>
          </a:r>
          <a:r>
            <a:rPr lang="en-US" dirty="0" smtClean="0"/>
            <a:t> refuses to accept the performance, tender is the equivalent to actual performance, except in the tender of money. </a:t>
          </a:r>
          <a:endParaRPr lang="en-IN" dirty="0"/>
        </a:p>
      </dgm:t>
    </dgm:pt>
    <dgm:pt modelId="{681912F8-80D4-4A98-B4AB-23EECFF73B6F}" type="parTrans" cxnId="{371A991D-0C27-4C0B-B4F9-188D3ED7CC75}">
      <dgm:prSet/>
      <dgm:spPr/>
      <dgm:t>
        <a:bodyPr/>
        <a:lstStyle/>
        <a:p>
          <a:endParaRPr lang="en-IN"/>
        </a:p>
      </dgm:t>
    </dgm:pt>
    <dgm:pt modelId="{0C6C95CF-40A6-4F64-A129-22CF76D4B416}" type="sibTrans" cxnId="{371A991D-0C27-4C0B-B4F9-188D3ED7CC75}">
      <dgm:prSet/>
      <dgm:spPr/>
      <dgm:t>
        <a:bodyPr/>
        <a:lstStyle/>
        <a:p>
          <a:endParaRPr lang="en-IN"/>
        </a:p>
      </dgm:t>
    </dgm:pt>
    <dgm:pt modelId="{89ED01CB-E9A2-4D40-B16A-137845EFA619}" type="pres">
      <dgm:prSet presAssocID="{C7F7F69B-46DC-4CE6-913A-4654DC7FC806}" presName="vert0" presStyleCnt="0">
        <dgm:presLayoutVars>
          <dgm:dir/>
          <dgm:animOne val="branch"/>
          <dgm:animLvl val="lvl"/>
        </dgm:presLayoutVars>
      </dgm:prSet>
      <dgm:spPr/>
      <dgm:t>
        <a:bodyPr/>
        <a:lstStyle/>
        <a:p>
          <a:endParaRPr lang="en-IN"/>
        </a:p>
      </dgm:t>
    </dgm:pt>
    <dgm:pt modelId="{4066F2B0-DF25-4831-ADEA-473BFB63F68D}" type="pres">
      <dgm:prSet presAssocID="{8A3A823B-8E01-4C3E-9AE3-AAB57817B836}" presName="thickLine" presStyleLbl="alignNode1" presStyleIdx="0" presStyleCnt="2"/>
      <dgm:spPr/>
    </dgm:pt>
    <dgm:pt modelId="{4D716C44-4384-4E41-92A6-25FDFF1D7CE3}" type="pres">
      <dgm:prSet presAssocID="{8A3A823B-8E01-4C3E-9AE3-AAB57817B836}" presName="horz1" presStyleCnt="0"/>
      <dgm:spPr/>
    </dgm:pt>
    <dgm:pt modelId="{D6130704-9541-4229-BFF3-E44570117DF9}" type="pres">
      <dgm:prSet presAssocID="{8A3A823B-8E01-4C3E-9AE3-AAB57817B836}" presName="tx1" presStyleLbl="revTx" presStyleIdx="0" presStyleCnt="4" custScaleX="112963"/>
      <dgm:spPr/>
      <dgm:t>
        <a:bodyPr/>
        <a:lstStyle/>
        <a:p>
          <a:endParaRPr lang="en-IN"/>
        </a:p>
      </dgm:t>
    </dgm:pt>
    <dgm:pt modelId="{115C27B9-6136-4657-ABF7-427BE3063E5F}" type="pres">
      <dgm:prSet presAssocID="{8A3A823B-8E01-4C3E-9AE3-AAB57817B836}" presName="vert1" presStyleCnt="0"/>
      <dgm:spPr/>
    </dgm:pt>
    <dgm:pt modelId="{00308C3F-07E6-45E3-99F3-53E3C81D3D67}" type="pres">
      <dgm:prSet presAssocID="{BB7E7B3B-34AD-4403-AEF5-CB67C961189A}" presName="vertSpace2a" presStyleCnt="0"/>
      <dgm:spPr/>
    </dgm:pt>
    <dgm:pt modelId="{C9C344D5-49CA-4A1E-8730-B78A78009BA2}" type="pres">
      <dgm:prSet presAssocID="{BB7E7B3B-34AD-4403-AEF5-CB67C961189A}" presName="horz2" presStyleCnt="0"/>
      <dgm:spPr/>
    </dgm:pt>
    <dgm:pt modelId="{59157EA2-CDEE-4CFF-A65C-F45A5181E398}" type="pres">
      <dgm:prSet presAssocID="{BB7E7B3B-34AD-4403-AEF5-CB67C961189A}" presName="horzSpace2" presStyleCnt="0"/>
      <dgm:spPr/>
    </dgm:pt>
    <dgm:pt modelId="{52C2B068-315F-4C65-A616-D7E57C52C51C}" type="pres">
      <dgm:prSet presAssocID="{BB7E7B3B-34AD-4403-AEF5-CB67C961189A}" presName="tx2" presStyleLbl="revTx" presStyleIdx="1" presStyleCnt="4"/>
      <dgm:spPr/>
      <dgm:t>
        <a:bodyPr/>
        <a:lstStyle/>
        <a:p>
          <a:endParaRPr lang="en-IN"/>
        </a:p>
      </dgm:t>
    </dgm:pt>
    <dgm:pt modelId="{A2B164D9-3A6C-4CED-A955-A2B99B89C264}" type="pres">
      <dgm:prSet presAssocID="{BB7E7B3B-34AD-4403-AEF5-CB67C961189A}" presName="vert2" presStyleCnt="0"/>
      <dgm:spPr/>
    </dgm:pt>
    <dgm:pt modelId="{799F3A5D-110D-4F31-AB02-96010B6BD7A6}" type="pres">
      <dgm:prSet presAssocID="{BB7E7B3B-34AD-4403-AEF5-CB67C961189A}" presName="thinLine2b" presStyleLbl="callout" presStyleIdx="0" presStyleCnt="2"/>
      <dgm:spPr/>
    </dgm:pt>
    <dgm:pt modelId="{0AB842DC-B86F-4863-9E62-B3DA0ADE881A}" type="pres">
      <dgm:prSet presAssocID="{BB7E7B3B-34AD-4403-AEF5-CB67C961189A}" presName="vertSpace2b" presStyleCnt="0"/>
      <dgm:spPr/>
    </dgm:pt>
    <dgm:pt modelId="{63E4234B-D93F-492F-A380-0956D4CD212E}" type="pres">
      <dgm:prSet presAssocID="{C7B77082-10CA-422E-9D2F-4CD85366F356}" presName="thickLine" presStyleLbl="alignNode1" presStyleIdx="1" presStyleCnt="2"/>
      <dgm:spPr/>
    </dgm:pt>
    <dgm:pt modelId="{1AB41373-A449-40E2-9E00-8A56A59B1F77}" type="pres">
      <dgm:prSet presAssocID="{C7B77082-10CA-422E-9D2F-4CD85366F356}" presName="horz1" presStyleCnt="0"/>
      <dgm:spPr/>
    </dgm:pt>
    <dgm:pt modelId="{4A648A01-2036-4698-8834-AFBEF0B3500F}" type="pres">
      <dgm:prSet presAssocID="{C7B77082-10CA-422E-9D2F-4CD85366F356}" presName="tx1" presStyleLbl="revTx" presStyleIdx="2" presStyleCnt="4"/>
      <dgm:spPr/>
      <dgm:t>
        <a:bodyPr/>
        <a:lstStyle/>
        <a:p>
          <a:endParaRPr lang="en-IN"/>
        </a:p>
      </dgm:t>
    </dgm:pt>
    <dgm:pt modelId="{1EFAEB20-B85B-48FC-B896-BCEA7E3CBA05}" type="pres">
      <dgm:prSet presAssocID="{C7B77082-10CA-422E-9D2F-4CD85366F356}" presName="vert1" presStyleCnt="0"/>
      <dgm:spPr/>
    </dgm:pt>
    <dgm:pt modelId="{1235FD33-E9C2-4E44-9D76-7BB66089420B}" type="pres">
      <dgm:prSet presAssocID="{D7C215E7-C2D6-488B-9AA0-BC61B3928A99}" presName="vertSpace2a" presStyleCnt="0"/>
      <dgm:spPr/>
    </dgm:pt>
    <dgm:pt modelId="{72287779-DB58-475C-A371-CCF761257E9B}" type="pres">
      <dgm:prSet presAssocID="{D7C215E7-C2D6-488B-9AA0-BC61B3928A99}" presName="horz2" presStyleCnt="0"/>
      <dgm:spPr/>
    </dgm:pt>
    <dgm:pt modelId="{B8573DE6-A845-4D62-886D-BA141F1238FA}" type="pres">
      <dgm:prSet presAssocID="{D7C215E7-C2D6-488B-9AA0-BC61B3928A99}" presName="horzSpace2" presStyleCnt="0"/>
      <dgm:spPr/>
    </dgm:pt>
    <dgm:pt modelId="{B4FE88C5-9A36-4BEF-962D-96D7ED09E976}" type="pres">
      <dgm:prSet presAssocID="{D7C215E7-C2D6-488B-9AA0-BC61B3928A99}" presName="tx2" presStyleLbl="revTx" presStyleIdx="3" presStyleCnt="4"/>
      <dgm:spPr/>
      <dgm:t>
        <a:bodyPr/>
        <a:lstStyle/>
        <a:p>
          <a:endParaRPr lang="en-IN"/>
        </a:p>
      </dgm:t>
    </dgm:pt>
    <dgm:pt modelId="{BE63FA79-A649-4050-BA31-C80319FDCE2F}" type="pres">
      <dgm:prSet presAssocID="{D7C215E7-C2D6-488B-9AA0-BC61B3928A99}" presName="vert2" presStyleCnt="0"/>
      <dgm:spPr/>
    </dgm:pt>
    <dgm:pt modelId="{C48A7F15-87CF-436E-8D0E-562F165D8C46}" type="pres">
      <dgm:prSet presAssocID="{D7C215E7-C2D6-488B-9AA0-BC61B3928A99}" presName="thinLine2b" presStyleLbl="callout" presStyleIdx="1" presStyleCnt="2"/>
      <dgm:spPr/>
    </dgm:pt>
    <dgm:pt modelId="{E99FDFEE-B092-4C25-9634-5EC8C407FCC8}" type="pres">
      <dgm:prSet presAssocID="{D7C215E7-C2D6-488B-9AA0-BC61B3928A99}" presName="vertSpace2b" presStyleCnt="0"/>
      <dgm:spPr/>
    </dgm:pt>
  </dgm:ptLst>
  <dgm:cxnLst>
    <dgm:cxn modelId="{9DF0117B-D334-45A4-A726-9CE9F7460655}" type="presOf" srcId="{BB7E7B3B-34AD-4403-AEF5-CB67C961189A}" destId="{52C2B068-315F-4C65-A616-D7E57C52C51C}" srcOrd="0" destOrd="0" presId="urn:microsoft.com/office/officeart/2008/layout/LinedList"/>
    <dgm:cxn modelId="{4645AF2B-796D-4B12-A28C-5CCC0377D284}" type="presOf" srcId="{C7B77082-10CA-422E-9D2F-4CD85366F356}" destId="{4A648A01-2036-4698-8834-AFBEF0B3500F}" srcOrd="0" destOrd="0" presId="urn:microsoft.com/office/officeart/2008/layout/LinedList"/>
    <dgm:cxn modelId="{0F050A2F-597D-4D5A-B12C-BC72385CBE26}" srcId="{C7F7F69B-46DC-4CE6-913A-4654DC7FC806}" destId="{C7B77082-10CA-422E-9D2F-4CD85366F356}" srcOrd="1" destOrd="0" parTransId="{F7E339E0-6005-4480-8179-98A366BA3477}" sibTransId="{CF5716F2-28A9-4FDA-914D-2E4F6833E1E6}"/>
    <dgm:cxn modelId="{1FA91DA7-D923-42E0-AA73-DF4AA48A3E16}" type="presOf" srcId="{C7F7F69B-46DC-4CE6-913A-4654DC7FC806}" destId="{89ED01CB-E9A2-4D40-B16A-137845EFA619}" srcOrd="0" destOrd="0" presId="urn:microsoft.com/office/officeart/2008/layout/LinedList"/>
    <dgm:cxn modelId="{B18DB01B-5CAF-43C7-B7CF-19C24270766C}" srcId="{C7F7F69B-46DC-4CE6-913A-4654DC7FC806}" destId="{8A3A823B-8E01-4C3E-9AE3-AAB57817B836}" srcOrd="0" destOrd="0" parTransId="{9F345B8D-9F33-4B55-946D-1FF2EEA942A8}" sibTransId="{4A3DF66C-DC5F-4385-B9C4-202D4AAA155D}"/>
    <dgm:cxn modelId="{371A991D-0C27-4C0B-B4F9-188D3ED7CC75}" srcId="{C7B77082-10CA-422E-9D2F-4CD85366F356}" destId="{D7C215E7-C2D6-488B-9AA0-BC61B3928A99}" srcOrd="0" destOrd="0" parTransId="{681912F8-80D4-4A98-B4AB-23EECFF73B6F}" sibTransId="{0C6C95CF-40A6-4F64-A129-22CF76D4B416}"/>
    <dgm:cxn modelId="{9625C89D-38C2-4722-8384-C348EDE52D07}" type="presOf" srcId="{8A3A823B-8E01-4C3E-9AE3-AAB57817B836}" destId="{D6130704-9541-4229-BFF3-E44570117DF9}" srcOrd="0" destOrd="0" presId="urn:microsoft.com/office/officeart/2008/layout/LinedList"/>
    <dgm:cxn modelId="{AA4AD064-13A3-4790-AA1C-3EC72A73C0FE}" type="presOf" srcId="{D7C215E7-C2D6-488B-9AA0-BC61B3928A99}" destId="{B4FE88C5-9A36-4BEF-962D-96D7ED09E976}" srcOrd="0" destOrd="0" presId="urn:microsoft.com/office/officeart/2008/layout/LinedList"/>
    <dgm:cxn modelId="{FC4AEF82-0DA0-4185-BA85-4740975B391B}" srcId="{8A3A823B-8E01-4C3E-9AE3-AAB57817B836}" destId="{BB7E7B3B-34AD-4403-AEF5-CB67C961189A}" srcOrd="0" destOrd="0" parTransId="{09C983FA-8419-46E7-9B26-E10D3B38D9EE}" sibTransId="{0475D871-20F7-4A00-97CF-CB3E172ACAEC}"/>
    <dgm:cxn modelId="{252337A6-1712-494B-BEE8-CCA40B5F6D09}" type="presParOf" srcId="{89ED01CB-E9A2-4D40-B16A-137845EFA619}" destId="{4066F2B0-DF25-4831-ADEA-473BFB63F68D}" srcOrd="0" destOrd="0" presId="urn:microsoft.com/office/officeart/2008/layout/LinedList"/>
    <dgm:cxn modelId="{9C5E6049-77D9-4CD6-B30B-60DFAC743C2F}" type="presParOf" srcId="{89ED01CB-E9A2-4D40-B16A-137845EFA619}" destId="{4D716C44-4384-4E41-92A6-25FDFF1D7CE3}" srcOrd="1" destOrd="0" presId="urn:microsoft.com/office/officeart/2008/layout/LinedList"/>
    <dgm:cxn modelId="{9CFD6FEA-EAB2-4AA8-A746-7A1652FD32EB}" type="presParOf" srcId="{4D716C44-4384-4E41-92A6-25FDFF1D7CE3}" destId="{D6130704-9541-4229-BFF3-E44570117DF9}" srcOrd="0" destOrd="0" presId="urn:microsoft.com/office/officeart/2008/layout/LinedList"/>
    <dgm:cxn modelId="{4239CE1E-DDA0-40AB-9662-693ED328EF49}" type="presParOf" srcId="{4D716C44-4384-4E41-92A6-25FDFF1D7CE3}" destId="{115C27B9-6136-4657-ABF7-427BE3063E5F}" srcOrd="1" destOrd="0" presId="urn:microsoft.com/office/officeart/2008/layout/LinedList"/>
    <dgm:cxn modelId="{5959B656-EEE2-4E98-A5E7-4AC52912A895}" type="presParOf" srcId="{115C27B9-6136-4657-ABF7-427BE3063E5F}" destId="{00308C3F-07E6-45E3-99F3-53E3C81D3D67}" srcOrd="0" destOrd="0" presId="urn:microsoft.com/office/officeart/2008/layout/LinedList"/>
    <dgm:cxn modelId="{B1620896-B9AE-44B0-AB85-7336AA397785}" type="presParOf" srcId="{115C27B9-6136-4657-ABF7-427BE3063E5F}" destId="{C9C344D5-49CA-4A1E-8730-B78A78009BA2}" srcOrd="1" destOrd="0" presId="urn:microsoft.com/office/officeart/2008/layout/LinedList"/>
    <dgm:cxn modelId="{D00959C6-A4D6-45A1-9604-218AD16DD198}" type="presParOf" srcId="{C9C344D5-49CA-4A1E-8730-B78A78009BA2}" destId="{59157EA2-CDEE-4CFF-A65C-F45A5181E398}" srcOrd="0" destOrd="0" presId="urn:microsoft.com/office/officeart/2008/layout/LinedList"/>
    <dgm:cxn modelId="{128D9545-53AE-4169-A656-7EF7A1C6D76C}" type="presParOf" srcId="{C9C344D5-49CA-4A1E-8730-B78A78009BA2}" destId="{52C2B068-315F-4C65-A616-D7E57C52C51C}" srcOrd="1" destOrd="0" presId="urn:microsoft.com/office/officeart/2008/layout/LinedList"/>
    <dgm:cxn modelId="{2EBF1942-8627-476E-A615-379C248BE9D5}" type="presParOf" srcId="{C9C344D5-49CA-4A1E-8730-B78A78009BA2}" destId="{A2B164D9-3A6C-4CED-A955-A2B99B89C264}" srcOrd="2" destOrd="0" presId="urn:microsoft.com/office/officeart/2008/layout/LinedList"/>
    <dgm:cxn modelId="{1E79E471-7647-4E0B-9763-6DF5B8C0AB15}" type="presParOf" srcId="{115C27B9-6136-4657-ABF7-427BE3063E5F}" destId="{799F3A5D-110D-4F31-AB02-96010B6BD7A6}" srcOrd="2" destOrd="0" presId="urn:microsoft.com/office/officeart/2008/layout/LinedList"/>
    <dgm:cxn modelId="{8650A796-97BD-4913-9EFE-8436EF93E0E0}" type="presParOf" srcId="{115C27B9-6136-4657-ABF7-427BE3063E5F}" destId="{0AB842DC-B86F-4863-9E62-B3DA0ADE881A}" srcOrd="3" destOrd="0" presId="urn:microsoft.com/office/officeart/2008/layout/LinedList"/>
    <dgm:cxn modelId="{D13ECA2D-A3AE-4C3E-9A6F-E1A0531A96A4}" type="presParOf" srcId="{89ED01CB-E9A2-4D40-B16A-137845EFA619}" destId="{63E4234B-D93F-492F-A380-0956D4CD212E}" srcOrd="2" destOrd="0" presId="urn:microsoft.com/office/officeart/2008/layout/LinedList"/>
    <dgm:cxn modelId="{6412951E-0902-46C5-8E0A-D730D018DC46}" type="presParOf" srcId="{89ED01CB-E9A2-4D40-B16A-137845EFA619}" destId="{1AB41373-A449-40E2-9E00-8A56A59B1F77}" srcOrd="3" destOrd="0" presId="urn:microsoft.com/office/officeart/2008/layout/LinedList"/>
    <dgm:cxn modelId="{C8480251-4C37-408A-8BD2-EA663813521F}" type="presParOf" srcId="{1AB41373-A449-40E2-9E00-8A56A59B1F77}" destId="{4A648A01-2036-4698-8834-AFBEF0B3500F}" srcOrd="0" destOrd="0" presId="urn:microsoft.com/office/officeart/2008/layout/LinedList"/>
    <dgm:cxn modelId="{6D3F8BA4-A962-46A6-BBEA-6B4F16696818}" type="presParOf" srcId="{1AB41373-A449-40E2-9E00-8A56A59B1F77}" destId="{1EFAEB20-B85B-48FC-B896-BCEA7E3CBA05}" srcOrd="1" destOrd="0" presId="urn:microsoft.com/office/officeart/2008/layout/LinedList"/>
    <dgm:cxn modelId="{724CD3BE-DCCB-4B75-8F38-E2D5C8B68162}" type="presParOf" srcId="{1EFAEB20-B85B-48FC-B896-BCEA7E3CBA05}" destId="{1235FD33-E9C2-4E44-9D76-7BB66089420B}" srcOrd="0" destOrd="0" presId="urn:microsoft.com/office/officeart/2008/layout/LinedList"/>
    <dgm:cxn modelId="{B4076E86-2D4C-4610-826A-F984CFB08B63}" type="presParOf" srcId="{1EFAEB20-B85B-48FC-B896-BCEA7E3CBA05}" destId="{72287779-DB58-475C-A371-CCF761257E9B}" srcOrd="1" destOrd="0" presId="urn:microsoft.com/office/officeart/2008/layout/LinedList"/>
    <dgm:cxn modelId="{8CAA234E-03E7-4A99-9717-F0DA291C8830}" type="presParOf" srcId="{72287779-DB58-475C-A371-CCF761257E9B}" destId="{B8573DE6-A845-4D62-886D-BA141F1238FA}" srcOrd="0" destOrd="0" presId="urn:microsoft.com/office/officeart/2008/layout/LinedList"/>
    <dgm:cxn modelId="{5F804A0A-36CB-438D-97B7-686ABD6C2FCE}" type="presParOf" srcId="{72287779-DB58-475C-A371-CCF761257E9B}" destId="{B4FE88C5-9A36-4BEF-962D-96D7ED09E976}" srcOrd="1" destOrd="0" presId="urn:microsoft.com/office/officeart/2008/layout/LinedList"/>
    <dgm:cxn modelId="{0EB54B8A-C357-4F4C-9099-A2226E980DAF}" type="presParOf" srcId="{72287779-DB58-475C-A371-CCF761257E9B}" destId="{BE63FA79-A649-4050-BA31-C80319FDCE2F}" srcOrd="2" destOrd="0" presId="urn:microsoft.com/office/officeart/2008/layout/LinedList"/>
    <dgm:cxn modelId="{03F23024-922D-40A4-9025-0B9D835AFDE7}" type="presParOf" srcId="{1EFAEB20-B85B-48FC-B896-BCEA7E3CBA05}" destId="{C48A7F15-87CF-436E-8D0E-562F165D8C46}" srcOrd="2" destOrd="0" presId="urn:microsoft.com/office/officeart/2008/layout/LinedList"/>
    <dgm:cxn modelId="{4E84A438-E781-4BB4-8069-C82F7EFD9BE3}" type="presParOf" srcId="{1EFAEB20-B85B-48FC-B896-BCEA7E3CBA05}" destId="{E99FDFEE-B092-4C25-9634-5EC8C407FCC8}"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7A67C998-5E9A-42B9-9AF6-73699E2BC96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411161C1-DA87-4C73-84D3-45B301A6BFAC}">
      <dgm:prSet/>
      <dgm:spPr/>
      <dgm:t>
        <a:bodyPr/>
        <a:lstStyle/>
        <a:p>
          <a:pPr rtl="0"/>
          <a:r>
            <a:rPr lang="en-US" b="1" dirty="0" smtClean="0"/>
            <a:t>a.</a:t>
          </a:r>
          <a:r>
            <a:rPr lang="en-US" dirty="0" smtClean="0"/>
            <a:t> </a:t>
          </a:r>
          <a:r>
            <a:rPr lang="en-US" b="1" dirty="0" smtClean="0"/>
            <a:t>Novation (Section 62) </a:t>
          </a:r>
          <a:endParaRPr lang="en-IN" dirty="0"/>
        </a:p>
      </dgm:t>
    </dgm:pt>
    <dgm:pt modelId="{BEFDCB80-DA8A-4D74-8975-BD5FA9ABE9EA}" type="parTrans" cxnId="{A6202064-790C-40F9-8806-CF9E16FDDDA9}">
      <dgm:prSet/>
      <dgm:spPr/>
      <dgm:t>
        <a:bodyPr/>
        <a:lstStyle/>
        <a:p>
          <a:endParaRPr lang="en-IN"/>
        </a:p>
      </dgm:t>
    </dgm:pt>
    <dgm:pt modelId="{5C2CB9FA-45C5-4F94-9BBF-C17B63167251}" type="sibTrans" cxnId="{A6202064-790C-40F9-8806-CF9E16FDDDA9}">
      <dgm:prSet/>
      <dgm:spPr/>
      <dgm:t>
        <a:bodyPr/>
        <a:lstStyle/>
        <a:p>
          <a:endParaRPr lang="en-IN"/>
        </a:p>
      </dgm:t>
    </dgm:pt>
    <dgm:pt modelId="{B28E0BDE-48EB-4742-94BA-A2EFAAE2C314}">
      <dgm:prSet/>
      <dgm:spPr/>
      <dgm:t>
        <a:bodyPr/>
        <a:lstStyle/>
        <a:p>
          <a:pPr algn="just" rtl="0"/>
          <a:r>
            <a:rPr lang="en-US" dirty="0" smtClean="0"/>
            <a:t>Substitution of a new contract in place of the original contract</a:t>
          </a:r>
          <a:endParaRPr lang="en-IN" dirty="0"/>
        </a:p>
      </dgm:t>
    </dgm:pt>
    <dgm:pt modelId="{6AF93B83-5BC3-4796-A539-7D00AAE017B5}" type="parTrans" cxnId="{67B4481C-EA6C-42B8-8659-7C72889AFFA8}">
      <dgm:prSet/>
      <dgm:spPr/>
      <dgm:t>
        <a:bodyPr/>
        <a:lstStyle/>
        <a:p>
          <a:endParaRPr lang="en-IN"/>
        </a:p>
      </dgm:t>
    </dgm:pt>
    <dgm:pt modelId="{4D60A831-487C-4FAB-B403-700AA7223ADA}" type="sibTrans" cxnId="{67B4481C-EA6C-42B8-8659-7C72889AFFA8}">
      <dgm:prSet/>
      <dgm:spPr/>
      <dgm:t>
        <a:bodyPr/>
        <a:lstStyle/>
        <a:p>
          <a:endParaRPr lang="en-IN"/>
        </a:p>
      </dgm:t>
    </dgm:pt>
    <dgm:pt modelId="{9011BA2C-EA2C-4545-A52B-3FFB13B4D86B}">
      <dgm:prSet/>
      <dgm:spPr/>
      <dgm:t>
        <a:bodyPr/>
        <a:lstStyle/>
        <a:p>
          <a:pPr rtl="0"/>
          <a:r>
            <a:rPr lang="en-US" b="1" dirty="0" smtClean="0"/>
            <a:t>b</a:t>
          </a:r>
          <a:r>
            <a:rPr lang="en-US" dirty="0" smtClean="0"/>
            <a:t>. </a:t>
          </a:r>
          <a:r>
            <a:rPr lang="en-US" b="1" dirty="0" smtClean="0"/>
            <a:t>Rescission (Section 62) </a:t>
          </a:r>
          <a:endParaRPr lang="en-IN" dirty="0"/>
        </a:p>
      </dgm:t>
    </dgm:pt>
    <dgm:pt modelId="{DDB97611-6C98-4B82-B9D5-77068ED7222E}" type="parTrans" cxnId="{D6CDE300-C359-4E8D-BF72-7B6FFA9518F8}">
      <dgm:prSet/>
      <dgm:spPr/>
      <dgm:t>
        <a:bodyPr/>
        <a:lstStyle/>
        <a:p>
          <a:endParaRPr lang="en-IN"/>
        </a:p>
      </dgm:t>
    </dgm:pt>
    <dgm:pt modelId="{B4859EFF-67CE-49F7-B8C6-15B65D1AD190}" type="sibTrans" cxnId="{D6CDE300-C359-4E8D-BF72-7B6FFA9518F8}">
      <dgm:prSet/>
      <dgm:spPr/>
      <dgm:t>
        <a:bodyPr/>
        <a:lstStyle/>
        <a:p>
          <a:endParaRPr lang="en-IN"/>
        </a:p>
      </dgm:t>
    </dgm:pt>
    <dgm:pt modelId="{4ADAD42D-7F20-4F61-92D6-B4788AB9B968}">
      <dgm:prSet/>
      <dgm:spPr/>
      <dgm:t>
        <a:bodyPr/>
        <a:lstStyle/>
        <a:p>
          <a:pPr algn="just" rtl="0"/>
          <a:r>
            <a:rPr lang="en-US" dirty="0" smtClean="0"/>
            <a:t>Cancellation of the contract by the parties to the contract. </a:t>
          </a:r>
          <a:endParaRPr lang="en-IN" dirty="0"/>
        </a:p>
      </dgm:t>
    </dgm:pt>
    <dgm:pt modelId="{9867E73A-AB4D-4B33-8DAE-660DA9ECFA77}" type="parTrans" cxnId="{36A9297A-E2FA-4EB9-A0B7-A94EE6B649F4}">
      <dgm:prSet/>
      <dgm:spPr/>
      <dgm:t>
        <a:bodyPr/>
        <a:lstStyle/>
        <a:p>
          <a:endParaRPr lang="en-IN"/>
        </a:p>
      </dgm:t>
    </dgm:pt>
    <dgm:pt modelId="{4C4B05F7-F2C6-4B03-A083-7ED636CEC27B}" type="sibTrans" cxnId="{36A9297A-E2FA-4EB9-A0B7-A94EE6B649F4}">
      <dgm:prSet/>
      <dgm:spPr/>
      <dgm:t>
        <a:bodyPr/>
        <a:lstStyle/>
        <a:p>
          <a:endParaRPr lang="en-IN"/>
        </a:p>
      </dgm:t>
    </dgm:pt>
    <dgm:pt modelId="{38B26C53-1C9B-40BD-91AE-3249654CF47C}">
      <dgm:prSet/>
      <dgm:spPr/>
      <dgm:t>
        <a:bodyPr/>
        <a:lstStyle/>
        <a:p>
          <a:pPr rtl="0"/>
          <a:r>
            <a:rPr lang="en-US" b="1" dirty="0" smtClean="0"/>
            <a:t>c</a:t>
          </a:r>
          <a:r>
            <a:rPr lang="en-US" dirty="0" smtClean="0"/>
            <a:t>. </a:t>
          </a:r>
          <a:r>
            <a:rPr lang="en-US" b="1" dirty="0" smtClean="0"/>
            <a:t>Alteration (Section 63) </a:t>
          </a:r>
          <a:endParaRPr lang="en-IN" dirty="0"/>
        </a:p>
      </dgm:t>
    </dgm:pt>
    <dgm:pt modelId="{AAB3DBF6-34C8-4B91-9133-F8677DC92B90}" type="parTrans" cxnId="{D3AB40BF-4D98-4D90-9E15-5DA776D19419}">
      <dgm:prSet/>
      <dgm:spPr/>
      <dgm:t>
        <a:bodyPr/>
        <a:lstStyle/>
        <a:p>
          <a:endParaRPr lang="en-IN"/>
        </a:p>
      </dgm:t>
    </dgm:pt>
    <dgm:pt modelId="{E93EB371-5D78-4342-B3FA-23D4F14259A1}" type="sibTrans" cxnId="{D3AB40BF-4D98-4D90-9E15-5DA776D19419}">
      <dgm:prSet/>
      <dgm:spPr/>
      <dgm:t>
        <a:bodyPr/>
        <a:lstStyle/>
        <a:p>
          <a:endParaRPr lang="en-IN"/>
        </a:p>
      </dgm:t>
    </dgm:pt>
    <dgm:pt modelId="{0157C0C4-323B-4344-A54E-BAEBD4243EA4}">
      <dgm:prSet/>
      <dgm:spPr/>
      <dgm:t>
        <a:bodyPr/>
        <a:lstStyle/>
        <a:p>
          <a:pPr algn="just" rtl="0"/>
          <a:r>
            <a:rPr lang="en-US" dirty="0" smtClean="0"/>
            <a:t>Changes made in one or more terms of the contract with mutual consent. </a:t>
          </a:r>
          <a:endParaRPr lang="en-IN" dirty="0"/>
        </a:p>
      </dgm:t>
    </dgm:pt>
    <dgm:pt modelId="{B6BE6C9B-C689-4637-9581-1D6656AF88D3}" type="parTrans" cxnId="{40D946A1-52DE-4B37-8E3B-AB6B77EC2410}">
      <dgm:prSet/>
      <dgm:spPr/>
      <dgm:t>
        <a:bodyPr/>
        <a:lstStyle/>
        <a:p>
          <a:endParaRPr lang="en-IN"/>
        </a:p>
      </dgm:t>
    </dgm:pt>
    <dgm:pt modelId="{CBC94C93-38B0-4578-AA6F-C606184E1840}" type="sibTrans" cxnId="{40D946A1-52DE-4B37-8E3B-AB6B77EC2410}">
      <dgm:prSet/>
      <dgm:spPr/>
      <dgm:t>
        <a:bodyPr/>
        <a:lstStyle/>
        <a:p>
          <a:endParaRPr lang="en-IN"/>
        </a:p>
      </dgm:t>
    </dgm:pt>
    <dgm:pt modelId="{48942CC8-BA22-4B35-8777-FEB0DE5A52A3}">
      <dgm:prSet/>
      <dgm:spPr/>
      <dgm:t>
        <a:bodyPr/>
        <a:lstStyle/>
        <a:p>
          <a:pPr rtl="0"/>
          <a:r>
            <a:rPr lang="en-US" b="1" dirty="0" smtClean="0"/>
            <a:t>d. Remission (Section 63) </a:t>
          </a:r>
          <a:endParaRPr lang="en-IN" dirty="0"/>
        </a:p>
      </dgm:t>
    </dgm:pt>
    <dgm:pt modelId="{CBB17D6E-B0D3-4DD9-ABEB-0D65FB0AC27A}" type="parTrans" cxnId="{439B27C8-588A-41D7-93C8-34EDB43A99A7}">
      <dgm:prSet/>
      <dgm:spPr/>
      <dgm:t>
        <a:bodyPr/>
        <a:lstStyle/>
        <a:p>
          <a:endParaRPr lang="en-IN"/>
        </a:p>
      </dgm:t>
    </dgm:pt>
    <dgm:pt modelId="{B308D245-A85B-4FEB-A39C-E95A18987C4E}" type="sibTrans" cxnId="{439B27C8-588A-41D7-93C8-34EDB43A99A7}">
      <dgm:prSet/>
      <dgm:spPr/>
      <dgm:t>
        <a:bodyPr/>
        <a:lstStyle/>
        <a:p>
          <a:endParaRPr lang="en-IN"/>
        </a:p>
      </dgm:t>
    </dgm:pt>
    <dgm:pt modelId="{F2E51B92-C451-4B5D-AACB-7EF2A8016FD3}">
      <dgm:prSet/>
      <dgm:spPr/>
      <dgm:t>
        <a:bodyPr/>
        <a:lstStyle/>
        <a:p>
          <a:pPr algn="just" rtl="0"/>
          <a:r>
            <a:rPr lang="en-US" dirty="0" smtClean="0"/>
            <a:t>Acceptance of a lesser consideration than agreed in the contract.</a:t>
          </a:r>
          <a:endParaRPr lang="en-IN" dirty="0"/>
        </a:p>
      </dgm:t>
    </dgm:pt>
    <dgm:pt modelId="{764A11E8-3130-441A-9095-477BD29A9D42}" type="parTrans" cxnId="{01471ABE-06AF-4659-AFC6-C49DD00D8707}">
      <dgm:prSet/>
      <dgm:spPr/>
      <dgm:t>
        <a:bodyPr/>
        <a:lstStyle/>
        <a:p>
          <a:endParaRPr lang="en-IN"/>
        </a:p>
      </dgm:t>
    </dgm:pt>
    <dgm:pt modelId="{B35E095B-005D-41E1-AB4D-74ABEFEF883D}" type="sibTrans" cxnId="{01471ABE-06AF-4659-AFC6-C49DD00D8707}">
      <dgm:prSet/>
      <dgm:spPr/>
      <dgm:t>
        <a:bodyPr/>
        <a:lstStyle/>
        <a:p>
          <a:endParaRPr lang="en-IN"/>
        </a:p>
      </dgm:t>
    </dgm:pt>
    <dgm:pt modelId="{AA2974BE-E39A-4A9D-8BAD-DB74A077B3E9}" type="pres">
      <dgm:prSet presAssocID="{7A67C998-5E9A-42B9-9AF6-73699E2BC967}" presName="vert0" presStyleCnt="0">
        <dgm:presLayoutVars>
          <dgm:dir/>
          <dgm:animOne val="branch"/>
          <dgm:animLvl val="lvl"/>
        </dgm:presLayoutVars>
      </dgm:prSet>
      <dgm:spPr/>
      <dgm:t>
        <a:bodyPr/>
        <a:lstStyle/>
        <a:p>
          <a:endParaRPr lang="en-IN"/>
        </a:p>
      </dgm:t>
    </dgm:pt>
    <dgm:pt modelId="{62DB00D7-5AF2-4236-91F6-C0D17F40DB44}" type="pres">
      <dgm:prSet presAssocID="{411161C1-DA87-4C73-84D3-45B301A6BFAC}" presName="thickLine" presStyleLbl="alignNode1" presStyleIdx="0" presStyleCnt="4"/>
      <dgm:spPr/>
    </dgm:pt>
    <dgm:pt modelId="{267A8A53-79FE-4669-B41C-D2103550379D}" type="pres">
      <dgm:prSet presAssocID="{411161C1-DA87-4C73-84D3-45B301A6BFAC}" presName="horz1" presStyleCnt="0"/>
      <dgm:spPr/>
    </dgm:pt>
    <dgm:pt modelId="{19C64C6B-4492-4D56-8CCA-2BF5E1238406}" type="pres">
      <dgm:prSet presAssocID="{411161C1-DA87-4C73-84D3-45B301A6BFAC}" presName="tx1" presStyleLbl="revTx" presStyleIdx="0" presStyleCnt="8"/>
      <dgm:spPr/>
      <dgm:t>
        <a:bodyPr/>
        <a:lstStyle/>
        <a:p>
          <a:endParaRPr lang="en-IN"/>
        </a:p>
      </dgm:t>
    </dgm:pt>
    <dgm:pt modelId="{1933F66F-0F86-4FDD-9AC9-E352AFE3BD85}" type="pres">
      <dgm:prSet presAssocID="{411161C1-DA87-4C73-84D3-45B301A6BFAC}" presName="vert1" presStyleCnt="0"/>
      <dgm:spPr/>
    </dgm:pt>
    <dgm:pt modelId="{5AE2855B-15AF-4ED4-9895-E398B96BB3CF}" type="pres">
      <dgm:prSet presAssocID="{B28E0BDE-48EB-4742-94BA-A2EFAAE2C314}" presName="vertSpace2a" presStyleCnt="0"/>
      <dgm:spPr/>
    </dgm:pt>
    <dgm:pt modelId="{43030EE4-347D-45E2-9EFB-7C325DA0BD38}" type="pres">
      <dgm:prSet presAssocID="{B28E0BDE-48EB-4742-94BA-A2EFAAE2C314}" presName="horz2" presStyleCnt="0"/>
      <dgm:spPr/>
    </dgm:pt>
    <dgm:pt modelId="{DD81D088-73EB-4DE8-BFAF-26FF3AF6535F}" type="pres">
      <dgm:prSet presAssocID="{B28E0BDE-48EB-4742-94BA-A2EFAAE2C314}" presName="horzSpace2" presStyleCnt="0"/>
      <dgm:spPr/>
    </dgm:pt>
    <dgm:pt modelId="{C83107D6-DA71-4E8B-A772-7812606D00D6}" type="pres">
      <dgm:prSet presAssocID="{B28E0BDE-48EB-4742-94BA-A2EFAAE2C314}" presName="tx2" presStyleLbl="revTx" presStyleIdx="1" presStyleCnt="8"/>
      <dgm:spPr/>
      <dgm:t>
        <a:bodyPr/>
        <a:lstStyle/>
        <a:p>
          <a:endParaRPr lang="en-IN"/>
        </a:p>
      </dgm:t>
    </dgm:pt>
    <dgm:pt modelId="{22EA5BA5-7453-4E47-A824-75710B58EAD5}" type="pres">
      <dgm:prSet presAssocID="{B28E0BDE-48EB-4742-94BA-A2EFAAE2C314}" presName="vert2" presStyleCnt="0"/>
      <dgm:spPr/>
    </dgm:pt>
    <dgm:pt modelId="{763AC7A2-2317-42AA-AE89-7E5695A72DD5}" type="pres">
      <dgm:prSet presAssocID="{B28E0BDE-48EB-4742-94BA-A2EFAAE2C314}" presName="thinLine2b" presStyleLbl="callout" presStyleIdx="0" presStyleCnt="4"/>
      <dgm:spPr/>
    </dgm:pt>
    <dgm:pt modelId="{393758BF-3C5F-4B24-81B8-530B3C6FDE8C}" type="pres">
      <dgm:prSet presAssocID="{B28E0BDE-48EB-4742-94BA-A2EFAAE2C314}" presName="vertSpace2b" presStyleCnt="0"/>
      <dgm:spPr/>
    </dgm:pt>
    <dgm:pt modelId="{6A04984B-51D6-41B1-A1A0-AC372C7DF77A}" type="pres">
      <dgm:prSet presAssocID="{9011BA2C-EA2C-4545-A52B-3FFB13B4D86B}" presName="thickLine" presStyleLbl="alignNode1" presStyleIdx="1" presStyleCnt="4"/>
      <dgm:spPr/>
    </dgm:pt>
    <dgm:pt modelId="{C8FAAD28-F020-482A-99B6-E3702EDFC73A}" type="pres">
      <dgm:prSet presAssocID="{9011BA2C-EA2C-4545-A52B-3FFB13B4D86B}" presName="horz1" presStyleCnt="0"/>
      <dgm:spPr/>
    </dgm:pt>
    <dgm:pt modelId="{1C65CDDC-9054-45B2-B298-0520C22FA3BE}" type="pres">
      <dgm:prSet presAssocID="{9011BA2C-EA2C-4545-A52B-3FFB13B4D86B}" presName="tx1" presStyleLbl="revTx" presStyleIdx="2" presStyleCnt="8"/>
      <dgm:spPr/>
      <dgm:t>
        <a:bodyPr/>
        <a:lstStyle/>
        <a:p>
          <a:endParaRPr lang="en-IN"/>
        </a:p>
      </dgm:t>
    </dgm:pt>
    <dgm:pt modelId="{B3E66E21-C219-4280-BD04-AB8E5F2E442F}" type="pres">
      <dgm:prSet presAssocID="{9011BA2C-EA2C-4545-A52B-3FFB13B4D86B}" presName="vert1" presStyleCnt="0"/>
      <dgm:spPr/>
    </dgm:pt>
    <dgm:pt modelId="{171521F8-9F03-4AFB-A59C-C8FDCFEEB470}" type="pres">
      <dgm:prSet presAssocID="{4ADAD42D-7F20-4F61-92D6-B4788AB9B968}" presName="vertSpace2a" presStyleCnt="0"/>
      <dgm:spPr/>
    </dgm:pt>
    <dgm:pt modelId="{3BA2D4E8-BCF9-461E-A1AF-E3640C5B017C}" type="pres">
      <dgm:prSet presAssocID="{4ADAD42D-7F20-4F61-92D6-B4788AB9B968}" presName="horz2" presStyleCnt="0"/>
      <dgm:spPr/>
    </dgm:pt>
    <dgm:pt modelId="{C9A3BECB-20F7-4086-BA8A-CE8B31869389}" type="pres">
      <dgm:prSet presAssocID="{4ADAD42D-7F20-4F61-92D6-B4788AB9B968}" presName="horzSpace2" presStyleCnt="0"/>
      <dgm:spPr/>
    </dgm:pt>
    <dgm:pt modelId="{DF881B7F-E67E-44DE-B4E4-FCBB01FCA90D}" type="pres">
      <dgm:prSet presAssocID="{4ADAD42D-7F20-4F61-92D6-B4788AB9B968}" presName="tx2" presStyleLbl="revTx" presStyleIdx="3" presStyleCnt="8"/>
      <dgm:spPr/>
      <dgm:t>
        <a:bodyPr/>
        <a:lstStyle/>
        <a:p>
          <a:endParaRPr lang="en-IN"/>
        </a:p>
      </dgm:t>
    </dgm:pt>
    <dgm:pt modelId="{D605F7DE-D3AA-45F0-ABA2-453238FB6856}" type="pres">
      <dgm:prSet presAssocID="{4ADAD42D-7F20-4F61-92D6-B4788AB9B968}" presName="vert2" presStyleCnt="0"/>
      <dgm:spPr/>
    </dgm:pt>
    <dgm:pt modelId="{4566DF38-0DF4-44C7-9EB9-DB1A1E3188C2}" type="pres">
      <dgm:prSet presAssocID="{4ADAD42D-7F20-4F61-92D6-B4788AB9B968}" presName="thinLine2b" presStyleLbl="callout" presStyleIdx="1" presStyleCnt="4"/>
      <dgm:spPr/>
    </dgm:pt>
    <dgm:pt modelId="{EE23C05C-D303-4A45-8071-0416EB9FC4D6}" type="pres">
      <dgm:prSet presAssocID="{4ADAD42D-7F20-4F61-92D6-B4788AB9B968}" presName="vertSpace2b" presStyleCnt="0"/>
      <dgm:spPr/>
    </dgm:pt>
    <dgm:pt modelId="{5AC51212-6AA9-4ADC-9154-8EB747418A01}" type="pres">
      <dgm:prSet presAssocID="{38B26C53-1C9B-40BD-91AE-3249654CF47C}" presName="thickLine" presStyleLbl="alignNode1" presStyleIdx="2" presStyleCnt="4"/>
      <dgm:spPr/>
    </dgm:pt>
    <dgm:pt modelId="{FDC25C5E-5666-43B4-AE9E-07157A111C2F}" type="pres">
      <dgm:prSet presAssocID="{38B26C53-1C9B-40BD-91AE-3249654CF47C}" presName="horz1" presStyleCnt="0"/>
      <dgm:spPr/>
    </dgm:pt>
    <dgm:pt modelId="{7712F906-E212-4A9A-B326-9B8A6FEB2C60}" type="pres">
      <dgm:prSet presAssocID="{38B26C53-1C9B-40BD-91AE-3249654CF47C}" presName="tx1" presStyleLbl="revTx" presStyleIdx="4" presStyleCnt="8"/>
      <dgm:spPr/>
      <dgm:t>
        <a:bodyPr/>
        <a:lstStyle/>
        <a:p>
          <a:endParaRPr lang="en-IN"/>
        </a:p>
      </dgm:t>
    </dgm:pt>
    <dgm:pt modelId="{1DBF9ED4-6487-458A-9D98-F4F58EF1F3E5}" type="pres">
      <dgm:prSet presAssocID="{38B26C53-1C9B-40BD-91AE-3249654CF47C}" presName="vert1" presStyleCnt="0"/>
      <dgm:spPr/>
    </dgm:pt>
    <dgm:pt modelId="{B2AABE0F-020D-4145-A23E-2ADB20DFAA7D}" type="pres">
      <dgm:prSet presAssocID="{0157C0C4-323B-4344-A54E-BAEBD4243EA4}" presName="vertSpace2a" presStyleCnt="0"/>
      <dgm:spPr/>
    </dgm:pt>
    <dgm:pt modelId="{A947668F-F795-4E6A-90E7-DC1AB10A3A31}" type="pres">
      <dgm:prSet presAssocID="{0157C0C4-323B-4344-A54E-BAEBD4243EA4}" presName="horz2" presStyleCnt="0"/>
      <dgm:spPr/>
    </dgm:pt>
    <dgm:pt modelId="{567DAF68-966A-424A-BA0D-FE21D04BDE83}" type="pres">
      <dgm:prSet presAssocID="{0157C0C4-323B-4344-A54E-BAEBD4243EA4}" presName="horzSpace2" presStyleCnt="0"/>
      <dgm:spPr/>
    </dgm:pt>
    <dgm:pt modelId="{8DDCA6E8-D255-47E7-A42C-BACE203A9C39}" type="pres">
      <dgm:prSet presAssocID="{0157C0C4-323B-4344-A54E-BAEBD4243EA4}" presName="tx2" presStyleLbl="revTx" presStyleIdx="5" presStyleCnt="8"/>
      <dgm:spPr/>
      <dgm:t>
        <a:bodyPr/>
        <a:lstStyle/>
        <a:p>
          <a:endParaRPr lang="en-IN"/>
        </a:p>
      </dgm:t>
    </dgm:pt>
    <dgm:pt modelId="{4169CED0-A888-4682-818C-627E96C53302}" type="pres">
      <dgm:prSet presAssocID="{0157C0C4-323B-4344-A54E-BAEBD4243EA4}" presName="vert2" presStyleCnt="0"/>
      <dgm:spPr/>
    </dgm:pt>
    <dgm:pt modelId="{D2A6DE3A-13BF-4477-B09B-D46387CCCD4E}" type="pres">
      <dgm:prSet presAssocID="{0157C0C4-323B-4344-A54E-BAEBD4243EA4}" presName="thinLine2b" presStyleLbl="callout" presStyleIdx="2" presStyleCnt="4"/>
      <dgm:spPr/>
    </dgm:pt>
    <dgm:pt modelId="{A322E85F-B829-4412-98E3-A6468539C66D}" type="pres">
      <dgm:prSet presAssocID="{0157C0C4-323B-4344-A54E-BAEBD4243EA4}" presName="vertSpace2b" presStyleCnt="0"/>
      <dgm:spPr/>
    </dgm:pt>
    <dgm:pt modelId="{5F42EABD-7378-42A9-BA52-7BB0F869555C}" type="pres">
      <dgm:prSet presAssocID="{48942CC8-BA22-4B35-8777-FEB0DE5A52A3}" presName="thickLine" presStyleLbl="alignNode1" presStyleIdx="3" presStyleCnt="4"/>
      <dgm:spPr/>
    </dgm:pt>
    <dgm:pt modelId="{3F2C0869-7DE5-48B7-A571-51480F385F3F}" type="pres">
      <dgm:prSet presAssocID="{48942CC8-BA22-4B35-8777-FEB0DE5A52A3}" presName="horz1" presStyleCnt="0"/>
      <dgm:spPr/>
    </dgm:pt>
    <dgm:pt modelId="{D6A92963-E973-4DF0-A416-5B9010581B1F}" type="pres">
      <dgm:prSet presAssocID="{48942CC8-BA22-4B35-8777-FEB0DE5A52A3}" presName="tx1" presStyleLbl="revTx" presStyleIdx="6" presStyleCnt="8"/>
      <dgm:spPr/>
      <dgm:t>
        <a:bodyPr/>
        <a:lstStyle/>
        <a:p>
          <a:endParaRPr lang="en-IN"/>
        </a:p>
      </dgm:t>
    </dgm:pt>
    <dgm:pt modelId="{E8C27301-5E49-4AAD-8782-76390D0B40D1}" type="pres">
      <dgm:prSet presAssocID="{48942CC8-BA22-4B35-8777-FEB0DE5A52A3}" presName="vert1" presStyleCnt="0"/>
      <dgm:spPr/>
    </dgm:pt>
    <dgm:pt modelId="{17D82441-5E47-45C4-9D8A-0670F2A96463}" type="pres">
      <dgm:prSet presAssocID="{F2E51B92-C451-4B5D-AACB-7EF2A8016FD3}" presName="vertSpace2a" presStyleCnt="0"/>
      <dgm:spPr/>
    </dgm:pt>
    <dgm:pt modelId="{A56417C0-5A0F-456C-8A68-DC40997F7F46}" type="pres">
      <dgm:prSet presAssocID="{F2E51B92-C451-4B5D-AACB-7EF2A8016FD3}" presName="horz2" presStyleCnt="0"/>
      <dgm:spPr/>
    </dgm:pt>
    <dgm:pt modelId="{0814EA38-61E8-4139-99BC-7EF93CE12F83}" type="pres">
      <dgm:prSet presAssocID="{F2E51B92-C451-4B5D-AACB-7EF2A8016FD3}" presName="horzSpace2" presStyleCnt="0"/>
      <dgm:spPr/>
    </dgm:pt>
    <dgm:pt modelId="{628C7E1B-41AA-4513-872E-A9E27E2E2227}" type="pres">
      <dgm:prSet presAssocID="{F2E51B92-C451-4B5D-AACB-7EF2A8016FD3}" presName="tx2" presStyleLbl="revTx" presStyleIdx="7" presStyleCnt="8"/>
      <dgm:spPr/>
      <dgm:t>
        <a:bodyPr/>
        <a:lstStyle/>
        <a:p>
          <a:endParaRPr lang="en-IN"/>
        </a:p>
      </dgm:t>
    </dgm:pt>
    <dgm:pt modelId="{ECF33AE3-51E2-4B08-A012-350FADEB60C0}" type="pres">
      <dgm:prSet presAssocID="{F2E51B92-C451-4B5D-AACB-7EF2A8016FD3}" presName="vert2" presStyleCnt="0"/>
      <dgm:spPr/>
    </dgm:pt>
    <dgm:pt modelId="{2563BD7E-74CE-4BB2-9B27-57777D8F8FF8}" type="pres">
      <dgm:prSet presAssocID="{F2E51B92-C451-4B5D-AACB-7EF2A8016FD3}" presName="thinLine2b" presStyleLbl="callout" presStyleIdx="3" presStyleCnt="4"/>
      <dgm:spPr/>
    </dgm:pt>
    <dgm:pt modelId="{1B62FA86-0CB2-467C-AA64-8DB7E3082585}" type="pres">
      <dgm:prSet presAssocID="{F2E51B92-C451-4B5D-AACB-7EF2A8016FD3}" presName="vertSpace2b" presStyleCnt="0"/>
      <dgm:spPr/>
    </dgm:pt>
  </dgm:ptLst>
  <dgm:cxnLst>
    <dgm:cxn modelId="{D3AB40BF-4D98-4D90-9E15-5DA776D19419}" srcId="{7A67C998-5E9A-42B9-9AF6-73699E2BC967}" destId="{38B26C53-1C9B-40BD-91AE-3249654CF47C}" srcOrd="2" destOrd="0" parTransId="{AAB3DBF6-34C8-4B91-9133-F8677DC92B90}" sibTransId="{E93EB371-5D78-4342-B3FA-23D4F14259A1}"/>
    <dgm:cxn modelId="{40D946A1-52DE-4B37-8E3B-AB6B77EC2410}" srcId="{38B26C53-1C9B-40BD-91AE-3249654CF47C}" destId="{0157C0C4-323B-4344-A54E-BAEBD4243EA4}" srcOrd="0" destOrd="0" parTransId="{B6BE6C9B-C689-4637-9581-1D6656AF88D3}" sibTransId="{CBC94C93-38B0-4578-AA6F-C606184E1840}"/>
    <dgm:cxn modelId="{5413E930-B0D9-48E1-8F00-7E8519D67D3B}" type="presOf" srcId="{38B26C53-1C9B-40BD-91AE-3249654CF47C}" destId="{7712F906-E212-4A9A-B326-9B8A6FEB2C60}" srcOrd="0" destOrd="0" presId="urn:microsoft.com/office/officeart/2008/layout/LinedList"/>
    <dgm:cxn modelId="{8325C70A-D1E3-43D6-8141-FDACECC9E911}" type="presOf" srcId="{0157C0C4-323B-4344-A54E-BAEBD4243EA4}" destId="{8DDCA6E8-D255-47E7-A42C-BACE203A9C39}" srcOrd="0" destOrd="0" presId="urn:microsoft.com/office/officeart/2008/layout/LinedList"/>
    <dgm:cxn modelId="{01471ABE-06AF-4659-AFC6-C49DD00D8707}" srcId="{48942CC8-BA22-4B35-8777-FEB0DE5A52A3}" destId="{F2E51B92-C451-4B5D-AACB-7EF2A8016FD3}" srcOrd="0" destOrd="0" parTransId="{764A11E8-3130-441A-9095-477BD29A9D42}" sibTransId="{B35E095B-005D-41E1-AB4D-74ABEFEF883D}"/>
    <dgm:cxn modelId="{1F3175D5-68D6-4F85-86E7-04B94A4688A8}" type="presOf" srcId="{9011BA2C-EA2C-4545-A52B-3FFB13B4D86B}" destId="{1C65CDDC-9054-45B2-B298-0520C22FA3BE}" srcOrd="0" destOrd="0" presId="urn:microsoft.com/office/officeart/2008/layout/LinedList"/>
    <dgm:cxn modelId="{788E17B6-3546-42F0-B1A0-268D4950D2E9}" type="presOf" srcId="{7A67C998-5E9A-42B9-9AF6-73699E2BC967}" destId="{AA2974BE-E39A-4A9D-8BAD-DB74A077B3E9}" srcOrd="0" destOrd="0" presId="urn:microsoft.com/office/officeart/2008/layout/LinedList"/>
    <dgm:cxn modelId="{51A37CF7-30E9-40ED-AC84-AEE5DDD63CCE}" type="presOf" srcId="{411161C1-DA87-4C73-84D3-45B301A6BFAC}" destId="{19C64C6B-4492-4D56-8CCA-2BF5E1238406}" srcOrd="0" destOrd="0" presId="urn:microsoft.com/office/officeart/2008/layout/LinedList"/>
    <dgm:cxn modelId="{50FB130E-6C3B-4724-972E-DFBD90B4F2BB}" type="presOf" srcId="{B28E0BDE-48EB-4742-94BA-A2EFAAE2C314}" destId="{C83107D6-DA71-4E8B-A772-7812606D00D6}" srcOrd="0" destOrd="0" presId="urn:microsoft.com/office/officeart/2008/layout/LinedList"/>
    <dgm:cxn modelId="{439B27C8-588A-41D7-93C8-34EDB43A99A7}" srcId="{7A67C998-5E9A-42B9-9AF6-73699E2BC967}" destId="{48942CC8-BA22-4B35-8777-FEB0DE5A52A3}" srcOrd="3" destOrd="0" parTransId="{CBB17D6E-B0D3-4DD9-ABEB-0D65FB0AC27A}" sibTransId="{B308D245-A85B-4FEB-A39C-E95A18987C4E}"/>
    <dgm:cxn modelId="{67B4481C-EA6C-42B8-8659-7C72889AFFA8}" srcId="{411161C1-DA87-4C73-84D3-45B301A6BFAC}" destId="{B28E0BDE-48EB-4742-94BA-A2EFAAE2C314}" srcOrd="0" destOrd="0" parTransId="{6AF93B83-5BC3-4796-A539-7D00AAE017B5}" sibTransId="{4D60A831-487C-4FAB-B403-700AA7223ADA}"/>
    <dgm:cxn modelId="{A6202064-790C-40F9-8806-CF9E16FDDDA9}" srcId="{7A67C998-5E9A-42B9-9AF6-73699E2BC967}" destId="{411161C1-DA87-4C73-84D3-45B301A6BFAC}" srcOrd="0" destOrd="0" parTransId="{BEFDCB80-DA8A-4D74-8975-BD5FA9ABE9EA}" sibTransId="{5C2CB9FA-45C5-4F94-9BBF-C17B63167251}"/>
    <dgm:cxn modelId="{4C886EEB-DB07-4677-8BAF-F89F8465E236}" type="presOf" srcId="{4ADAD42D-7F20-4F61-92D6-B4788AB9B968}" destId="{DF881B7F-E67E-44DE-B4E4-FCBB01FCA90D}" srcOrd="0" destOrd="0" presId="urn:microsoft.com/office/officeart/2008/layout/LinedList"/>
    <dgm:cxn modelId="{1753BD01-2209-4D95-B588-9A5CACAD6184}" type="presOf" srcId="{48942CC8-BA22-4B35-8777-FEB0DE5A52A3}" destId="{D6A92963-E973-4DF0-A416-5B9010581B1F}" srcOrd="0" destOrd="0" presId="urn:microsoft.com/office/officeart/2008/layout/LinedList"/>
    <dgm:cxn modelId="{58B3D0A8-C34F-4470-8D13-901B4348D228}" type="presOf" srcId="{F2E51B92-C451-4B5D-AACB-7EF2A8016FD3}" destId="{628C7E1B-41AA-4513-872E-A9E27E2E2227}" srcOrd="0" destOrd="0" presId="urn:microsoft.com/office/officeart/2008/layout/LinedList"/>
    <dgm:cxn modelId="{36A9297A-E2FA-4EB9-A0B7-A94EE6B649F4}" srcId="{9011BA2C-EA2C-4545-A52B-3FFB13B4D86B}" destId="{4ADAD42D-7F20-4F61-92D6-B4788AB9B968}" srcOrd="0" destOrd="0" parTransId="{9867E73A-AB4D-4B33-8DAE-660DA9ECFA77}" sibTransId="{4C4B05F7-F2C6-4B03-A083-7ED636CEC27B}"/>
    <dgm:cxn modelId="{D6CDE300-C359-4E8D-BF72-7B6FFA9518F8}" srcId="{7A67C998-5E9A-42B9-9AF6-73699E2BC967}" destId="{9011BA2C-EA2C-4545-A52B-3FFB13B4D86B}" srcOrd="1" destOrd="0" parTransId="{DDB97611-6C98-4B82-B9D5-77068ED7222E}" sibTransId="{B4859EFF-67CE-49F7-B8C6-15B65D1AD190}"/>
    <dgm:cxn modelId="{A2874CEF-723C-4CDC-95D0-E4A91D641541}" type="presParOf" srcId="{AA2974BE-E39A-4A9D-8BAD-DB74A077B3E9}" destId="{62DB00D7-5AF2-4236-91F6-C0D17F40DB44}" srcOrd="0" destOrd="0" presId="urn:microsoft.com/office/officeart/2008/layout/LinedList"/>
    <dgm:cxn modelId="{5319A886-2FC8-41EE-90FA-EE2461A36272}" type="presParOf" srcId="{AA2974BE-E39A-4A9D-8BAD-DB74A077B3E9}" destId="{267A8A53-79FE-4669-B41C-D2103550379D}" srcOrd="1" destOrd="0" presId="urn:microsoft.com/office/officeart/2008/layout/LinedList"/>
    <dgm:cxn modelId="{86D60054-BC51-488C-87ED-AD72CE99EA5C}" type="presParOf" srcId="{267A8A53-79FE-4669-B41C-D2103550379D}" destId="{19C64C6B-4492-4D56-8CCA-2BF5E1238406}" srcOrd="0" destOrd="0" presId="urn:microsoft.com/office/officeart/2008/layout/LinedList"/>
    <dgm:cxn modelId="{06790FC8-8E3A-4001-A391-8BD8BF0F5D5B}" type="presParOf" srcId="{267A8A53-79FE-4669-B41C-D2103550379D}" destId="{1933F66F-0F86-4FDD-9AC9-E352AFE3BD85}" srcOrd="1" destOrd="0" presId="urn:microsoft.com/office/officeart/2008/layout/LinedList"/>
    <dgm:cxn modelId="{B7991073-EACE-45DF-83D3-B104E71508C6}" type="presParOf" srcId="{1933F66F-0F86-4FDD-9AC9-E352AFE3BD85}" destId="{5AE2855B-15AF-4ED4-9895-E398B96BB3CF}" srcOrd="0" destOrd="0" presId="urn:microsoft.com/office/officeart/2008/layout/LinedList"/>
    <dgm:cxn modelId="{720E86EF-7774-4148-BE56-710D693D4471}" type="presParOf" srcId="{1933F66F-0F86-4FDD-9AC9-E352AFE3BD85}" destId="{43030EE4-347D-45E2-9EFB-7C325DA0BD38}" srcOrd="1" destOrd="0" presId="urn:microsoft.com/office/officeart/2008/layout/LinedList"/>
    <dgm:cxn modelId="{69B24264-C722-4B78-942A-2A3FE8E9FF5A}" type="presParOf" srcId="{43030EE4-347D-45E2-9EFB-7C325DA0BD38}" destId="{DD81D088-73EB-4DE8-BFAF-26FF3AF6535F}" srcOrd="0" destOrd="0" presId="urn:microsoft.com/office/officeart/2008/layout/LinedList"/>
    <dgm:cxn modelId="{C413E006-E814-4916-AEA5-DFAA8CDD9870}" type="presParOf" srcId="{43030EE4-347D-45E2-9EFB-7C325DA0BD38}" destId="{C83107D6-DA71-4E8B-A772-7812606D00D6}" srcOrd="1" destOrd="0" presId="urn:microsoft.com/office/officeart/2008/layout/LinedList"/>
    <dgm:cxn modelId="{0ABEB7D2-2FBC-4A8D-8460-F0F452C28564}" type="presParOf" srcId="{43030EE4-347D-45E2-9EFB-7C325DA0BD38}" destId="{22EA5BA5-7453-4E47-A824-75710B58EAD5}" srcOrd="2" destOrd="0" presId="urn:microsoft.com/office/officeart/2008/layout/LinedList"/>
    <dgm:cxn modelId="{F4661800-B269-4AB5-91F0-5A1E71A19996}" type="presParOf" srcId="{1933F66F-0F86-4FDD-9AC9-E352AFE3BD85}" destId="{763AC7A2-2317-42AA-AE89-7E5695A72DD5}" srcOrd="2" destOrd="0" presId="urn:microsoft.com/office/officeart/2008/layout/LinedList"/>
    <dgm:cxn modelId="{1BC2398F-4665-4088-A842-073BAB87D4B9}" type="presParOf" srcId="{1933F66F-0F86-4FDD-9AC9-E352AFE3BD85}" destId="{393758BF-3C5F-4B24-81B8-530B3C6FDE8C}" srcOrd="3" destOrd="0" presId="urn:microsoft.com/office/officeart/2008/layout/LinedList"/>
    <dgm:cxn modelId="{43844291-A3C5-4935-89E1-BA609B5D6A64}" type="presParOf" srcId="{AA2974BE-E39A-4A9D-8BAD-DB74A077B3E9}" destId="{6A04984B-51D6-41B1-A1A0-AC372C7DF77A}" srcOrd="2" destOrd="0" presId="urn:microsoft.com/office/officeart/2008/layout/LinedList"/>
    <dgm:cxn modelId="{25F5D68E-DB8C-49C4-B703-972E3E143B3B}" type="presParOf" srcId="{AA2974BE-E39A-4A9D-8BAD-DB74A077B3E9}" destId="{C8FAAD28-F020-482A-99B6-E3702EDFC73A}" srcOrd="3" destOrd="0" presId="urn:microsoft.com/office/officeart/2008/layout/LinedList"/>
    <dgm:cxn modelId="{A0589A65-2C75-481B-829F-3EF4274D8B57}" type="presParOf" srcId="{C8FAAD28-F020-482A-99B6-E3702EDFC73A}" destId="{1C65CDDC-9054-45B2-B298-0520C22FA3BE}" srcOrd="0" destOrd="0" presId="urn:microsoft.com/office/officeart/2008/layout/LinedList"/>
    <dgm:cxn modelId="{2E57E738-AADD-44DD-8BF8-CD995E8AFA43}" type="presParOf" srcId="{C8FAAD28-F020-482A-99B6-E3702EDFC73A}" destId="{B3E66E21-C219-4280-BD04-AB8E5F2E442F}" srcOrd="1" destOrd="0" presId="urn:microsoft.com/office/officeart/2008/layout/LinedList"/>
    <dgm:cxn modelId="{95317107-375C-4846-8F1F-9078B9450FAC}" type="presParOf" srcId="{B3E66E21-C219-4280-BD04-AB8E5F2E442F}" destId="{171521F8-9F03-4AFB-A59C-C8FDCFEEB470}" srcOrd="0" destOrd="0" presId="urn:microsoft.com/office/officeart/2008/layout/LinedList"/>
    <dgm:cxn modelId="{D68346E5-646E-4570-9C4D-7E77259A1F2C}" type="presParOf" srcId="{B3E66E21-C219-4280-BD04-AB8E5F2E442F}" destId="{3BA2D4E8-BCF9-461E-A1AF-E3640C5B017C}" srcOrd="1" destOrd="0" presId="urn:microsoft.com/office/officeart/2008/layout/LinedList"/>
    <dgm:cxn modelId="{C0D1DAC5-C5DA-4BCA-B804-EB1DB8241380}" type="presParOf" srcId="{3BA2D4E8-BCF9-461E-A1AF-E3640C5B017C}" destId="{C9A3BECB-20F7-4086-BA8A-CE8B31869389}" srcOrd="0" destOrd="0" presId="urn:microsoft.com/office/officeart/2008/layout/LinedList"/>
    <dgm:cxn modelId="{0839657E-4583-491F-9D4C-D0C30A858521}" type="presParOf" srcId="{3BA2D4E8-BCF9-461E-A1AF-E3640C5B017C}" destId="{DF881B7F-E67E-44DE-B4E4-FCBB01FCA90D}" srcOrd="1" destOrd="0" presId="urn:microsoft.com/office/officeart/2008/layout/LinedList"/>
    <dgm:cxn modelId="{1387D351-76BA-4866-ADE9-21E511B24F8B}" type="presParOf" srcId="{3BA2D4E8-BCF9-461E-A1AF-E3640C5B017C}" destId="{D605F7DE-D3AA-45F0-ABA2-453238FB6856}" srcOrd="2" destOrd="0" presId="urn:microsoft.com/office/officeart/2008/layout/LinedList"/>
    <dgm:cxn modelId="{B1746B19-EE6E-4246-83B9-C43F3ACBD301}" type="presParOf" srcId="{B3E66E21-C219-4280-BD04-AB8E5F2E442F}" destId="{4566DF38-0DF4-44C7-9EB9-DB1A1E3188C2}" srcOrd="2" destOrd="0" presId="urn:microsoft.com/office/officeart/2008/layout/LinedList"/>
    <dgm:cxn modelId="{00D5BA8C-45D9-4264-8A73-EFD31D964068}" type="presParOf" srcId="{B3E66E21-C219-4280-BD04-AB8E5F2E442F}" destId="{EE23C05C-D303-4A45-8071-0416EB9FC4D6}" srcOrd="3" destOrd="0" presId="urn:microsoft.com/office/officeart/2008/layout/LinedList"/>
    <dgm:cxn modelId="{57CB87D0-1BC6-43B9-B4E8-C590F6D004CE}" type="presParOf" srcId="{AA2974BE-E39A-4A9D-8BAD-DB74A077B3E9}" destId="{5AC51212-6AA9-4ADC-9154-8EB747418A01}" srcOrd="4" destOrd="0" presId="urn:microsoft.com/office/officeart/2008/layout/LinedList"/>
    <dgm:cxn modelId="{20BDE384-DF2F-4152-AA72-DE36C884C693}" type="presParOf" srcId="{AA2974BE-E39A-4A9D-8BAD-DB74A077B3E9}" destId="{FDC25C5E-5666-43B4-AE9E-07157A111C2F}" srcOrd="5" destOrd="0" presId="urn:microsoft.com/office/officeart/2008/layout/LinedList"/>
    <dgm:cxn modelId="{7A14D778-9ABD-4383-92EF-7AFEEF4397F1}" type="presParOf" srcId="{FDC25C5E-5666-43B4-AE9E-07157A111C2F}" destId="{7712F906-E212-4A9A-B326-9B8A6FEB2C60}" srcOrd="0" destOrd="0" presId="urn:microsoft.com/office/officeart/2008/layout/LinedList"/>
    <dgm:cxn modelId="{86D02D8A-8158-4A41-98ED-D784FB7E2878}" type="presParOf" srcId="{FDC25C5E-5666-43B4-AE9E-07157A111C2F}" destId="{1DBF9ED4-6487-458A-9D98-F4F58EF1F3E5}" srcOrd="1" destOrd="0" presId="urn:microsoft.com/office/officeart/2008/layout/LinedList"/>
    <dgm:cxn modelId="{77C28A40-1E5B-4633-A3E5-B45CC8CFA1BD}" type="presParOf" srcId="{1DBF9ED4-6487-458A-9D98-F4F58EF1F3E5}" destId="{B2AABE0F-020D-4145-A23E-2ADB20DFAA7D}" srcOrd="0" destOrd="0" presId="urn:microsoft.com/office/officeart/2008/layout/LinedList"/>
    <dgm:cxn modelId="{B884BFFA-56CE-48EB-99F4-123E2A470FFD}" type="presParOf" srcId="{1DBF9ED4-6487-458A-9D98-F4F58EF1F3E5}" destId="{A947668F-F795-4E6A-90E7-DC1AB10A3A31}" srcOrd="1" destOrd="0" presId="urn:microsoft.com/office/officeart/2008/layout/LinedList"/>
    <dgm:cxn modelId="{BA6B089E-0315-42C1-AFC5-2C88F73CC87A}" type="presParOf" srcId="{A947668F-F795-4E6A-90E7-DC1AB10A3A31}" destId="{567DAF68-966A-424A-BA0D-FE21D04BDE83}" srcOrd="0" destOrd="0" presId="urn:microsoft.com/office/officeart/2008/layout/LinedList"/>
    <dgm:cxn modelId="{0AA1376A-A98D-456D-B249-E64868F49363}" type="presParOf" srcId="{A947668F-F795-4E6A-90E7-DC1AB10A3A31}" destId="{8DDCA6E8-D255-47E7-A42C-BACE203A9C39}" srcOrd="1" destOrd="0" presId="urn:microsoft.com/office/officeart/2008/layout/LinedList"/>
    <dgm:cxn modelId="{03BEDDF4-21A0-49E5-A6AA-C98C2EECABD0}" type="presParOf" srcId="{A947668F-F795-4E6A-90E7-DC1AB10A3A31}" destId="{4169CED0-A888-4682-818C-627E96C53302}" srcOrd="2" destOrd="0" presId="urn:microsoft.com/office/officeart/2008/layout/LinedList"/>
    <dgm:cxn modelId="{B38D6919-2B82-47B7-BAEC-99BF7CE24649}" type="presParOf" srcId="{1DBF9ED4-6487-458A-9D98-F4F58EF1F3E5}" destId="{D2A6DE3A-13BF-4477-B09B-D46387CCCD4E}" srcOrd="2" destOrd="0" presId="urn:microsoft.com/office/officeart/2008/layout/LinedList"/>
    <dgm:cxn modelId="{C18CEF12-FB91-4892-9669-99C99F08B48E}" type="presParOf" srcId="{1DBF9ED4-6487-458A-9D98-F4F58EF1F3E5}" destId="{A322E85F-B829-4412-98E3-A6468539C66D}" srcOrd="3" destOrd="0" presId="urn:microsoft.com/office/officeart/2008/layout/LinedList"/>
    <dgm:cxn modelId="{2C2BE128-0ED8-46BE-BCF0-C59297925082}" type="presParOf" srcId="{AA2974BE-E39A-4A9D-8BAD-DB74A077B3E9}" destId="{5F42EABD-7378-42A9-BA52-7BB0F869555C}" srcOrd="6" destOrd="0" presId="urn:microsoft.com/office/officeart/2008/layout/LinedList"/>
    <dgm:cxn modelId="{648CB08D-0AF2-4238-A221-EB28163F18EB}" type="presParOf" srcId="{AA2974BE-E39A-4A9D-8BAD-DB74A077B3E9}" destId="{3F2C0869-7DE5-48B7-A571-51480F385F3F}" srcOrd="7" destOrd="0" presId="urn:microsoft.com/office/officeart/2008/layout/LinedList"/>
    <dgm:cxn modelId="{BD8D6AC0-B406-4E69-A22D-152F76033B67}" type="presParOf" srcId="{3F2C0869-7DE5-48B7-A571-51480F385F3F}" destId="{D6A92963-E973-4DF0-A416-5B9010581B1F}" srcOrd="0" destOrd="0" presId="urn:microsoft.com/office/officeart/2008/layout/LinedList"/>
    <dgm:cxn modelId="{5BD633B9-10AC-4FE6-A734-33B2150C3899}" type="presParOf" srcId="{3F2C0869-7DE5-48B7-A571-51480F385F3F}" destId="{E8C27301-5E49-4AAD-8782-76390D0B40D1}" srcOrd="1" destOrd="0" presId="urn:microsoft.com/office/officeart/2008/layout/LinedList"/>
    <dgm:cxn modelId="{D96AB590-3BD8-4266-9A66-BD5A2FFA4341}" type="presParOf" srcId="{E8C27301-5E49-4AAD-8782-76390D0B40D1}" destId="{17D82441-5E47-45C4-9D8A-0670F2A96463}" srcOrd="0" destOrd="0" presId="urn:microsoft.com/office/officeart/2008/layout/LinedList"/>
    <dgm:cxn modelId="{5C195F87-F308-4DB4-998D-04508EA00E48}" type="presParOf" srcId="{E8C27301-5E49-4AAD-8782-76390D0B40D1}" destId="{A56417C0-5A0F-456C-8A68-DC40997F7F46}" srcOrd="1" destOrd="0" presId="urn:microsoft.com/office/officeart/2008/layout/LinedList"/>
    <dgm:cxn modelId="{7F2C0D0E-9579-4B88-B17B-2C56385E35ED}" type="presParOf" srcId="{A56417C0-5A0F-456C-8A68-DC40997F7F46}" destId="{0814EA38-61E8-4139-99BC-7EF93CE12F83}" srcOrd="0" destOrd="0" presId="urn:microsoft.com/office/officeart/2008/layout/LinedList"/>
    <dgm:cxn modelId="{E7338B20-DC70-45F9-8293-CFE081073567}" type="presParOf" srcId="{A56417C0-5A0F-456C-8A68-DC40997F7F46}" destId="{628C7E1B-41AA-4513-872E-A9E27E2E2227}" srcOrd="1" destOrd="0" presId="urn:microsoft.com/office/officeart/2008/layout/LinedList"/>
    <dgm:cxn modelId="{4F80128A-87E3-4064-9AD7-D3D0E394C988}" type="presParOf" srcId="{A56417C0-5A0F-456C-8A68-DC40997F7F46}" destId="{ECF33AE3-51E2-4B08-A012-350FADEB60C0}" srcOrd="2" destOrd="0" presId="urn:microsoft.com/office/officeart/2008/layout/LinedList"/>
    <dgm:cxn modelId="{18D76638-2F1D-441D-9C31-BF55CE2A7AD3}" type="presParOf" srcId="{E8C27301-5E49-4AAD-8782-76390D0B40D1}" destId="{2563BD7E-74CE-4BB2-9B27-57777D8F8FF8}" srcOrd="2" destOrd="0" presId="urn:microsoft.com/office/officeart/2008/layout/LinedList"/>
    <dgm:cxn modelId="{51C9BA6A-0BC4-4AAA-BD90-18678A2D18E7}" type="presParOf" srcId="{E8C27301-5E49-4AAD-8782-76390D0B40D1}" destId="{1B62FA86-0CB2-467C-AA64-8DB7E308258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302A235-0374-404D-A8C6-DC016689DD6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E7878BBC-368D-4AE3-9703-C4A79B927719}">
      <dgm:prSet custT="1"/>
      <dgm:spPr/>
      <dgm:t>
        <a:bodyPr/>
        <a:lstStyle/>
        <a:p>
          <a:pPr rtl="0"/>
          <a:r>
            <a:rPr lang="en-US" sz="2800" dirty="0" smtClean="0"/>
            <a:t>e.</a:t>
          </a:r>
          <a:r>
            <a:rPr lang="en-US" sz="2800" b="1" dirty="0" smtClean="0"/>
            <a:t> Waiver  </a:t>
          </a:r>
          <a:endParaRPr lang="en-IN" sz="2800" dirty="0"/>
        </a:p>
      </dgm:t>
    </dgm:pt>
    <dgm:pt modelId="{822AE608-F709-4A0A-ADDE-41569321D9F9}" type="parTrans" cxnId="{E9949AF4-90D6-47EA-9C6E-308B8D72C344}">
      <dgm:prSet/>
      <dgm:spPr/>
      <dgm:t>
        <a:bodyPr/>
        <a:lstStyle/>
        <a:p>
          <a:endParaRPr lang="en-IN"/>
        </a:p>
      </dgm:t>
    </dgm:pt>
    <dgm:pt modelId="{E54234A8-5634-43A3-BCD3-4586161E3890}" type="sibTrans" cxnId="{E9949AF4-90D6-47EA-9C6E-308B8D72C344}">
      <dgm:prSet/>
      <dgm:spPr/>
      <dgm:t>
        <a:bodyPr/>
        <a:lstStyle/>
        <a:p>
          <a:endParaRPr lang="en-IN"/>
        </a:p>
      </dgm:t>
    </dgm:pt>
    <dgm:pt modelId="{3229BC8D-4863-4884-9D71-3353629E54DC}">
      <dgm:prSet/>
      <dgm:spPr/>
      <dgm:t>
        <a:bodyPr/>
        <a:lstStyle/>
        <a:p>
          <a:pPr rtl="0"/>
          <a:r>
            <a:rPr lang="en-US" dirty="0" smtClean="0"/>
            <a:t>Intentional relinquishment of a right under a contract</a:t>
          </a:r>
          <a:endParaRPr lang="en-IN" dirty="0"/>
        </a:p>
      </dgm:t>
    </dgm:pt>
    <dgm:pt modelId="{CD1BE965-3F63-4B50-94CD-A9ED2F0FDA53}" type="parTrans" cxnId="{071864BD-B444-4D31-8B2C-AF600C2B7EBC}">
      <dgm:prSet/>
      <dgm:spPr/>
      <dgm:t>
        <a:bodyPr/>
        <a:lstStyle/>
        <a:p>
          <a:endParaRPr lang="en-IN"/>
        </a:p>
      </dgm:t>
    </dgm:pt>
    <dgm:pt modelId="{30008045-CD97-4A38-9683-2D85AFC62446}" type="sibTrans" cxnId="{071864BD-B444-4D31-8B2C-AF600C2B7EBC}">
      <dgm:prSet/>
      <dgm:spPr/>
      <dgm:t>
        <a:bodyPr/>
        <a:lstStyle/>
        <a:p>
          <a:endParaRPr lang="en-IN"/>
        </a:p>
      </dgm:t>
    </dgm:pt>
    <dgm:pt modelId="{6A8B0587-06A5-40F3-A053-734CE5CB0B89}">
      <dgm:prSet custT="1"/>
      <dgm:spPr/>
      <dgm:t>
        <a:bodyPr/>
        <a:lstStyle/>
        <a:p>
          <a:pPr rtl="0"/>
          <a:r>
            <a:rPr lang="en-US" sz="2800" dirty="0" smtClean="0"/>
            <a:t>f. </a:t>
          </a:r>
          <a:r>
            <a:rPr lang="en-US" sz="2800" b="1" dirty="0" smtClean="0"/>
            <a:t>Merger  </a:t>
          </a:r>
          <a:endParaRPr lang="en-IN" sz="2800" dirty="0"/>
        </a:p>
      </dgm:t>
    </dgm:pt>
    <dgm:pt modelId="{B752E46B-1325-4A18-ADB1-286BA8F7AA1D}" type="parTrans" cxnId="{2F53DB0C-5148-405A-9A93-87E92BF746DC}">
      <dgm:prSet/>
      <dgm:spPr/>
      <dgm:t>
        <a:bodyPr/>
        <a:lstStyle/>
        <a:p>
          <a:endParaRPr lang="en-IN"/>
        </a:p>
      </dgm:t>
    </dgm:pt>
    <dgm:pt modelId="{72E54D6A-9D86-4310-9C0F-7FF99B97FA76}" type="sibTrans" cxnId="{2F53DB0C-5148-405A-9A93-87E92BF746DC}">
      <dgm:prSet/>
      <dgm:spPr/>
      <dgm:t>
        <a:bodyPr/>
        <a:lstStyle/>
        <a:p>
          <a:endParaRPr lang="en-IN"/>
        </a:p>
      </dgm:t>
    </dgm:pt>
    <dgm:pt modelId="{44FD0C4D-04AC-4BEA-9CC2-85B568090F47}">
      <dgm:prSet/>
      <dgm:spPr/>
      <dgm:t>
        <a:bodyPr/>
        <a:lstStyle/>
        <a:p>
          <a:pPr algn="just" rtl="0"/>
          <a:r>
            <a:rPr lang="en-US" dirty="0" smtClean="0"/>
            <a:t>When an inferior right accruing to a party under a contract merges into a superior right accruing to the same party.</a:t>
          </a:r>
          <a:endParaRPr lang="en-IN" dirty="0"/>
        </a:p>
      </dgm:t>
    </dgm:pt>
    <dgm:pt modelId="{787F3A0F-E78D-496F-842B-F23889E0F989}" type="parTrans" cxnId="{F87FDF4D-9F74-4C63-B698-8C46CEE27680}">
      <dgm:prSet/>
      <dgm:spPr/>
      <dgm:t>
        <a:bodyPr/>
        <a:lstStyle/>
        <a:p>
          <a:endParaRPr lang="en-IN"/>
        </a:p>
      </dgm:t>
    </dgm:pt>
    <dgm:pt modelId="{AA3BDC32-D5CE-4331-B088-FD86D58349AB}" type="sibTrans" cxnId="{F87FDF4D-9F74-4C63-B698-8C46CEE27680}">
      <dgm:prSet/>
      <dgm:spPr/>
      <dgm:t>
        <a:bodyPr/>
        <a:lstStyle/>
        <a:p>
          <a:endParaRPr lang="en-IN"/>
        </a:p>
      </dgm:t>
    </dgm:pt>
    <dgm:pt modelId="{DDE795C2-EF8A-4517-99AD-582E15DAEECF}">
      <dgm:prSet/>
      <dgm:spPr/>
      <dgm:t>
        <a:bodyPr/>
        <a:lstStyle/>
        <a:p>
          <a:pPr algn="just" rtl="0"/>
          <a:r>
            <a:rPr lang="en-US" dirty="0" smtClean="0"/>
            <a:t>e.g. Roman holds a lease of some property at Jamnagar. He later buys the same property. His rights as a lessee merge into his rights as an owner. </a:t>
          </a:r>
          <a:endParaRPr lang="en-IN" dirty="0"/>
        </a:p>
      </dgm:t>
    </dgm:pt>
    <dgm:pt modelId="{97E3012D-8DD3-4C58-8D04-F915BC3B10CA}" type="parTrans" cxnId="{88E61BB6-34EE-4D27-B620-7E0B7CFBBA2E}">
      <dgm:prSet/>
      <dgm:spPr/>
      <dgm:t>
        <a:bodyPr/>
        <a:lstStyle/>
        <a:p>
          <a:endParaRPr lang="en-IN"/>
        </a:p>
      </dgm:t>
    </dgm:pt>
    <dgm:pt modelId="{8F16E8DE-1BE9-4D4B-8360-3DCF35EC58D1}" type="sibTrans" cxnId="{88E61BB6-34EE-4D27-B620-7E0B7CFBBA2E}">
      <dgm:prSet/>
      <dgm:spPr/>
      <dgm:t>
        <a:bodyPr/>
        <a:lstStyle/>
        <a:p>
          <a:endParaRPr lang="en-IN"/>
        </a:p>
      </dgm:t>
    </dgm:pt>
    <dgm:pt modelId="{3B4512EC-DE50-4F44-BA81-22DF3EE278B0}" type="pres">
      <dgm:prSet presAssocID="{6302A235-0374-404D-A8C6-DC016689DD6F}" presName="vert0" presStyleCnt="0">
        <dgm:presLayoutVars>
          <dgm:dir/>
          <dgm:animOne val="branch"/>
          <dgm:animLvl val="lvl"/>
        </dgm:presLayoutVars>
      </dgm:prSet>
      <dgm:spPr/>
      <dgm:t>
        <a:bodyPr/>
        <a:lstStyle/>
        <a:p>
          <a:endParaRPr lang="en-IN"/>
        </a:p>
      </dgm:t>
    </dgm:pt>
    <dgm:pt modelId="{BB344A2D-7404-4AD9-A1B8-39ABD9C3DEE6}" type="pres">
      <dgm:prSet presAssocID="{E7878BBC-368D-4AE3-9703-C4A79B927719}" presName="thickLine" presStyleLbl="alignNode1" presStyleIdx="0" presStyleCnt="2"/>
      <dgm:spPr/>
    </dgm:pt>
    <dgm:pt modelId="{45A58097-FE5D-473A-9656-442318EC1C1E}" type="pres">
      <dgm:prSet presAssocID="{E7878BBC-368D-4AE3-9703-C4A79B927719}" presName="horz1" presStyleCnt="0"/>
      <dgm:spPr/>
    </dgm:pt>
    <dgm:pt modelId="{F47D85C7-7232-4829-ACA9-62575A19E3A0}" type="pres">
      <dgm:prSet presAssocID="{E7878BBC-368D-4AE3-9703-C4A79B927719}" presName="tx1" presStyleLbl="revTx" presStyleIdx="0" presStyleCnt="5"/>
      <dgm:spPr/>
      <dgm:t>
        <a:bodyPr/>
        <a:lstStyle/>
        <a:p>
          <a:endParaRPr lang="en-IN"/>
        </a:p>
      </dgm:t>
    </dgm:pt>
    <dgm:pt modelId="{EA263A28-1F11-46F9-8FBF-2B519318CF0E}" type="pres">
      <dgm:prSet presAssocID="{E7878BBC-368D-4AE3-9703-C4A79B927719}" presName="vert1" presStyleCnt="0"/>
      <dgm:spPr/>
    </dgm:pt>
    <dgm:pt modelId="{65A5A639-4994-43B3-9B0E-3233C5C9E03D}" type="pres">
      <dgm:prSet presAssocID="{3229BC8D-4863-4884-9D71-3353629E54DC}" presName="vertSpace2a" presStyleCnt="0"/>
      <dgm:spPr/>
    </dgm:pt>
    <dgm:pt modelId="{BBF7D514-4DC3-4A1E-B407-021869385182}" type="pres">
      <dgm:prSet presAssocID="{3229BC8D-4863-4884-9D71-3353629E54DC}" presName="horz2" presStyleCnt="0"/>
      <dgm:spPr/>
    </dgm:pt>
    <dgm:pt modelId="{069C6578-AB0B-4420-8B2B-85011A6F224F}" type="pres">
      <dgm:prSet presAssocID="{3229BC8D-4863-4884-9D71-3353629E54DC}" presName="horzSpace2" presStyleCnt="0"/>
      <dgm:spPr/>
    </dgm:pt>
    <dgm:pt modelId="{7E05358F-FB36-43CE-BE4B-0DACD5C87E15}" type="pres">
      <dgm:prSet presAssocID="{3229BC8D-4863-4884-9D71-3353629E54DC}" presName="tx2" presStyleLbl="revTx" presStyleIdx="1" presStyleCnt="5"/>
      <dgm:spPr/>
      <dgm:t>
        <a:bodyPr/>
        <a:lstStyle/>
        <a:p>
          <a:endParaRPr lang="en-IN"/>
        </a:p>
      </dgm:t>
    </dgm:pt>
    <dgm:pt modelId="{1F5A80F9-CFE2-44DE-BEBE-BA3095E061EE}" type="pres">
      <dgm:prSet presAssocID="{3229BC8D-4863-4884-9D71-3353629E54DC}" presName="vert2" presStyleCnt="0"/>
      <dgm:spPr/>
    </dgm:pt>
    <dgm:pt modelId="{ACB305AF-E958-4D8A-B760-D06945A0D9BF}" type="pres">
      <dgm:prSet presAssocID="{3229BC8D-4863-4884-9D71-3353629E54DC}" presName="thinLine2b" presStyleLbl="callout" presStyleIdx="0" presStyleCnt="3"/>
      <dgm:spPr/>
    </dgm:pt>
    <dgm:pt modelId="{7E1FEFC8-13A5-45C2-A53C-F4B7A3C556D5}" type="pres">
      <dgm:prSet presAssocID="{3229BC8D-4863-4884-9D71-3353629E54DC}" presName="vertSpace2b" presStyleCnt="0"/>
      <dgm:spPr/>
    </dgm:pt>
    <dgm:pt modelId="{DC0E389C-BE81-4CB1-8E3A-45482581250D}" type="pres">
      <dgm:prSet presAssocID="{6A8B0587-06A5-40F3-A053-734CE5CB0B89}" presName="thickLine" presStyleLbl="alignNode1" presStyleIdx="1" presStyleCnt="2"/>
      <dgm:spPr/>
    </dgm:pt>
    <dgm:pt modelId="{AAAF1EDC-546E-467E-AEA4-97826112F81D}" type="pres">
      <dgm:prSet presAssocID="{6A8B0587-06A5-40F3-A053-734CE5CB0B89}" presName="horz1" presStyleCnt="0"/>
      <dgm:spPr/>
    </dgm:pt>
    <dgm:pt modelId="{6DE935D6-85A8-4D43-9561-BFAE2790ABEF}" type="pres">
      <dgm:prSet presAssocID="{6A8B0587-06A5-40F3-A053-734CE5CB0B89}" presName="tx1" presStyleLbl="revTx" presStyleIdx="2" presStyleCnt="5"/>
      <dgm:spPr/>
      <dgm:t>
        <a:bodyPr/>
        <a:lstStyle/>
        <a:p>
          <a:endParaRPr lang="en-IN"/>
        </a:p>
      </dgm:t>
    </dgm:pt>
    <dgm:pt modelId="{4AE1094B-CBC7-45C3-9955-7353E0794F4F}" type="pres">
      <dgm:prSet presAssocID="{6A8B0587-06A5-40F3-A053-734CE5CB0B89}" presName="vert1" presStyleCnt="0"/>
      <dgm:spPr/>
    </dgm:pt>
    <dgm:pt modelId="{B5D05A17-F869-4DA9-A189-FC9DBC864683}" type="pres">
      <dgm:prSet presAssocID="{44FD0C4D-04AC-4BEA-9CC2-85B568090F47}" presName="vertSpace2a" presStyleCnt="0"/>
      <dgm:spPr/>
    </dgm:pt>
    <dgm:pt modelId="{A099AF8C-8EBE-463E-9BA4-4D3ED9D36305}" type="pres">
      <dgm:prSet presAssocID="{44FD0C4D-04AC-4BEA-9CC2-85B568090F47}" presName="horz2" presStyleCnt="0"/>
      <dgm:spPr/>
    </dgm:pt>
    <dgm:pt modelId="{EBECE7F6-5F92-499C-ACA9-A196F67A0462}" type="pres">
      <dgm:prSet presAssocID="{44FD0C4D-04AC-4BEA-9CC2-85B568090F47}" presName="horzSpace2" presStyleCnt="0"/>
      <dgm:spPr/>
    </dgm:pt>
    <dgm:pt modelId="{8DEB971F-32EC-40CA-8907-0789C80FF41D}" type="pres">
      <dgm:prSet presAssocID="{44FD0C4D-04AC-4BEA-9CC2-85B568090F47}" presName="tx2" presStyleLbl="revTx" presStyleIdx="3" presStyleCnt="5"/>
      <dgm:spPr/>
      <dgm:t>
        <a:bodyPr/>
        <a:lstStyle/>
        <a:p>
          <a:endParaRPr lang="en-IN"/>
        </a:p>
      </dgm:t>
    </dgm:pt>
    <dgm:pt modelId="{7127B754-1A09-4F9E-BAED-8D3373C98E98}" type="pres">
      <dgm:prSet presAssocID="{44FD0C4D-04AC-4BEA-9CC2-85B568090F47}" presName="vert2" presStyleCnt="0"/>
      <dgm:spPr/>
    </dgm:pt>
    <dgm:pt modelId="{FD1A3381-7050-4156-9040-46BCC0202D31}" type="pres">
      <dgm:prSet presAssocID="{44FD0C4D-04AC-4BEA-9CC2-85B568090F47}" presName="thinLine2b" presStyleLbl="callout" presStyleIdx="1" presStyleCnt="3"/>
      <dgm:spPr/>
    </dgm:pt>
    <dgm:pt modelId="{B2B7FD77-13BA-4423-B090-2049F5EFBCFE}" type="pres">
      <dgm:prSet presAssocID="{44FD0C4D-04AC-4BEA-9CC2-85B568090F47}" presName="vertSpace2b" presStyleCnt="0"/>
      <dgm:spPr/>
    </dgm:pt>
    <dgm:pt modelId="{819AF525-AD64-4332-9944-F1D3024C374A}" type="pres">
      <dgm:prSet presAssocID="{DDE795C2-EF8A-4517-99AD-582E15DAEECF}" presName="horz2" presStyleCnt="0"/>
      <dgm:spPr/>
    </dgm:pt>
    <dgm:pt modelId="{E69EC643-3BCB-44C2-802A-67DEA59B3B9C}" type="pres">
      <dgm:prSet presAssocID="{DDE795C2-EF8A-4517-99AD-582E15DAEECF}" presName="horzSpace2" presStyleCnt="0"/>
      <dgm:spPr/>
    </dgm:pt>
    <dgm:pt modelId="{47B1417E-C547-4CE4-9189-BC3802A77AA8}" type="pres">
      <dgm:prSet presAssocID="{DDE795C2-EF8A-4517-99AD-582E15DAEECF}" presName="tx2" presStyleLbl="revTx" presStyleIdx="4" presStyleCnt="5"/>
      <dgm:spPr/>
      <dgm:t>
        <a:bodyPr/>
        <a:lstStyle/>
        <a:p>
          <a:endParaRPr lang="en-IN"/>
        </a:p>
      </dgm:t>
    </dgm:pt>
    <dgm:pt modelId="{17DE8BC6-5964-4C0D-B679-589D56E67345}" type="pres">
      <dgm:prSet presAssocID="{DDE795C2-EF8A-4517-99AD-582E15DAEECF}" presName="vert2" presStyleCnt="0"/>
      <dgm:spPr/>
    </dgm:pt>
    <dgm:pt modelId="{9444A29A-BB89-4E92-A904-25201EE742C9}" type="pres">
      <dgm:prSet presAssocID="{DDE795C2-EF8A-4517-99AD-582E15DAEECF}" presName="thinLine2b" presStyleLbl="callout" presStyleIdx="2" presStyleCnt="3"/>
      <dgm:spPr/>
    </dgm:pt>
    <dgm:pt modelId="{5EFD633A-5730-4DD6-8265-A57A44DB354F}" type="pres">
      <dgm:prSet presAssocID="{DDE795C2-EF8A-4517-99AD-582E15DAEECF}" presName="vertSpace2b" presStyleCnt="0"/>
      <dgm:spPr/>
    </dgm:pt>
  </dgm:ptLst>
  <dgm:cxnLst>
    <dgm:cxn modelId="{2F53DB0C-5148-405A-9A93-87E92BF746DC}" srcId="{6302A235-0374-404D-A8C6-DC016689DD6F}" destId="{6A8B0587-06A5-40F3-A053-734CE5CB0B89}" srcOrd="1" destOrd="0" parTransId="{B752E46B-1325-4A18-ADB1-286BA8F7AA1D}" sibTransId="{72E54D6A-9D86-4310-9C0F-7FF99B97FA76}"/>
    <dgm:cxn modelId="{88E61BB6-34EE-4D27-B620-7E0B7CFBBA2E}" srcId="{6A8B0587-06A5-40F3-A053-734CE5CB0B89}" destId="{DDE795C2-EF8A-4517-99AD-582E15DAEECF}" srcOrd="1" destOrd="0" parTransId="{97E3012D-8DD3-4C58-8D04-F915BC3B10CA}" sibTransId="{8F16E8DE-1BE9-4D4B-8360-3DCF35EC58D1}"/>
    <dgm:cxn modelId="{F87FDF4D-9F74-4C63-B698-8C46CEE27680}" srcId="{6A8B0587-06A5-40F3-A053-734CE5CB0B89}" destId="{44FD0C4D-04AC-4BEA-9CC2-85B568090F47}" srcOrd="0" destOrd="0" parTransId="{787F3A0F-E78D-496F-842B-F23889E0F989}" sibTransId="{AA3BDC32-D5CE-4331-B088-FD86D58349AB}"/>
    <dgm:cxn modelId="{3224C3B2-CBB8-49F2-8612-0DA36C2C1355}" type="presOf" srcId="{3229BC8D-4863-4884-9D71-3353629E54DC}" destId="{7E05358F-FB36-43CE-BE4B-0DACD5C87E15}" srcOrd="0" destOrd="0" presId="urn:microsoft.com/office/officeart/2008/layout/LinedList"/>
    <dgm:cxn modelId="{4EA42B75-0B2C-4226-A7F4-D30D931E66EF}" type="presOf" srcId="{6302A235-0374-404D-A8C6-DC016689DD6F}" destId="{3B4512EC-DE50-4F44-BA81-22DF3EE278B0}" srcOrd="0" destOrd="0" presId="urn:microsoft.com/office/officeart/2008/layout/LinedList"/>
    <dgm:cxn modelId="{071864BD-B444-4D31-8B2C-AF600C2B7EBC}" srcId="{E7878BBC-368D-4AE3-9703-C4A79B927719}" destId="{3229BC8D-4863-4884-9D71-3353629E54DC}" srcOrd="0" destOrd="0" parTransId="{CD1BE965-3F63-4B50-94CD-A9ED2F0FDA53}" sibTransId="{30008045-CD97-4A38-9683-2D85AFC62446}"/>
    <dgm:cxn modelId="{233420FE-37B5-4A4A-B530-B2C49C2C108E}" type="presOf" srcId="{DDE795C2-EF8A-4517-99AD-582E15DAEECF}" destId="{47B1417E-C547-4CE4-9189-BC3802A77AA8}" srcOrd="0" destOrd="0" presId="urn:microsoft.com/office/officeart/2008/layout/LinedList"/>
    <dgm:cxn modelId="{2B96E718-8C9B-4E5D-AAFB-3E2B4B1020A0}" type="presOf" srcId="{E7878BBC-368D-4AE3-9703-C4A79B927719}" destId="{F47D85C7-7232-4829-ACA9-62575A19E3A0}" srcOrd="0" destOrd="0" presId="urn:microsoft.com/office/officeart/2008/layout/LinedList"/>
    <dgm:cxn modelId="{E9949AF4-90D6-47EA-9C6E-308B8D72C344}" srcId="{6302A235-0374-404D-A8C6-DC016689DD6F}" destId="{E7878BBC-368D-4AE3-9703-C4A79B927719}" srcOrd="0" destOrd="0" parTransId="{822AE608-F709-4A0A-ADDE-41569321D9F9}" sibTransId="{E54234A8-5634-43A3-BCD3-4586161E3890}"/>
    <dgm:cxn modelId="{4B824934-14D4-4564-B584-ACFD2FBAE330}" type="presOf" srcId="{6A8B0587-06A5-40F3-A053-734CE5CB0B89}" destId="{6DE935D6-85A8-4D43-9561-BFAE2790ABEF}" srcOrd="0" destOrd="0" presId="urn:microsoft.com/office/officeart/2008/layout/LinedList"/>
    <dgm:cxn modelId="{D1138082-480F-47AF-A983-89D1367A4DE7}" type="presOf" srcId="{44FD0C4D-04AC-4BEA-9CC2-85B568090F47}" destId="{8DEB971F-32EC-40CA-8907-0789C80FF41D}" srcOrd="0" destOrd="0" presId="urn:microsoft.com/office/officeart/2008/layout/LinedList"/>
    <dgm:cxn modelId="{B80CC4AB-113B-4D7F-8D5F-2E1830A38F60}" type="presParOf" srcId="{3B4512EC-DE50-4F44-BA81-22DF3EE278B0}" destId="{BB344A2D-7404-4AD9-A1B8-39ABD9C3DEE6}" srcOrd="0" destOrd="0" presId="urn:microsoft.com/office/officeart/2008/layout/LinedList"/>
    <dgm:cxn modelId="{687A0455-ABD3-49F4-8C8F-1006FDCEE9F8}" type="presParOf" srcId="{3B4512EC-DE50-4F44-BA81-22DF3EE278B0}" destId="{45A58097-FE5D-473A-9656-442318EC1C1E}" srcOrd="1" destOrd="0" presId="urn:microsoft.com/office/officeart/2008/layout/LinedList"/>
    <dgm:cxn modelId="{CC7A687A-9066-442C-A575-07341DD09D49}" type="presParOf" srcId="{45A58097-FE5D-473A-9656-442318EC1C1E}" destId="{F47D85C7-7232-4829-ACA9-62575A19E3A0}" srcOrd="0" destOrd="0" presId="urn:microsoft.com/office/officeart/2008/layout/LinedList"/>
    <dgm:cxn modelId="{970C30C9-07D0-41A3-9064-85B11CED9E57}" type="presParOf" srcId="{45A58097-FE5D-473A-9656-442318EC1C1E}" destId="{EA263A28-1F11-46F9-8FBF-2B519318CF0E}" srcOrd="1" destOrd="0" presId="urn:microsoft.com/office/officeart/2008/layout/LinedList"/>
    <dgm:cxn modelId="{1FEC49AA-E593-4725-860C-E9FF2DD4DD88}" type="presParOf" srcId="{EA263A28-1F11-46F9-8FBF-2B519318CF0E}" destId="{65A5A639-4994-43B3-9B0E-3233C5C9E03D}" srcOrd="0" destOrd="0" presId="urn:microsoft.com/office/officeart/2008/layout/LinedList"/>
    <dgm:cxn modelId="{15308159-CD19-438D-9A6A-3563ABCE4A11}" type="presParOf" srcId="{EA263A28-1F11-46F9-8FBF-2B519318CF0E}" destId="{BBF7D514-4DC3-4A1E-B407-021869385182}" srcOrd="1" destOrd="0" presId="urn:microsoft.com/office/officeart/2008/layout/LinedList"/>
    <dgm:cxn modelId="{AE9603F0-1EEA-4FF7-B507-8F7AFEAC8CA5}" type="presParOf" srcId="{BBF7D514-4DC3-4A1E-B407-021869385182}" destId="{069C6578-AB0B-4420-8B2B-85011A6F224F}" srcOrd="0" destOrd="0" presId="urn:microsoft.com/office/officeart/2008/layout/LinedList"/>
    <dgm:cxn modelId="{51FD3627-1FBE-4956-B33B-702612F8699C}" type="presParOf" srcId="{BBF7D514-4DC3-4A1E-B407-021869385182}" destId="{7E05358F-FB36-43CE-BE4B-0DACD5C87E15}" srcOrd="1" destOrd="0" presId="urn:microsoft.com/office/officeart/2008/layout/LinedList"/>
    <dgm:cxn modelId="{B1A9F520-6C88-42CC-802F-3625338AF8C6}" type="presParOf" srcId="{BBF7D514-4DC3-4A1E-B407-021869385182}" destId="{1F5A80F9-CFE2-44DE-BEBE-BA3095E061EE}" srcOrd="2" destOrd="0" presId="urn:microsoft.com/office/officeart/2008/layout/LinedList"/>
    <dgm:cxn modelId="{8100583E-B4C9-4649-9152-D019E30BC704}" type="presParOf" srcId="{EA263A28-1F11-46F9-8FBF-2B519318CF0E}" destId="{ACB305AF-E958-4D8A-B760-D06945A0D9BF}" srcOrd="2" destOrd="0" presId="urn:microsoft.com/office/officeart/2008/layout/LinedList"/>
    <dgm:cxn modelId="{7FE19356-A973-41C9-9DA1-0AF05D3AB362}" type="presParOf" srcId="{EA263A28-1F11-46F9-8FBF-2B519318CF0E}" destId="{7E1FEFC8-13A5-45C2-A53C-F4B7A3C556D5}" srcOrd="3" destOrd="0" presId="urn:microsoft.com/office/officeart/2008/layout/LinedList"/>
    <dgm:cxn modelId="{5E1D3AAE-2FFA-4F87-BDDD-EC0D81C26EA2}" type="presParOf" srcId="{3B4512EC-DE50-4F44-BA81-22DF3EE278B0}" destId="{DC0E389C-BE81-4CB1-8E3A-45482581250D}" srcOrd="2" destOrd="0" presId="urn:microsoft.com/office/officeart/2008/layout/LinedList"/>
    <dgm:cxn modelId="{A2E5C702-6157-4FC8-9BF3-360C9254C66F}" type="presParOf" srcId="{3B4512EC-DE50-4F44-BA81-22DF3EE278B0}" destId="{AAAF1EDC-546E-467E-AEA4-97826112F81D}" srcOrd="3" destOrd="0" presId="urn:microsoft.com/office/officeart/2008/layout/LinedList"/>
    <dgm:cxn modelId="{DBBFCB97-64F6-4727-86ED-C31E7AB46226}" type="presParOf" srcId="{AAAF1EDC-546E-467E-AEA4-97826112F81D}" destId="{6DE935D6-85A8-4D43-9561-BFAE2790ABEF}" srcOrd="0" destOrd="0" presId="urn:microsoft.com/office/officeart/2008/layout/LinedList"/>
    <dgm:cxn modelId="{C16C0046-341C-48D4-9932-3963DB5F14A9}" type="presParOf" srcId="{AAAF1EDC-546E-467E-AEA4-97826112F81D}" destId="{4AE1094B-CBC7-45C3-9955-7353E0794F4F}" srcOrd="1" destOrd="0" presId="urn:microsoft.com/office/officeart/2008/layout/LinedList"/>
    <dgm:cxn modelId="{491EA369-8537-4A30-AC83-7A5140112C14}" type="presParOf" srcId="{4AE1094B-CBC7-45C3-9955-7353E0794F4F}" destId="{B5D05A17-F869-4DA9-A189-FC9DBC864683}" srcOrd="0" destOrd="0" presId="urn:microsoft.com/office/officeart/2008/layout/LinedList"/>
    <dgm:cxn modelId="{A3B4CAC7-2B1F-4B97-8D82-92A83E9853C0}" type="presParOf" srcId="{4AE1094B-CBC7-45C3-9955-7353E0794F4F}" destId="{A099AF8C-8EBE-463E-9BA4-4D3ED9D36305}" srcOrd="1" destOrd="0" presId="urn:microsoft.com/office/officeart/2008/layout/LinedList"/>
    <dgm:cxn modelId="{C03F962E-1B56-4FD9-87F1-8D238FF661D3}" type="presParOf" srcId="{A099AF8C-8EBE-463E-9BA4-4D3ED9D36305}" destId="{EBECE7F6-5F92-499C-ACA9-A196F67A0462}" srcOrd="0" destOrd="0" presId="urn:microsoft.com/office/officeart/2008/layout/LinedList"/>
    <dgm:cxn modelId="{CBD0C373-0F4F-4448-9993-ED88EB5FA391}" type="presParOf" srcId="{A099AF8C-8EBE-463E-9BA4-4D3ED9D36305}" destId="{8DEB971F-32EC-40CA-8907-0789C80FF41D}" srcOrd="1" destOrd="0" presId="urn:microsoft.com/office/officeart/2008/layout/LinedList"/>
    <dgm:cxn modelId="{466D78EE-D552-4E88-B2BB-FA0C57C36C9B}" type="presParOf" srcId="{A099AF8C-8EBE-463E-9BA4-4D3ED9D36305}" destId="{7127B754-1A09-4F9E-BAED-8D3373C98E98}" srcOrd="2" destOrd="0" presId="urn:microsoft.com/office/officeart/2008/layout/LinedList"/>
    <dgm:cxn modelId="{A2523D49-E0A3-4283-A900-66A1BF365316}" type="presParOf" srcId="{4AE1094B-CBC7-45C3-9955-7353E0794F4F}" destId="{FD1A3381-7050-4156-9040-46BCC0202D31}" srcOrd="2" destOrd="0" presId="urn:microsoft.com/office/officeart/2008/layout/LinedList"/>
    <dgm:cxn modelId="{24596D20-E1A0-4525-8B29-DFE1FA9E8AD9}" type="presParOf" srcId="{4AE1094B-CBC7-45C3-9955-7353E0794F4F}" destId="{B2B7FD77-13BA-4423-B090-2049F5EFBCFE}" srcOrd="3" destOrd="0" presId="urn:microsoft.com/office/officeart/2008/layout/LinedList"/>
    <dgm:cxn modelId="{A9D82A89-ADE6-4BD6-9226-DB2D209C4D9A}" type="presParOf" srcId="{4AE1094B-CBC7-45C3-9955-7353E0794F4F}" destId="{819AF525-AD64-4332-9944-F1D3024C374A}" srcOrd="4" destOrd="0" presId="urn:microsoft.com/office/officeart/2008/layout/LinedList"/>
    <dgm:cxn modelId="{4F62721E-C1D8-451C-9798-81B825C691BA}" type="presParOf" srcId="{819AF525-AD64-4332-9944-F1D3024C374A}" destId="{E69EC643-3BCB-44C2-802A-67DEA59B3B9C}" srcOrd="0" destOrd="0" presId="urn:microsoft.com/office/officeart/2008/layout/LinedList"/>
    <dgm:cxn modelId="{E68BBD27-E43B-42D3-9DF5-08AD180E0610}" type="presParOf" srcId="{819AF525-AD64-4332-9944-F1D3024C374A}" destId="{47B1417E-C547-4CE4-9189-BC3802A77AA8}" srcOrd="1" destOrd="0" presId="urn:microsoft.com/office/officeart/2008/layout/LinedList"/>
    <dgm:cxn modelId="{CFF18936-52FA-4BDF-B5C9-1432979194CA}" type="presParOf" srcId="{819AF525-AD64-4332-9944-F1D3024C374A}" destId="{17DE8BC6-5964-4C0D-B679-589D56E67345}" srcOrd="2" destOrd="0" presId="urn:microsoft.com/office/officeart/2008/layout/LinedList"/>
    <dgm:cxn modelId="{AF85B1D1-3331-4112-9A1A-268205C20C3C}" type="presParOf" srcId="{4AE1094B-CBC7-45C3-9955-7353E0794F4F}" destId="{9444A29A-BB89-4E92-A904-25201EE742C9}" srcOrd="5" destOrd="0" presId="urn:microsoft.com/office/officeart/2008/layout/LinedList"/>
    <dgm:cxn modelId="{B3E87005-F2F3-4DBF-B605-8EFF0EAF4C27}" type="presParOf" srcId="{4AE1094B-CBC7-45C3-9955-7353E0794F4F}" destId="{5EFD633A-5730-4DD6-8265-A57A44DB354F}"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C4FCDAA-0658-401A-A40B-BFAD700D7575}" type="doc">
      <dgm:prSet loTypeId="urn:microsoft.com/office/officeart/2005/8/layout/vList6" loCatId="list" qsTypeId="urn:microsoft.com/office/officeart/2005/8/quickstyle/simple1" qsCatId="simple" csTypeId="urn:microsoft.com/office/officeart/2005/8/colors/accent6_4" csCatId="accent6" phldr="1"/>
      <dgm:spPr/>
      <dgm:t>
        <a:bodyPr/>
        <a:lstStyle/>
        <a:p>
          <a:endParaRPr lang="en-IN"/>
        </a:p>
      </dgm:t>
    </dgm:pt>
    <dgm:pt modelId="{F91D32CE-4F87-49BC-AE8C-F11014BF0184}">
      <dgm:prSet/>
      <dgm:spPr/>
      <dgm:t>
        <a:bodyPr/>
        <a:lstStyle/>
        <a:p>
          <a:pPr rtl="0"/>
          <a:r>
            <a:rPr lang="en-US" dirty="0" smtClean="0"/>
            <a:t>Rescission:</a:t>
          </a:r>
          <a:endParaRPr lang="en-IN" dirty="0"/>
        </a:p>
      </dgm:t>
    </dgm:pt>
    <dgm:pt modelId="{CC1938BF-511E-4FCF-B1D9-4B16B11485E8}" type="parTrans" cxnId="{A6F67C61-36A4-490A-8E7F-90363BDA81A1}">
      <dgm:prSet/>
      <dgm:spPr/>
      <dgm:t>
        <a:bodyPr/>
        <a:lstStyle/>
        <a:p>
          <a:endParaRPr lang="en-IN"/>
        </a:p>
      </dgm:t>
    </dgm:pt>
    <dgm:pt modelId="{78047F35-9EDD-4B64-8E06-52B3432EF7C2}" type="sibTrans" cxnId="{A6F67C61-36A4-490A-8E7F-90363BDA81A1}">
      <dgm:prSet/>
      <dgm:spPr/>
      <dgm:t>
        <a:bodyPr/>
        <a:lstStyle/>
        <a:p>
          <a:endParaRPr lang="en-IN"/>
        </a:p>
      </dgm:t>
    </dgm:pt>
    <dgm:pt modelId="{5A5ECF7D-9F2B-448E-BD43-4385CE97E5FB}">
      <dgm:prSet/>
      <dgm:spPr>
        <a:solidFill>
          <a:schemeClr val="accent2">
            <a:lumMod val="75000"/>
          </a:schemeClr>
        </a:solidFill>
      </dgm:spPr>
      <dgm:t>
        <a:bodyPr/>
        <a:lstStyle/>
        <a:p>
          <a:pPr rtl="0"/>
          <a:r>
            <a:rPr lang="en-US" dirty="0" smtClean="0"/>
            <a:t>Waiver:</a:t>
          </a:r>
          <a:endParaRPr lang="en-IN" dirty="0"/>
        </a:p>
      </dgm:t>
    </dgm:pt>
    <dgm:pt modelId="{BD9F9A0A-90B3-4BD6-859D-1FA4671DC5C2}" type="parTrans" cxnId="{070C1F0A-DD1B-49FA-9701-02FEADBA2168}">
      <dgm:prSet/>
      <dgm:spPr/>
      <dgm:t>
        <a:bodyPr/>
        <a:lstStyle/>
        <a:p>
          <a:endParaRPr lang="en-IN"/>
        </a:p>
      </dgm:t>
    </dgm:pt>
    <dgm:pt modelId="{C9494498-A9C0-45D3-80BE-E07A8EA15530}" type="sibTrans" cxnId="{070C1F0A-DD1B-49FA-9701-02FEADBA2168}">
      <dgm:prSet/>
      <dgm:spPr/>
      <dgm:t>
        <a:bodyPr/>
        <a:lstStyle/>
        <a:p>
          <a:endParaRPr lang="en-IN"/>
        </a:p>
      </dgm:t>
    </dgm:pt>
    <dgm:pt modelId="{EE350BCA-7FD9-45A8-863D-F6FA6EA98C5B}">
      <dgm:prSet custT="1"/>
      <dgm:spPr/>
      <dgm:t>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smtClean="0"/>
            <a:t>Parties forget the contract and do not intend to bring a new contract to replace it. A promise not to demand performance from each other becomes the mutual consideration for discharge of contract. </a:t>
          </a:r>
          <a:endParaRPr lang="en-IN" sz="1800" dirty="0" smtClean="0"/>
        </a:p>
        <a:p>
          <a:pPr marL="285750" indent="0" algn="l" defTabSz="2889250">
            <a:lnSpc>
              <a:spcPct val="90000"/>
            </a:lnSpc>
            <a:spcBef>
              <a:spcPct val="0"/>
            </a:spcBef>
            <a:spcAft>
              <a:spcPct val="15000"/>
            </a:spcAft>
            <a:buNone/>
          </a:pPr>
          <a:endParaRPr lang="en-IN" sz="1800" dirty="0"/>
        </a:p>
      </dgm:t>
    </dgm:pt>
    <dgm:pt modelId="{AE410B96-ACA9-4A0A-91BD-8B3161BB7795}" type="parTrans" cxnId="{925F833C-8095-4293-AC9C-BA09D0513211}">
      <dgm:prSet/>
      <dgm:spPr/>
      <dgm:t>
        <a:bodyPr/>
        <a:lstStyle/>
        <a:p>
          <a:endParaRPr lang="en-IN"/>
        </a:p>
      </dgm:t>
    </dgm:pt>
    <dgm:pt modelId="{59F2717D-F461-494D-A057-17BF16CA5A7F}" type="sibTrans" cxnId="{925F833C-8095-4293-AC9C-BA09D0513211}">
      <dgm:prSet/>
      <dgm:spPr/>
      <dgm:t>
        <a:bodyPr/>
        <a:lstStyle/>
        <a:p>
          <a:endParaRPr lang="en-IN"/>
        </a:p>
      </dgm:t>
    </dgm:pt>
    <dgm:pt modelId="{079E93A7-3C66-4E48-9391-91661BEAEB67}">
      <dgm:prSet/>
      <dgm:spPr/>
      <dgm:t>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t>One sided concession through a unilateral declaration of renunciation. (one-sided abandonment)</a:t>
          </a:r>
          <a:endParaRPr lang="en-IN" dirty="0" smtClean="0"/>
        </a:p>
        <a:p>
          <a:pPr marL="171450" indent="0" algn="l" defTabSz="755650">
            <a:lnSpc>
              <a:spcPct val="90000"/>
            </a:lnSpc>
            <a:spcBef>
              <a:spcPct val="0"/>
            </a:spcBef>
            <a:spcAft>
              <a:spcPct val="15000"/>
            </a:spcAft>
            <a:buNone/>
          </a:pPr>
          <a:endParaRPr lang="en-IN" dirty="0"/>
        </a:p>
      </dgm:t>
    </dgm:pt>
    <dgm:pt modelId="{8D09F939-5541-454B-A6FE-07AF765ACB36}" type="parTrans" cxnId="{B92C5E0A-1048-4391-A0F2-8FE96698DDA0}">
      <dgm:prSet/>
      <dgm:spPr/>
    </dgm:pt>
    <dgm:pt modelId="{38158D22-75FC-4D86-8AD1-CD7F6FEA8C25}" type="sibTrans" cxnId="{B92C5E0A-1048-4391-A0F2-8FE96698DDA0}">
      <dgm:prSet/>
      <dgm:spPr/>
    </dgm:pt>
    <dgm:pt modelId="{CD7DB2B6-747B-4BFB-94B5-65FBD6E70E1F}" type="pres">
      <dgm:prSet presAssocID="{AC4FCDAA-0658-401A-A40B-BFAD700D7575}" presName="Name0" presStyleCnt="0">
        <dgm:presLayoutVars>
          <dgm:dir/>
          <dgm:animLvl val="lvl"/>
          <dgm:resizeHandles/>
        </dgm:presLayoutVars>
      </dgm:prSet>
      <dgm:spPr/>
      <dgm:t>
        <a:bodyPr/>
        <a:lstStyle/>
        <a:p>
          <a:endParaRPr lang="en-IN"/>
        </a:p>
      </dgm:t>
    </dgm:pt>
    <dgm:pt modelId="{E8E5B189-CB8C-43EE-87E6-8CD9741F0388}" type="pres">
      <dgm:prSet presAssocID="{F91D32CE-4F87-49BC-AE8C-F11014BF0184}" presName="linNode" presStyleCnt="0"/>
      <dgm:spPr/>
    </dgm:pt>
    <dgm:pt modelId="{1B8DFE66-F304-474B-A510-65E8B8377D69}" type="pres">
      <dgm:prSet presAssocID="{F91D32CE-4F87-49BC-AE8C-F11014BF0184}" presName="parentShp" presStyleLbl="node1" presStyleIdx="0" presStyleCnt="2">
        <dgm:presLayoutVars>
          <dgm:bulletEnabled val="1"/>
        </dgm:presLayoutVars>
      </dgm:prSet>
      <dgm:spPr/>
      <dgm:t>
        <a:bodyPr/>
        <a:lstStyle/>
        <a:p>
          <a:endParaRPr lang="en-IN"/>
        </a:p>
      </dgm:t>
    </dgm:pt>
    <dgm:pt modelId="{C715E5A8-4940-420D-9C23-2B00CF4C51F9}" type="pres">
      <dgm:prSet presAssocID="{F91D32CE-4F87-49BC-AE8C-F11014BF0184}" presName="childShp" presStyleLbl="bgAccFollowNode1" presStyleIdx="0" presStyleCnt="2">
        <dgm:presLayoutVars>
          <dgm:bulletEnabled val="1"/>
        </dgm:presLayoutVars>
      </dgm:prSet>
      <dgm:spPr/>
      <dgm:t>
        <a:bodyPr/>
        <a:lstStyle/>
        <a:p>
          <a:endParaRPr lang="en-IN"/>
        </a:p>
      </dgm:t>
    </dgm:pt>
    <dgm:pt modelId="{05E1924F-3903-4235-BFD6-A9DD5CB041A5}" type="pres">
      <dgm:prSet presAssocID="{78047F35-9EDD-4B64-8E06-52B3432EF7C2}" presName="spacing" presStyleCnt="0"/>
      <dgm:spPr/>
    </dgm:pt>
    <dgm:pt modelId="{8CAE4114-D572-4CBE-A70B-57CBDEA9EE4F}" type="pres">
      <dgm:prSet presAssocID="{5A5ECF7D-9F2B-448E-BD43-4385CE97E5FB}" presName="linNode" presStyleCnt="0"/>
      <dgm:spPr/>
    </dgm:pt>
    <dgm:pt modelId="{6B618780-35ED-48A7-958D-6F18BAB0869D}" type="pres">
      <dgm:prSet presAssocID="{5A5ECF7D-9F2B-448E-BD43-4385CE97E5FB}" presName="parentShp" presStyleLbl="node1" presStyleIdx="1" presStyleCnt="2">
        <dgm:presLayoutVars>
          <dgm:bulletEnabled val="1"/>
        </dgm:presLayoutVars>
      </dgm:prSet>
      <dgm:spPr/>
      <dgm:t>
        <a:bodyPr/>
        <a:lstStyle/>
        <a:p>
          <a:endParaRPr lang="en-IN"/>
        </a:p>
      </dgm:t>
    </dgm:pt>
    <dgm:pt modelId="{D5C7282E-BF2B-4132-A43D-2F97905E4FFF}" type="pres">
      <dgm:prSet presAssocID="{5A5ECF7D-9F2B-448E-BD43-4385CE97E5FB}" presName="childShp" presStyleLbl="bgAccFollowNode1" presStyleIdx="1" presStyleCnt="2">
        <dgm:presLayoutVars>
          <dgm:bulletEnabled val="1"/>
        </dgm:presLayoutVars>
      </dgm:prSet>
      <dgm:spPr/>
      <dgm:t>
        <a:bodyPr/>
        <a:lstStyle/>
        <a:p>
          <a:endParaRPr lang="en-IN"/>
        </a:p>
      </dgm:t>
    </dgm:pt>
  </dgm:ptLst>
  <dgm:cxnLst>
    <dgm:cxn modelId="{925F833C-8095-4293-AC9C-BA09D0513211}" srcId="{F91D32CE-4F87-49BC-AE8C-F11014BF0184}" destId="{EE350BCA-7FD9-45A8-863D-F6FA6EA98C5B}" srcOrd="0" destOrd="0" parTransId="{AE410B96-ACA9-4A0A-91BD-8B3161BB7795}" sibTransId="{59F2717D-F461-494D-A057-17BF16CA5A7F}"/>
    <dgm:cxn modelId="{3CA14C58-3779-47CA-8285-24089FA96ED1}" type="presOf" srcId="{F91D32CE-4F87-49BC-AE8C-F11014BF0184}" destId="{1B8DFE66-F304-474B-A510-65E8B8377D69}" srcOrd="0" destOrd="0" presId="urn:microsoft.com/office/officeart/2005/8/layout/vList6"/>
    <dgm:cxn modelId="{AA79AD64-8104-4A1C-B7E8-5B4C47A94AE0}" type="presOf" srcId="{5A5ECF7D-9F2B-448E-BD43-4385CE97E5FB}" destId="{6B618780-35ED-48A7-958D-6F18BAB0869D}" srcOrd="0" destOrd="0" presId="urn:microsoft.com/office/officeart/2005/8/layout/vList6"/>
    <dgm:cxn modelId="{070C1F0A-DD1B-49FA-9701-02FEADBA2168}" srcId="{AC4FCDAA-0658-401A-A40B-BFAD700D7575}" destId="{5A5ECF7D-9F2B-448E-BD43-4385CE97E5FB}" srcOrd="1" destOrd="0" parTransId="{BD9F9A0A-90B3-4BD6-859D-1FA4671DC5C2}" sibTransId="{C9494498-A9C0-45D3-80BE-E07A8EA15530}"/>
    <dgm:cxn modelId="{A8E243D0-7E9B-40F7-B066-C4C768C2311A}" type="presOf" srcId="{079E93A7-3C66-4E48-9391-91661BEAEB67}" destId="{D5C7282E-BF2B-4132-A43D-2F97905E4FFF}" srcOrd="0" destOrd="0" presId="urn:microsoft.com/office/officeart/2005/8/layout/vList6"/>
    <dgm:cxn modelId="{568C1A8D-AFD1-4FFF-8F5C-27D68F124720}" type="presOf" srcId="{AC4FCDAA-0658-401A-A40B-BFAD700D7575}" destId="{CD7DB2B6-747B-4BFB-94B5-65FBD6E70E1F}" srcOrd="0" destOrd="0" presId="urn:microsoft.com/office/officeart/2005/8/layout/vList6"/>
    <dgm:cxn modelId="{A6F67C61-36A4-490A-8E7F-90363BDA81A1}" srcId="{AC4FCDAA-0658-401A-A40B-BFAD700D7575}" destId="{F91D32CE-4F87-49BC-AE8C-F11014BF0184}" srcOrd="0" destOrd="0" parTransId="{CC1938BF-511E-4FCF-B1D9-4B16B11485E8}" sibTransId="{78047F35-9EDD-4B64-8E06-52B3432EF7C2}"/>
    <dgm:cxn modelId="{C7C80721-B08E-4DC6-A0BE-FB5305D4AF2E}" type="presOf" srcId="{EE350BCA-7FD9-45A8-863D-F6FA6EA98C5B}" destId="{C715E5A8-4940-420D-9C23-2B00CF4C51F9}" srcOrd="0" destOrd="0" presId="urn:microsoft.com/office/officeart/2005/8/layout/vList6"/>
    <dgm:cxn modelId="{B92C5E0A-1048-4391-A0F2-8FE96698DDA0}" srcId="{5A5ECF7D-9F2B-448E-BD43-4385CE97E5FB}" destId="{079E93A7-3C66-4E48-9391-91661BEAEB67}" srcOrd="0" destOrd="0" parTransId="{8D09F939-5541-454B-A6FE-07AF765ACB36}" sibTransId="{38158D22-75FC-4D86-8AD1-CD7F6FEA8C25}"/>
    <dgm:cxn modelId="{C34B5355-DF21-488F-9E18-0A4B8C8F30E2}" type="presParOf" srcId="{CD7DB2B6-747B-4BFB-94B5-65FBD6E70E1F}" destId="{E8E5B189-CB8C-43EE-87E6-8CD9741F0388}" srcOrd="0" destOrd="0" presId="urn:microsoft.com/office/officeart/2005/8/layout/vList6"/>
    <dgm:cxn modelId="{5A043FBC-0695-4A30-9F0D-04C9E406BB0A}" type="presParOf" srcId="{E8E5B189-CB8C-43EE-87E6-8CD9741F0388}" destId="{1B8DFE66-F304-474B-A510-65E8B8377D69}" srcOrd="0" destOrd="0" presId="urn:microsoft.com/office/officeart/2005/8/layout/vList6"/>
    <dgm:cxn modelId="{04D4C385-DA2A-47BD-B789-AB1328376708}" type="presParOf" srcId="{E8E5B189-CB8C-43EE-87E6-8CD9741F0388}" destId="{C715E5A8-4940-420D-9C23-2B00CF4C51F9}" srcOrd="1" destOrd="0" presId="urn:microsoft.com/office/officeart/2005/8/layout/vList6"/>
    <dgm:cxn modelId="{2D92B139-0A11-45E9-912A-91364FCDA7EA}" type="presParOf" srcId="{CD7DB2B6-747B-4BFB-94B5-65FBD6E70E1F}" destId="{05E1924F-3903-4235-BFD6-A9DD5CB041A5}" srcOrd="1" destOrd="0" presId="urn:microsoft.com/office/officeart/2005/8/layout/vList6"/>
    <dgm:cxn modelId="{DA255AAA-EF2B-4473-B887-45B195774061}" type="presParOf" srcId="{CD7DB2B6-747B-4BFB-94B5-65FBD6E70E1F}" destId="{8CAE4114-D572-4CBE-A70B-57CBDEA9EE4F}" srcOrd="2" destOrd="0" presId="urn:microsoft.com/office/officeart/2005/8/layout/vList6"/>
    <dgm:cxn modelId="{2769096B-BC45-4A56-BEF1-B7B72FB66B79}" type="presParOf" srcId="{8CAE4114-D572-4CBE-A70B-57CBDEA9EE4F}" destId="{6B618780-35ED-48A7-958D-6F18BAB0869D}" srcOrd="0" destOrd="0" presId="urn:microsoft.com/office/officeart/2005/8/layout/vList6"/>
    <dgm:cxn modelId="{68888AFA-E629-47C3-B2BA-70FFB7EA6A19}" type="presParOf" srcId="{8CAE4114-D572-4CBE-A70B-57CBDEA9EE4F}" destId="{D5C7282E-BF2B-4132-A43D-2F97905E4FFF}"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81DB3C58-35C0-4D1A-A2A6-BB3DA823637F}" type="doc">
      <dgm:prSet loTypeId="urn:microsoft.com/office/officeart/2005/8/layout/orgChart1" loCatId="hierarchy" qsTypeId="urn:microsoft.com/office/officeart/2005/8/quickstyle/3d1" qsCatId="3D" csTypeId="urn:microsoft.com/office/officeart/2005/8/colors/accent2_5" csCatId="accent2" phldr="1"/>
      <dgm:spPr/>
      <dgm:t>
        <a:bodyPr/>
        <a:lstStyle/>
        <a:p>
          <a:endParaRPr lang="en-IN"/>
        </a:p>
      </dgm:t>
    </dgm:pt>
    <dgm:pt modelId="{8B10EF85-7E42-4122-AD91-48B3DD46E6B2}">
      <dgm:prSet/>
      <dgm:spPr/>
      <dgm:t>
        <a:bodyPr/>
        <a:lstStyle/>
        <a:p>
          <a:pPr rtl="0"/>
          <a:r>
            <a:rPr lang="en-US" smtClean="0"/>
            <a:t>If an agreement contains an undertaking to perform an impossibility, it is void ab initio. This rule is based on :</a:t>
          </a:r>
          <a:endParaRPr lang="en-IN"/>
        </a:p>
      </dgm:t>
    </dgm:pt>
    <dgm:pt modelId="{3EB7CC33-CC70-4EAF-9C24-C1D2D6E6B90A}" type="parTrans" cxnId="{21505795-EE5D-4264-98C0-95504212A684}">
      <dgm:prSet/>
      <dgm:spPr/>
      <dgm:t>
        <a:bodyPr/>
        <a:lstStyle/>
        <a:p>
          <a:endParaRPr lang="en-IN"/>
        </a:p>
      </dgm:t>
    </dgm:pt>
    <dgm:pt modelId="{D029EE20-1F96-48A2-B730-5A24E459500E}" type="sibTrans" cxnId="{21505795-EE5D-4264-98C0-95504212A684}">
      <dgm:prSet/>
      <dgm:spPr/>
      <dgm:t>
        <a:bodyPr/>
        <a:lstStyle/>
        <a:p>
          <a:endParaRPr lang="en-IN"/>
        </a:p>
      </dgm:t>
    </dgm:pt>
    <dgm:pt modelId="{45343BF9-A406-4FE1-9D5C-E8BF2F1F8125}">
      <dgm:prSet/>
      <dgm:spPr/>
      <dgm:t>
        <a:bodyPr/>
        <a:lstStyle/>
        <a:p>
          <a:pPr rtl="0"/>
          <a:r>
            <a:rPr lang="en-US" dirty="0" smtClean="0"/>
            <a:t>a. </a:t>
          </a:r>
          <a:r>
            <a:rPr lang="en-US" i="1" dirty="0" smtClean="0"/>
            <a:t>lexicon </a:t>
          </a:r>
          <a:r>
            <a:rPr lang="en-US" i="1" dirty="0" err="1" smtClean="0"/>
            <a:t>cogit</a:t>
          </a:r>
          <a:r>
            <a:rPr lang="en-US" i="1" dirty="0" smtClean="0"/>
            <a:t> ad </a:t>
          </a:r>
          <a:r>
            <a:rPr lang="en-US" i="1" dirty="0" err="1" smtClean="0"/>
            <a:t>impossibilia</a:t>
          </a:r>
          <a:r>
            <a:rPr lang="en-US" dirty="0" smtClean="0"/>
            <a:t>  - the law does not recognize what is impossible.</a:t>
          </a:r>
          <a:endParaRPr lang="en-IN" dirty="0"/>
        </a:p>
      </dgm:t>
    </dgm:pt>
    <dgm:pt modelId="{92A2198B-BFE4-4659-A3AB-9ED6C8FF2BF2}" type="parTrans" cxnId="{FE560BAE-19C6-4EEF-A912-6E7390CEBF65}">
      <dgm:prSet/>
      <dgm:spPr/>
      <dgm:t>
        <a:bodyPr/>
        <a:lstStyle/>
        <a:p>
          <a:endParaRPr lang="en-IN"/>
        </a:p>
      </dgm:t>
    </dgm:pt>
    <dgm:pt modelId="{83660434-951E-465D-8E2E-8B65BF8F8656}" type="sibTrans" cxnId="{FE560BAE-19C6-4EEF-A912-6E7390CEBF65}">
      <dgm:prSet/>
      <dgm:spPr/>
      <dgm:t>
        <a:bodyPr/>
        <a:lstStyle/>
        <a:p>
          <a:endParaRPr lang="en-IN"/>
        </a:p>
      </dgm:t>
    </dgm:pt>
    <dgm:pt modelId="{E6DF876C-C36B-4ED4-A3A1-472B53273827}">
      <dgm:prSet/>
      <dgm:spPr/>
      <dgm:t>
        <a:bodyPr/>
        <a:lstStyle/>
        <a:p>
          <a:pPr rtl="0"/>
          <a:r>
            <a:rPr lang="en-US" dirty="0" smtClean="0"/>
            <a:t>b. </a:t>
          </a:r>
          <a:r>
            <a:rPr lang="en-US" i="1" dirty="0" err="1" smtClean="0"/>
            <a:t>impossibilium</a:t>
          </a:r>
          <a:r>
            <a:rPr lang="en-US" i="1" dirty="0" smtClean="0"/>
            <a:t> </a:t>
          </a:r>
          <a:r>
            <a:rPr lang="en-US" i="1" dirty="0" err="1" smtClean="0"/>
            <a:t>nulla</a:t>
          </a:r>
          <a:r>
            <a:rPr lang="en-US" i="1" dirty="0" smtClean="0"/>
            <a:t> </a:t>
          </a:r>
          <a:r>
            <a:rPr lang="en-US" i="1" dirty="0" err="1" smtClean="0"/>
            <a:t>obligato</a:t>
          </a:r>
          <a:r>
            <a:rPr lang="en-US" i="1" dirty="0" smtClean="0"/>
            <a:t> </a:t>
          </a:r>
          <a:r>
            <a:rPr lang="en-US" i="1" dirty="0" err="1" smtClean="0"/>
            <a:t>est</a:t>
          </a:r>
          <a:r>
            <a:rPr lang="en-US" dirty="0" smtClean="0"/>
            <a:t> – what is impossible does not create an obligation.</a:t>
          </a:r>
          <a:endParaRPr lang="en-IN" dirty="0"/>
        </a:p>
      </dgm:t>
    </dgm:pt>
    <dgm:pt modelId="{7CE4DA7A-4CD3-486B-99CF-D4619EEF2F19}" type="parTrans" cxnId="{6C9C0394-888E-40D6-953B-C83748C86759}">
      <dgm:prSet/>
      <dgm:spPr/>
      <dgm:t>
        <a:bodyPr/>
        <a:lstStyle/>
        <a:p>
          <a:endParaRPr lang="en-IN"/>
        </a:p>
      </dgm:t>
    </dgm:pt>
    <dgm:pt modelId="{B7ACE61A-F829-4C14-9A7E-C8212369FDB2}" type="sibTrans" cxnId="{6C9C0394-888E-40D6-953B-C83748C86759}">
      <dgm:prSet/>
      <dgm:spPr/>
      <dgm:t>
        <a:bodyPr/>
        <a:lstStyle/>
        <a:p>
          <a:endParaRPr lang="en-IN"/>
        </a:p>
      </dgm:t>
    </dgm:pt>
    <dgm:pt modelId="{70B29D71-9092-4663-951A-BC7A239627F4}" type="pres">
      <dgm:prSet presAssocID="{81DB3C58-35C0-4D1A-A2A6-BB3DA823637F}" presName="hierChild1" presStyleCnt="0">
        <dgm:presLayoutVars>
          <dgm:orgChart val="1"/>
          <dgm:chPref val="1"/>
          <dgm:dir/>
          <dgm:animOne val="branch"/>
          <dgm:animLvl val="lvl"/>
          <dgm:resizeHandles/>
        </dgm:presLayoutVars>
      </dgm:prSet>
      <dgm:spPr/>
      <dgm:t>
        <a:bodyPr/>
        <a:lstStyle/>
        <a:p>
          <a:endParaRPr lang="en-IN"/>
        </a:p>
      </dgm:t>
    </dgm:pt>
    <dgm:pt modelId="{A8AB2F20-38CF-4BB0-AF12-B9334BE462AC}" type="pres">
      <dgm:prSet presAssocID="{8B10EF85-7E42-4122-AD91-48B3DD46E6B2}" presName="hierRoot1" presStyleCnt="0">
        <dgm:presLayoutVars>
          <dgm:hierBranch val="init"/>
        </dgm:presLayoutVars>
      </dgm:prSet>
      <dgm:spPr/>
    </dgm:pt>
    <dgm:pt modelId="{3B131586-A6C3-4E81-A5A5-DA448EB34694}" type="pres">
      <dgm:prSet presAssocID="{8B10EF85-7E42-4122-AD91-48B3DD46E6B2}" presName="rootComposite1" presStyleCnt="0"/>
      <dgm:spPr/>
    </dgm:pt>
    <dgm:pt modelId="{860B2CA6-158C-4A5F-AB10-F2B34DDF981B}" type="pres">
      <dgm:prSet presAssocID="{8B10EF85-7E42-4122-AD91-48B3DD46E6B2}" presName="rootText1" presStyleLbl="node0" presStyleIdx="0" presStyleCnt="1">
        <dgm:presLayoutVars>
          <dgm:chPref val="3"/>
        </dgm:presLayoutVars>
      </dgm:prSet>
      <dgm:spPr/>
      <dgm:t>
        <a:bodyPr/>
        <a:lstStyle/>
        <a:p>
          <a:endParaRPr lang="en-IN"/>
        </a:p>
      </dgm:t>
    </dgm:pt>
    <dgm:pt modelId="{4CD7FC8C-5042-409E-82D2-CCB7B409A880}" type="pres">
      <dgm:prSet presAssocID="{8B10EF85-7E42-4122-AD91-48B3DD46E6B2}" presName="rootConnector1" presStyleLbl="node1" presStyleIdx="0" presStyleCnt="0"/>
      <dgm:spPr/>
      <dgm:t>
        <a:bodyPr/>
        <a:lstStyle/>
        <a:p>
          <a:endParaRPr lang="en-IN"/>
        </a:p>
      </dgm:t>
    </dgm:pt>
    <dgm:pt modelId="{D18C3554-F918-4F70-8D0A-A143D191BFEC}" type="pres">
      <dgm:prSet presAssocID="{8B10EF85-7E42-4122-AD91-48B3DD46E6B2}" presName="hierChild2" presStyleCnt="0"/>
      <dgm:spPr/>
    </dgm:pt>
    <dgm:pt modelId="{0EBED48A-04C8-41C6-83D5-A59AD46C157A}" type="pres">
      <dgm:prSet presAssocID="{92A2198B-BFE4-4659-A3AB-9ED6C8FF2BF2}" presName="Name37" presStyleLbl="parChTrans1D2" presStyleIdx="0" presStyleCnt="2"/>
      <dgm:spPr/>
      <dgm:t>
        <a:bodyPr/>
        <a:lstStyle/>
        <a:p>
          <a:endParaRPr lang="en-IN"/>
        </a:p>
      </dgm:t>
    </dgm:pt>
    <dgm:pt modelId="{7D61B9E9-815B-4C44-B36C-28EB44F4CB1E}" type="pres">
      <dgm:prSet presAssocID="{45343BF9-A406-4FE1-9D5C-E8BF2F1F8125}" presName="hierRoot2" presStyleCnt="0">
        <dgm:presLayoutVars>
          <dgm:hierBranch val="init"/>
        </dgm:presLayoutVars>
      </dgm:prSet>
      <dgm:spPr/>
    </dgm:pt>
    <dgm:pt modelId="{DEFE6E5C-30C9-4C4C-A9A5-350E1B610338}" type="pres">
      <dgm:prSet presAssocID="{45343BF9-A406-4FE1-9D5C-E8BF2F1F8125}" presName="rootComposite" presStyleCnt="0"/>
      <dgm:spPr/>
    </dgm:pt>
    <dgm:pt modelId="{1B60B62B-2134-42D9-8988-291CA2C95F5B}" type="pres">
      <dgm:prSet presAssocID="{45343BF9-A406-4FE1-9D5C-E8BF2F1F8125}" presName="rootText" presStyleLbl="node2" presStyleIdx="0" presStyleCnt="2">
        <dgm:presLayoutVars>
          <dgm:chPref val="3"/>
        </dgm:presLayoutVars>
      </dgm:prSet>
      <dgm:spPr/>
      <dgm:t>
        <a:bodyPr/>
        <a:lstStyle/>
        <a:p>
          <a:endParaRPr lang="en-IN"/>
        </a:p>
      </dgm:t>
    </dgm:pt>
    <dgm:pt modelId="{598F6FFF-938D-43AF-926E-282AE5119B8A}" type="pres">
      <dgm:prSet presAssocID="{45343BF9-A406-4FE1-9D5C-E8BF2F1F8125}" presName="rootConnector" presStyleLbl="node2" presStyleIdx="0" presStyleCnt="2"/>
      <dgm:spPr/>
      <dgm:t>
        <a:bodyPr/>
        <a:lstStyle/>
        <a:p>
          <a:endParaRPr lang="en-IN"/>
        </a:p>
      </dgm:t>
    </dgm:pt>
    <dgm:pt modelId="{64B94B99-DB2A-4089-8B39-16B3D1746732}" type="pres">
      <dgm:prSet presAssocID="{45343BF9-A406-4FE1-9D5C-E8BF2F1F8125}" presName="hierChild4" presStyleCnt="0"/>
      <dgm:spPr/>
    </dgm:pt>
    <dgm:pt modelId="{301A4EFE-E293-4BA9-A78A-43099FC21DA5}" type="pres">
      <dgm:prSet presAssocID="{45343BF9-A406-4FE1-9D5C-E8BF2F1F8125}" presName="hierChild5" presStyleCnt="0"/>
      <dgm:spPr/>
    </dgm:pt>
    <dgm:pt modelId="{D504030D-A8B7-4284-B7CB-A9F86F2B9D8B}" type="pres">
      <dgm:prSet presAssocID="{7CE4DA7A-4CD3-486B-99CF-D4619EEF2F19}" presName="Name37" presStyleLbl="parChTrans1D2" presStyleIdx="1" presStyleCnt="2"/>
      <dgm:spPr/>
      <dgm:t>
        <a:bodyPr/>
        <a:lstStyle/>
        <a:p>
          <a:endParaRPr lang="en-IN"/>
        </a:p>
      </dgm:t>
    </dgm:pt>
    <dgm:pt modelId="{5BA0A14E-9FFD-4E62-9D49-6659EDF668C1}" type="pres">
      <dgm:prSet presAssocID="{E6DF876C-C36B-4ED4-A3A1-472B53273827}" presName="hierRoot2" presStyleCnt="0">
        <dgm:presLayoutVars>
          <dgm:hierBranch val="init"/>
        </dgm:presLayoutVars>
      </dgm:prSet>
      <dgm:spPr/>
    </dgm:pt>
    <dgm:pt modelId="{14B3E863-5FB0-47BA-8C8C-59005FC4869F}" type="pres">
      <dgm:prSet presAssocID="{E6DF876C-C36B-4ED4-A3A1-472B53273827}" presName="rootComposite" presStyleCnt="0"/>
      <dgm:spPr/>
    </dgm:pt>
    <dgm:pt modelId="{F1F60B8C-89FB-4865-B2E0-9F976FE2AE30}" type="pres">
      <dgm:prSet presAssocID="{E6DF876C-C36B-4ED4-A3A1-472B53273827}" presName="rootText" presStyleLbl="node2" presStyleIdx="1" presStyleCnt="2">
        <dgm:presLayoutVars>
          <dgm:chPref val="3"/>
        </dgm:presLayoutVars>
      </dgm:prSet>
      <dgm:spPr/>
      <dgm:t>
        <a:bodyPr/>
        <a:lstStyle/>
        <a:p>
          <a:endParaRPr lang="en-IN"/>
        </a:p>
      </dgm:t>
    </dgm:pt>
    <dgm:pt modelId="{D1E2C155-72F8-481F-88CB-0B8E2371EB29}" type="pres">
      <dgm:prSet presAssocID="{E6DF876C-C36B-4ED4-A3A1-472B53273827}" presName="rootConnector" presStyleLbl="node2" presStyleIdx="1" presStyleCnt="2"/>
      <dgm:spPr/>
      <dgm:t>
        <a:bodyPr/>
        <a:lstStyle/>
        <a:p>
          <a:endParaRPr lang="en-IN"/>
        </a:p>
      </dgm:t>
    </dgm:pt>
    <dgm:pt modelId="{8FF528B6-475C-4717-B711-A9BB7A7D4B7B}" type="pres">
      <dgm:prSet presAssocID="{E6DF876C-C36B-4ED4-A3A1-472B53273827}" presName="hierChild4" presStyleCnt="0"/>
      <dgm:spPr/>
    </dgm:pt>
    <dgm:pt modelId="{90CB1A0B-98E9-466F-A940-0C58BECE55BB}" type="pres">
      <dgm:prSet presAssocID="{E6DF876C-C36B-4ED4-A3A1-472B53273827}" presName="hierChild5" presStyleCnt="0"/>
      <dgm:spPr/>
    </dgm:pt>
    <dgm:pt modelId="{0E871024-1B0B-47F6-9CA0-2B4D773177E6}" type="pres">
      <dgm:prSet presAssocID="{8B10EF85-7E42-4122-AD91-48B3DD46E6B2}" presName="hierChild3" presStyleCnt="0"/>
      <dgm:spPr/>
    </dgm:pt>
  </dgm:ptLst>
  <dgm:cxnLst>
    <dgm:cxn modelId="{FE560BAE-19C6-4EEF-A912-6E7390CEBF65}" srcId="{8B10EF85-7E42-4122-AD91-48B3DD46E6B2}" destId="{45343BF9-A406-4FE1-9D5C-E8BF2F1F8125}" srcOrd="0" destOrd="0" parTransId="{92A2198B-BFE4-4659-A3AB-9ED6C8FF2BF2}" sibTransId="{83660434-951E-465D-8E2E-8B65BF8F8656}"/>
    <dgm:cxn modelId="{B0FADAFF-EFDB-44ED-A8FE-641456E7E36B}" type="presOf" srcId="{45343BF9-A406-4FE1-9D5C-E8BF2F1F8125}" destId="{598F6FFF-938D-43AF-926E-282AE5119B8A}" srcOrd="1" destOrd="0" presId="urn:microsoft.com/office/officeart/2005/8/layout/orgChart1"/>
    <dgm:cxn modelId="{1F26C1F2-5A68-4122-8EEA-BB4DAE0361FF}" type="presOf" srcId="{45343BF9-A406-4FE1-9D5C-E8BF2F1F8125}" destId="{1B60B62B-2134-42D9-8988-291CA2C95F5B}" srcOrd="0" destOrd="0" presId="urn:microsoft.com/office/officeart/2005/8/layout/orgChart1"/>
    <dgm:cxn modelId="{51DFF6E4-E1DE-4975-90C0-BE8A69E20288}" type="presOf" srcId="{8B10EF85-7E42-4122-AD91-48B3DD46E6B2}" destId="{4CD7FC8C-5042-409E-82D2-CCB7B409A880}" srcOrd="1" destOrd="0" presId="urn:microsoft.com/office/officeart/2005/8/layout/orgChart1"/>
    <dgm:cxn modelId="{6C9C0394-888E-40D6-953B-C83748C86759}" srcId="{8B10EF85-7E42-4122-AD91-48B3DD46E6B2}" destId="{E6DF876C-C36B-4ED4-A3A1-472B53273827}" srcOrd="1" destOrd="0" parTransId="{7CE4DA7A-4CD3-486B-99CF-D4619EEF2F19}" sibTransId="{B7ACE61A-F829-4C14-9A7E-C8212369FDB2}"/>
    <dgm:cxn modelId="{21505795-EE5D-4264-98C0-95504212A684}" srcId="{81DB3C58-35C0-4D1A-A2A6-BB3DA823637F}" destId="{8B10EF85-7E42-4122-AD91-48B3DD46E6B2}" srcOrd="0" destOrd="0" parTransId="{3EB7CC33-CC70-4EAF-9C24-C1D2D6E6B90A}" sibTransId="{D029EE20-1F96-48A2-B730-5A24E459500E}"/>
    <dgm:cxn modelId="{7E4C4CC9-2244-49C6-B5A0-1EBA248E8EB2}" type="presOf" srcId="{E6DF876C-C36B-4ED4-A3A1-472B53273827}" destId="{F1F60B8C-89FB-4865-B2E0-9F976FE2AE30}" srcOrd="0" destOrd="0" presId="urn:microsoft.com/office/officeart/2005/8/layout/orgChart1"/>
    <dgm:cxn modelId="{2E836E68-6E86-4BE3-8F1E-E8FA8F216C0B}" type="presOf" srcId="{E6DF876C-C36B-4ED4-A3A1-472B53273827}" destId="{D1E2C155-72F8-481F-88CB-0B8E2371EB29}" srcOrd="1" destOrd="0" presId="urn:microsoft.com/office/officeart/2005/8/layout/orgChart1"/>
    <dgm:cxn modelId="{1AFE0338-E338-4321-9720-795F73ABCA38}" type="presOf" srcId="{8B10EF85-7E42-4122-AD91-48B3DD46E6B2}" destId="{860B2CA6-158C-4A5F-AB10-F2B34DDF981B}" srcOrd="0" destOrd="0" presId="urn:microsoft.com/office/officeart/2005/8/layout/orgChart1"/>
    <dgm:cxn modelId="{77C35FE7-19FF-4157-BA40-3A62C6B8D544}" type="presOf" srcId="{7CE4DA7A-4CD3-486B-99CF-D4619EEF2F19}" destId="{D504030D-A8B7-4284-B7CB-A9F86F2B9D8B}" srcOrd="0" destOrd="0" presId="urn:microsoft.com/office/officeart/2005/8/layout/orgChart1"/>
    <dgm:cxn modelId="{8EBA5125-B060-47F8-9327-DF5CB9BD50C8}" type="presOf" srcId="{92A2198B-BFE4-4659-A3AB-9ED6C8FF2BF2}" destId="{0EBED48A-04C8-41C6-83D5-A59AD46C157A}" srcOrd="0" destOrd="0" presId="urn:microsoft.com/office/officeart/2005/8/layout/orgChart1"/>
    <dgm:cxn modelId="{B6BAD1E2-003E-40FE-949F-BA1FFE28AE73}" type="presOf" srcId="{81DB3C58-35C0-4D1A-A2A6-BB3DA823637F}" destId="{70B29D71-9092-4663-951A-BC7A239627F4}" srcOrd="0" destOrd="0" presId="urn:microsoft.com/office/officeart/2005/8/layout/orgChart1"/>
    <dgm:cxn modelId="{7C4BD2F1-4B30-4FD5-8EC4-006D231854C2}" type="presParOf" srcId="{70B29D71-9092-4663-951A-BC7A239627F4}" destId="{A8AB2F20-38CF-4BB0-AF12-B9334BE462AC}" srcOrd="0" destOrd="0" presId="urn:microsoft.com/office/officeart/2005/8/layout/orgChart1"/>
    <dgm:cxn modelId="{52662F6C-CEA7-49FB-92D1-254AF43F7527}" type="presParOf" srcId="{A8AB2F20-38CF-4BB0-AF12-B9334BE462AC}" destId="{3B131586-A6C3-4E81-A5A5-DA448EB34694}" srcOrd="0" destOrd="0" presId="urn:microsoft.com/office/officeart/2005/8/layout/orgChart1"/>
    <dgm:cxn modelId="{FE745F6B-0886-4F41-B432-CA91730AAA95}" type="presParOf" srcId="{3B131586-A6C3-4E81-A5A5-DA448EB34694}" destId="{860B2CA6-158C-4A5F-AB10-F2B34DDF981B}" srcOrd="0" destOrd="0" presId="urn:microsoft.com/office/officeart/2005/8/layout/orgChart1"/>
    <dgm:cxn modelId="{E83C1AF3-2D33-40F4-B63E-353D6ED346BA}" type="presParOf" srcId="{3B131586-A6C3-4E81-A5A5-DA448EB34694}" destId="{4CD7FC8C-5042-409E-82D2-CCB7B409A880}" srcOrd="1" destOrd="0" presId="urn:microsoft.com/office/officeart/2005/8/layout/orgChart1"/>
    <dgm:cxn modelId="{7CE7665B-31A7-4AAA-953E-08919F003592}" type="presParOf" srcId="{A8AB2F20-38CF-4BB0-AF12-B9334BE462AC}" destId="{D18C3554-F918-4F70-8D0A-A143D191BFEC}" srcOrd="1" destOrd="0" presId="urn:microsoft.com/office/officeart/2005/8/layout/orgChart1"/>
    <dgm:cxn modelId="{44E760F0-99FC-40BA-8DAC-61F25FA8B9B5}" type="presParOf" srcId="{D18C3554-F918-4F70-8D0A-A143D191BFEC}" destId="{0EBED48A-04C8-41C6-83D5-A59AD46C157A}" srcOrd="0" destOrd="0" presId="urn:microsoft.com/office/officeart/2005/8/layout/orgChart1"/>
    <dgm:cxn modelId="{31789B45-2163-445E-8594-148573305558}" type="presParOf" srcId="{D18C3554-F918-4F70-8D0A-A143D191BFEC}" destId="{7D61B9E9-815B-4C44-B36C-28EB44F4CB1E}" srcOrd="1" destOrd="0" presId="urn:microsoft.com/office/officeart/2005/8/layout/orgChart1"/>
    <dgm:cxn modelId="{7151206E-F410-4654-928A-C12267FB575B}" type="presParOf" srcId="{7D61B9E9-815B-4C44-B36C-28EB44F4CB1E}" destId="{DEFE6E5C-30C9-4C4C-A9A5-350E1B610338}" srcOrd="0" destOrd="0" presId="urn:microsoft.com/office/officeart/2005/8/layout/orgChart1"/>
    <dgm:cxn modelId="{7ECC09E0-EBC7-4E94-846A-FADA80230302}" type="presParOf" srcId="{DEFE6E5C-30C9-4C4C-A9A5-350E1B610338}" destId="{1B60B62B-2134-42D9-8988-291CA2C95F5B}" srcOrd="0" destOrd="0" presId="urn:microsoft.com/office/officeart/2005/8/layout/orgChart1"/>
    <dgm:cxn modelId="{CCE7308E-7B4C-4686-B5E8-B467D0D1E7E3}" type="presParOf" srcId="{DEFE6E5C-30C9-4C4C-A9A5-350E1B610338}" destId="{598F6FFF-938D-43AF-926E-282AE5119B8A}" srcOrd="1" destOrd="0" presId="urn:microsoft.com/office/officeart/2005/8/layout/orgChart1"/>
    <dgm:cxn modelId="{858D9272-7F1C-43B5-8428-3CDBAA925129}" type="presParOf" srcId="{7D61B9E9-815B-4C44-B36C-28EB44F4CB1E}" destId="{64B94B99-DB2A-4089-8B39-16B3D1746732}" srcOrd="1" destOrd="0" presId="urn:microsoft.com/office/officeart/2005/8/layout/orgChart1"/>
    <dgm:cxn modelId="{18865CCB-3EFB-4376-9962-E530178ED6B0}" type="presParOf" srcId="{7D61B9E9-815B-4C44-B36C-28EB44F4CB1E}" destId="{301A4EFE-E293-4BA9-A78A-43099FC21DA5}" srcOrd="2" destOrd="0" presId="urn:microsoft.com/office/officeart/2005/8/layout/orgChart1"/>
    <dgm:cxn modelId="{63871088-F56E-485C-BB96-7D66DCC8D490}" type="presParOf" srcId="{D18C3554-F918-4F70-8D0A-A143D191BFEC}" destId="{D504030D-A8B7-4284-B7CB-A9F86F2B9D8B}" srcOrd="2" destOrd="0" presId="urn:microsoft.com/office/officeart/2005/8/layout/orgChart1"/>
    <dgm:cxn modelId="{DB9D9234-57BC-4722-A59A-E2A72B80C1F4}" type="presParOf" srcId="{D18C3554-F918-4F70-8D0A-A143D191BFEC}" destId="{5BA0A14E-9FFD-4E62-9D49-6659EDF668C1}" srcOrd="3" destOrd="0" presId="urn:microsoft.com/office/officeart/2005/8/layout/orgChart1"/>
    <dgm:cxn modelId="{08BC80D1-9F14-4242-BDD5-CEB51FC81CB9}" type="presParOf" srcId="{5BA0A14E-9FFD-4E62-9D49-6659EDF668C1}" destId="{14B3E863-5FB0-47BA-8C8C-59005FC4869F}" srcOrd="0" destOrd="0" presId="urn:microsoft.com/office/officeart/2005/8/layout/orgChart1"/>
    <dgm:cxn modelId="{A325FD49-25D3-42A1-840D-F85CD370DB10}" type="presParOf" srcId="{14B3E863-5FB0-47BA-8C8C-59005FC4869F}" destId="{F1F60B8C-89FB-4865-B2E0-9F976FE2AE30}" srcOrd="0" destOrd="0" presId="urn:microsoft.com/office/officeart/2005/8/layout/orgChart1"/>
    <dgm:cxn modelId="{9436CCB9-883B-4512-91F5-B97A8D88638A}" type="presParOf" srcId="{14B3E863-5FB0-47BA-8C8C-59005FC4869F}" destId="{D1E2C155-72F8-481F-88CB-0B8E2371EB29}" srcOrd="1" destOrd="0" presId="urn:microsoft.com/office/officeart/2005/8/layout/orgChart1"/>
    <dgm:cxn modelId="{AB6C9C59-AA88-4DF6-9A9F-31AFD1F91FA3}" type="presParOf" srcId="{5BA0A14E-9FFD-4E62-9D49-6659EDF668C1}" destId="{8FF528B6-475C-4717-B711-A9BB7A7D4B7B}" srcOrd="1" destOrd="0" presId="urn:microsoft.com/office/officeart/2005/8/layout/orgChart1"/>
    <dgm:cxn modelId="{17C43EE7-340E-4661-A1AD-500DC734915F}" type="presParOf" srcId="{5BA0A14E-9FFD-4E62-9D49-6659EDF668C1}" destId="{90CB1A0B-98E9-466F-A940-0C58BECE55BB}" srcOrd="2" destOrd="0" presId="urn:microsoft.com/office/officeart/2005/8/layout/orgChart1"/>
    <dgm:cxn modelId="{26EF1138-8B75-425D-A5A8-46FFE65C028D}" type="presParOf" srcId="{A8AB2F20-38CF-4BB0-AF12-B9334BE462AC}" destId="{0E871024-1B0B-47F6-9CA0-2B4D773177E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8352440-FBD4-4D80-9638-A2008913E59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3F354EFC-5858-452E-9504-56EE354AA75D}">
      <dgm:prSet/>
      <dgm:spPr/>
      <dgm:t>
        <a:bodyPr/>
        <a:lstStyle/>
        <a:p>
          <a:pPr rtl="0"/>
          <a:r>
            <a:rPr lang="en-US" smtClean="0"/>
            <a:t>The Limitation Act, 1963 lays down that a contract should be performed within a specified period, called the period of limitation. If it is not performed, and if no action is taken by the promisee within the period of limitation, he is deprived of his remedy at law. </a:t>
          </a:r>
          <a:endParaRPr lang="en-IN"/>
        </a:p>
      </dgm:t>
    </dgm:pt>
    <dgm:pt modelId="{5C446471-353E-496E-BE76-50D9BD6B4220}" type="parTrans" cxnId="{8674EF49-30B3-4ADB-8F69-FA9BBCC97A0B}">
      <dgm:prSet/>
      <dgm:spPr/>
      <dgm:t>
        <a:bodyPr/>
        <a:lstStyle/>
        <a:p>
          <a:endParaRPr lang="en-IN"/>
        </a:p>
      </dgm:t>
    </dgm:pt>
    <dgm:pt modelId="{F75E97E6-D9EE-42CD-91EE-F59B6C90B422}" type="sibTrans" cxnId="{8674EF49-30B3-4ADB-8F69-FA9BBCC97A0B}">
      <dgm:prSet/>
      <dgm:spPr/>
      <dgm:t>
        <a:bodyPr/>
        <a:lstStyle/>
        <a:p>
          <a:endParaRPr lang="en-IN"/>
        </a:p>
      </dgm:t>
    </dgm:pt>
    <dgm:pt modelId="{62A64DBF-35D4-4D16-BAA0-A51BF9237D5D}">
      <dgm:prSet/>
      <dgm:spPr/>
      <dgm:t>
        <a:bodyPr/>
        <a:lstStyle/>
        <a:p>
          <a:pPr algn="just" rtl="0"/>
          <a:r>
            <a:rPr lang="en-US" i="1" dirty="0" smtClean="0"/>
            <a:t>e.g. The price of goods sold without any stipulation as to the credit should be paid within three years of the delivery of the goods. Where goods are sold on credit to be paid for after a fixed period of credit, the price should be paid within three years of the expiry of the credit. If the price is not paid and the creditor does not file a suit against the buyer for the recovery of the price within three years, the debt becomes time-barred and hence irrecoverable.</a:t>
          </a:r>
          <a:endParaRPr lang="en-IN" dirty="0"/>
        </a:p>
      </dgm:t>
    </dgm:pt>
    <dgm:pt modelId="{7FF4B49C-0FDA-4023-BDD8-609E430E60EC}" type="parTrans" cxnId="{FA40554C-B471-472A-87C1-085035A3690F}">
      <dgm:prSet/>
      <dgm:spPr/>
      <dgm:t>
        <a:bodyPr/>
        <a:lstStyle/>
        <a:p>
          <a:endParaRPr lang="en-IN"/>
        </a:p>
      </dgm:t>
    </dgm:pt>
    <dgm:pt modelId="{E66AFC60-C6FE-4F90-B20A-825CB26DCCF3}" type="sibTrans" cxnId="{FA40554C-B471-472A-87C1-085035A3690F}">
      <dgm:prSet/>
      <dgm:spPr/>
      <dgm:t>
        <a:bodyPr/>
        <a:lstStyle/>
        <a:p>
          <a:endParaRPr lang="en-IN"/>
        </a:p>
      </dgm:t>
    </dgm:pt>
    <dgm:pt modelId="{483F5C4B-3147-4C57-B524-F07AB2BFA074}" type="pres">
      <dgm:prSet presAssocID="{38352440-FBD4-4D80-9638-A2008913E590}" presName="vert0" presStyleCnt="0">
        <dgm:presLayoutVars>
          <dgm:dir/>
          <dgm:animOne val="branch"/>
          <dgm:animLvl val="lvl"/>
        </dgm:presLayoutVars>
      </dgm:prSet>
      <dgm:spPr/>
      <dgm:t>
        <a:bodyPr/>
        <a:lstStyle/>
        <a:p>
          <a:endParaRPr lang="en-IN"/>
        </a:p>
      </dgm:t>
    </dgm:pt>
    <dgm:pt modelId="{4BB42243-76C5-49F7-8A98-7D562526E67C}" type="pres">
      <dgm:prSet presAssocID="{3F354EFC-5858-452E-9504-56EE354AA75D}" presName="thickLine" presStyleLbl="alignNode1" presStyleIdx="0" presStyleCnt="1"/>
      <dgm:spPr/>
    </dgm:pt>
    <dgm:pt modelId="{8AA15C38-D21C-4E44-AA3C-B0B80EB429AD}" type="pres">
      <dgm:prSet presAssocID="{3F354EFC-5858-452E-9504-56EE354AA75D}" presName="horz1" presStyleCnt="0"/>
      <dgm:spPr/>
    </dgm:pt>
    <dgm:pt modelId="{CF69ACCA-A58C-42DB-843E-5C792FA92F85}" type="pres">
      <dgm:prSet presAssocID="{3F354EFC-5858-452E-9504-56EE354AA75D}" presName="tx1" presStyleLbl="revTx" presStyleIdx="0" presStyleCnt="2"/>
      <dgm:spPr/>
      <dgm:t>
        <a:bodyPr/>
        <a:lstStyle/>
        <a:p>
          <a:endParaRPr lang="en-IN"/>
        </a:p>
      </dgm:t>
    </dgm:pt>
    <dgm:pt modelId="{4E2B9F0A-5293-41F6-BBF3-A98CCFA131C1}" type="pres">
      <dgm:prSet presAssocID="{3F354EFC-5858-452E-9504-56EE354AA75D}" presName="vert1" presStyleCnt="0"/>
      <dgm:spPr/>
    </dgm:pt>
    <dgm:pt modelId="{ADD3D7C8-78A7-42B5-84B4-2F3DFD311D75}" type="pres">
      <dgm:prSet presAssocID="{62A64DBF-35D4-4D16-BAA0-A51BF9237D5D}" presName="vertSpace2a" presStyleCnt="0"/>
      <dgm:spPr/>
    </dgm:pt>
    <dgm:pt modelId="{D020A2FB-223F-4BBD-9BE3-F335EC726BCB}" type="pres">
      <dgm:prSet presAssocID="{62A64DBF-35D4-4D16-BAA0-A51BF9237D5D}" presName="horz2" presStyleCnt="0"/>
      <dgm:spPr/>
    </dgm:pt>
    <dgm:pt modelId="{6E2A9DA2-3109-4FD0-8333-12CD63598AF4}" type="pres">
      <dgm:prSet presAssocID="{62A64DBF-35D4-4D16-BAA0-A51BF9237D5D}" presName="horzSpace2" presStyleCnt="0"/>
      <dgm:spPr/>
    </dgm:pt>
    <dgm:pt modelId="{29A2B3C8-3A49-45FF-A4A4-5ACCCDDA1C26}" type="pres">
      <dgm:prSet presAssocID="{62A64DBF-35D4-4D16-BAA0-A51BF9237D5D}" presName="tx2" presStyleLbl="revTx" presStyleIdx="1" presStyleCnt="2"/>
      <dgm:spPr/>
      <dgm:t>
        <a:bodyPr/>
        <a:lstStyle/>
        <a:p>
          <a:endParaRPr lang="en-IN"/>
        </a:p>
      </dgm:t>
    </dgm:pt>
    <dgm:pt modelId="{9039617C-FB06-4049-A100-AAB07F6F2256}" type="pres">
      <dgm:prSet presAssocID="{62A64DBF-35D4-4D16-BAA0-A51BF9237D5D}" presName="vert2" presStyleCnt="0"/>
      <dgm:spPr/>
    </dgm:pt>
    <dgm:pt modelId="{D842AA44-CF56-44D5-AE90-ED6A64A0045F}" type="pres">
      <dgm:prSet presAssocID="{62A64DBF-35D4-4D16-BAA0-A51BF9237D5D}" presName="thinLine2b" presStyleLbl="callout" presStyleIdx="0" presStyleCnt="1"/>
      <dgm:spPr/>
    </dgm:pt>
    <dgm:pt modelId="{A0B34EAA-CAB5-49B7-9693-24BCDA7EF4F1}" type="pres">
      <dgm:prSet presAssocID="{62A64DBF-35D4-4D16-BAA0-A51BF9237D5D}" presName="vertSpace2b" presStyleCnt="0"/>
      <dgm:spPr/>
    </dgm:pt>
  </dgm:ptLst>
  <dgm:cxnLst>
    <dgm:cxn modelId="{EB1EFD23-A836-4F59-9590-4B94A1F0A174}" type="presOf" srcId="{38352440-FBD4-4D80-9638-A2008913E590}" destId="{483F5C4B-3147-4C57-B524-F07AB2BFA074}" srcOrd="0" destOrd="0" presId="urn:microsoft.com/office/officeart/2008/layout/LinedList"/>
    <dgm:cxn modelId="{FA40554C-B471-472A-87C1-085035A3690F}" srcId="{3F354EFC-5858-452E-9504-56EE354AA75D}" destId="{62A64DBF-35D4-4D16-BAA0-A51BF9237D5D}" srcOrd="0" destOrd="0" parTransId="{7FF4B49C-0FDA-4023-BDD8-609E430E60EC}" sibTransId="{E66AFC60-C6FE-4F90-B20A-825CB26DCCF3}"/>
    <dgm:cxn modelId="{8674EF49-30B3-4ADB-8F69-FA9BBCC97A0B}" srcId="{38352440-FBD4-4D80-9638-A2008913E590}" destId="{3F354EFC-5858-452E-9504-56EE354AA75D}" srcOrd="0" destOrd="0" parTransId="{5C446471-353E-496E-BE76-50D9BD6B4220}" sibTransId="{F75E97E6-D9EE-42CD-91EE-F59B6C90B422}"/>
    <dgm:cxn modelId="{93C8186C-2730-4BC0-9FCB-786746134EF9}" type="presOf" srcId="{62A64DBF-35D4-4D16-BAA0-A51BF9237D5D}" destId="{29A2B3C8-3A49-45FF-A4A4-5ACCCDDA1C26}" srcOrd="0" destOrd="0" presId="urn:microsoft.com/office/officeart/2008/layout/LinedList"/>
    <dgm:cxn modelId="{D78A58DB-C1DC-4780-BF3B-62BE112B143B}" type="presOf" srcId="{3F354EFC-5858-452E-9504-56EE354AA75D}" destId="{CF69ACCA-A58C-42DB-843E-5C792FA92F85}" srcOrd="0" destOrd="0" presId="urn:microsoft.com/office/officeart/2008/layout/LinedList"/>
    <dgm:cxn modelId="{D505BCD8-E0B5-478B-999E-3B956A1D1C39}" type="presParOf" srcId="{483F5C4B-3147-4C57-B524-F07AB2BFA074}" destId="{4BB42243-76C5-49F7-8A98-7D562526E67C}" srcOrd="0" destOrd="0" presId="urn:microsoft.com/office/officeart/2008/layout/LinedList"/>
    <dgm:cxn modelId="{ED528B43-4EDF-48B9-A5A1-E48FFC007A89}" type="presParOf" srcId="{483F5C4B-3147-4C57-B524-F07AB2BFA074}" destId="{8AA15C38-D21C-4E44-AA3C-B0B80EB429AD}" srcOrd="1" destOrd="0" presId="urn:microsoft.com/office/officeart/2008/layout/LinedList"/>
    <dgm:cxn modelId="{8287AC25-7113-4C6F-BBD4-5E82CE420283}" type="presParOf" srcId="{8AA15C38-D21C-4E44-AA3C-B0B80EB429AD}" destId="{CF69ACCA-A58C-42DB-843E-5C792FA92F85}" srcOrd="0" destOrd="0" presId="urn:microsoft.com/office/officeart/2008/layout/LinedList"/>
    <dgm:cxn modelId="{C7CF123B-83B9-4A9A-BA14-6FB48B3D6517}" type="presParOf" srcId="{8AA15C38-D21C-4E44-AA3C-B0B80EB429AD}" destId="{4E2B9F0A-5293-41F6-BBF3-A98CCFA131C1}" srcOrd="1" destOrd="0" presId="urn:microsoft.com/office/officeart/2008/layout/LinedList"/>
    <dgm:cxn modelId="{78C8CB37-65D1-4FA7-8E2E-F95887C36E40}" type="presParOf" srcId="{4E2B9F0A-5293-41F6-BBF3-A98CCFA131C1}" destId="{ADD3D7C8-78A7-42B5-84B4-2F3DFD311D75}" srcOrd="0" destOrd="0" presId="urn:microsoft.com/office/officeart/2008/layout/LinedList"/>
    <dgm:cxn modelId="{4E695C55-391D-4528-865E-AE0A51779459}" type="presParOf" srcId="{4E2B9F0A-5293-41F6-BBF3-A98CCFA131C1}" destId="{D020A2FB-223F-4BBD-9BE3-F335EC726BCB}" srcOrd="1" destOrd="0" presId="urn:microsoft.com/office/officeart/2008/layout/LinedList"/>
    <dgm:cxn modelId="{563263A5-D6FD-4CE1-AF2C-E487D2635C11}" type="presParOf" srcId="{D020A2FB-223F-4BBD-9BE3-F335EC726BCB}" destId="{6E2A9DA2-3109-4FD0-8333-12CD63598AF4}" srcOrd="0" destOrd="0" presId="urn:microsoft.com/office/officeart/2008/layout/LinedList"/>
    <dgm:cxn modelId="{D03DE31D-CF45-4D86-A66D-1A2075B20C1D}" type="presParOf" srcId="{D020A2FB-223F-4BBD-9BE3-F335EC726BCB}" destId="{29A2B3C8-3A49-45FF-A4A4-5ACCCDDA1C26}" srcOrd="1" destOrd="0" presId="urn:microsoft.com/office/officeart/2008/layout/LinedList"/>
    <dgm:cxn modelId="{8ECCC2FC-070A-4CA1-B0B9-7699F6E0EDAE}" type="presParOf" srcId="{D020A2FB-223F-4BBD-9BE3-F335EC726BCB}" destId="{9039617C-FB06-4049-A100-AAB07F6F2256}" srcOrd="2" destOrd="0" presId="urn:microsoft.com/office/officeart/2008/layout/LinedList"/>
    <dgm:cxn modelId="{8A38DAED-1F35-4C9E-9F96-B3A3D23CDD1A}" type="presParOf" srcId="{4E2B9F0A-5293-41F6-BBF3-A98CCFA131C1}" destId="{D842AA44-CF56-44D5-AE90-ED6A64A0045F}" srcOrd="2" destOrd="0" presId="urn:microsoft.com/office/officeart/2008/layout/LinedList"/>
    <dgm:cxn modelId="{02AF95FE-7AF0-40E8-8FBA-08AAC6E801D8}" type="presParOf" srcId="{4E2B9F0A-5293-41F6-BBF3-A98CCFA131C1}" destId="{A0B34EAA-CAB5-49B7-9693-24BCDA7EF4F1}"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C1633068-3FD0-42EA-9DA0-D4A8C81CFDFE}" type="doc">
      <dgm:prSet loTypeId="urn:microsoft.com/office/officeart/2005/8/layout/vList5" loCatId="list" qsTypeId="urn:microsoft.com/office/officeart/2005/8/quickstyle/simple4" qsCatId="simple" csTypeId="urn:microsoft.com/office/officeart/2005/8/colors/colorful4" csCatId="colorful" phldr="1"/>
      <dgm:spPr/>
      <dgm:t>
        <a:bodyPr/>
        <a:lstStyle/>
        <a:p>
          <a:endParaRPr lang="en-IN"/>
        </a:p>
      </dgm:t>
    </dgm:pt>
    <dgm:pt modelId="{63FA118F-7428-41DD-80B3-3C42AEDDE06D}">
      <dgm:prSet/>
      <dgm:spPr/>
      <dgm:t>
        <a:bodyPr/>
        <a:lstStyle/>
        <a:p>
          <a:pPr rtl="0"/>
          <a:r>
            <a:rPr lang="en-US" dirty="0" smtClean="0"/>
            <a:t>1. Death  </a:t>
          </a:r>
          <a:endParaRPr lang="en-IN" dirty="0"/>
        </a:p>
      </dgm:t>
    </dgm:pt>
    <dgm:pt modelId="{C722471E-D837-48F2-8EAC-DADA167E5F59}" type="parTrans" cxnId="{4A4340AC-ED8E-4633-B9A8-1196DEE3FB6F}">
      <dgm:prSet/>
      <dgm:spPr/>
      <dgm:t>
        <a:bodyPr/>
        <a:lstStyle/>
        <a:p>
          <a:endParaRPr lang="en-IN"/>
        </a:p>
      </dgm:t>
    </dgm:pt>
    <dgm:pt modelId="{B788B00B-BA72-4E6A-B5A5-7058B0655184}" type="sibTrans" cxnId="{4A4340AC-ED8E-4633-B9A8-1196DEE3FB6F}">
      <dgm:prSet/>
      <dgm:spPr/>
      <dgm:t>
        <a:bodyPr/>
        <a:lstStyle/>
        <a:p>
          <a:endParaRPr lang="en-IN"/>
        </a:p>
      </dgm:t>
    </dgm:pt>
    <dgm:pt modelId="{5D306D09-62D9-4B6C-ACDA-0C3B3AD32E55}">
      <dgm:prSet custT="1"/>
      <dgm:spPr/>
      <dgm:t>
        <a:bodyPr/>
        <a:lstStyle/>
        <a:p>
          <a:pPr algn="just" rtl="0"/>
          <a:r>
            <a:rPr lang="en-US" sz="1400" dirty="0" smtClean="0"/>
            <a:t>In contracts that involve personal skill and ability, the contract is terminated on death of the promisor. In other contracts, the rights and liabilities of a deceased person pass on to the legal representatives of the deceased person.</a:t>
          </a:r>
          <a:endParaRPr lang="en-IN" sz="1400" dirty="0"/>
        </a:p>
      </dgm:t>
    </dgm:pt>
    <dgm:pt modelId="{3CED6D7D-D92F-47AB-928C-F54F6773F68D}" type="parTrans" cxnId="{8B99B773-74A7-41C3-9A0E-6BF043249C65}">
      <dgm:prSet/>
      <dgm:spPr/>
      <dgm:t>
        <a:bodyPr/>
        <a:lstStyle/>
        <a:p>
          <a:endParaRPr lang="en-IN"/>
        </a:p>
      </dgm:t>
    </dgm:pt>
    <dgm:pt modelId="{34985F61-582B-46C6-8C63-3A950DB6CB44}" type="sibTrans" cxnId="{8B99B773-74A7-41C3-9A0E-6BF043249C65}">
      <dgm:prSet/>
      <dgm:spPr/>
      <dgm:t>
        <a:bodyPr/>
        <a:lstStyle/>
        <a:p>
          <a:endParaRPr lang="en-IN"/>
        </a:p>
      </dgm:t>
    </dgm:pt>
    <dgm:pt modelId="{358BE864-903D-4533-BA3C-D3D4FA371E6B}">
      <dgm:prSet/>
      <dgm:spPr/>
      <dgm:t>
        <a:bodyPr/>
        <a:lstStyle/>
        <a:p>
          <a:pPr rtl="0"/>
          <a:r>
            <a:rPr lang="en-US" dirty="0" smtClean="0"/>
            <a:t>2. Merger </a:t>
          </a:r>
          <a:endParaRPr lang="en-IN" dirty="0"/>
        </a:p>
      </dgm:t>
    </dgm:pt>
    <dgm:pt modelId="{574DE42F-C822-4AAB-B03A-05746679CA3E}" type="parTrans" cxnId="{EB0477C2-A36A-4D1F-A122-9A1F8FBB9996}">
      <dgm:prSet/>
      <dgm:spPr/>
      <dgm:t>
        <a:bodyPr/>
        <a:lstStyle/>
        <a:p>
          <a:endParaRPr lang="en-IN"/>
        </a:p>
      </dgm:t>
    </dgm:pt>
    <dgm:pt modelId="{7BE6BAEC-24DD-4BF1-8C61-960945023732}" type="sibTrans" cxnId="{EB0477C2-A36A-4D1F-A122-9A1F8FBB9996}">
      <dgm:prSet/>
      <dgm:spPr/>
      <dgm:t>
        <a:bodyPr/>
        <a:lstStyle/>
        <a:p>
          <a:endParaRPr lang="en-IN"/>
        </a:p>
      </dgm:t>
    </dgm:pt>
    <dgm:pt modelId="{F4A14F94-D2C9-4ABB-9490-79BDCF930C1C}">
      <dgm:prSet custT="1"/>
      <dgm:spPr/>
      <dgm:t>
        <a:bodyPr/>
        <a:lstStyle/>
        <a:p>
          <a:pPr algn="just" rtl="0"/>
          <a:r>
            <a:rPr lang="en-US" sz="1600" dirty="0" smtClean="0"/>
            <a:t>This indicates the rights of a party getting added to form higher rights.</a:t>
          </a:r>
          <a:endParaRPr lang="en-IN" sz="1600" dirty="0"/>
        </a:p>
      </dgm:t>
    </dgm:pt>
    <dgm:pt modelId="{278BC25B-3963-4690-9559-8382377218ED}" type="parTrans" cxnId="{F38B9C9F-2F1A-4C4D-819B-F07ED6F9309B}">
      <dgm:prSet/>
      <dgm:spPr/>
      <dgm:t>
        <a:bodyPr/>
        <a:lstStyle/>
        <a:p>
          <a:endParaRPr lang="en-IN"/>
        </a:p>
      </dgm:t>
    </dgm:pt>
    <dgm:pt modelId="{E8EEA12E-3528-4378-AE54-F2A0954F4DF3}" type="sibTrans" cxnId="{F38B9C9F-2F1A-4C4D-819B-F07ED6F9309B}">
      <dgm:prSet/>
      <dgm:spPr/>
      <dgm:t>
        <a:bodyPr/>
        <a:lstStyle/>
        <a:p>
          <a:endParaRPr lang="en-IN"/>
        </a:p>
      </dgm:t>
    </dgm:pt>
    <dgm:pt modelId="{DBA6F43E-F384-4D38-9349-A7BC3F607BDF}">
      <dgm:prSet/>
      <dgm:spPr/>
      <dgm:t>
        <a:bodyPr/>
        <a:lstStyle/>
        <a:p>
          <a:pPr rtl="0"/>
          <a:r>
            <a:rPr lang="en-US" dirty="0" smtClean="0"/>
            <a:t>3. Insolvency </a:t>
          </a:r>
          <a:endParaRPr lang="en-IN" dirty="0"/>
        </a:p>
      </dgm:t>
    </dgm:pt>
    <dgm:pt modelId="{8A61DF77-81DA-47C2-BB70-36EC7FD2180A}" type="parTrans" cxnId="{105419BA-506A-4CFD-A323-8CFBEC9CB0BB}">
      <dgm:prSet/>
      <dgm:spPr/>
      <dgm:t>
        <a:bodyPr/>
        <a:lstStyle/>
        <a:p>
          <a:endParaRPr lang="en-IN"/>
        </a:p>
      </dgm:t>
    </dgm:pt>
    <dgm:pt modelId="{66BD983F-9503-44E5-ACDE-E87E98C97A71}" type="sibTrans" cxnId="{105419BA-506A-4CFD-A323-8CFBEC9CB0BB}">
      <dgm:prSet/>
      <dgm:spPr/>
      <dgm:t>
        <a:bodyPr/>
        <a:lstStyle/>
        <a:p>
          <a:endParaRPr lang="en-IN"/>
        </a:p>
      </dgm:t>
    </dgm:pt>
    <dgm:pt modelId="{107ED7D1-70B5-4283-A8AE-FE9744E419ED}">
      <dgm:prSet custT="1"/>
      <dgm:spPr/>
      <dgm:t>
        <a:bodyPr/>
        <a:lstStyle/>
        <a:p>
          <a:pPr algn="just" rtl="0"/>
          <a:r>
            <a:rPr lang="en-US" sz="1600" dirty="0" smtClean="0"/>
            <a:t>When a person is adjudged insolvent, he is discharged from all liabilities incurred prior to his adjudication.</a:t>
          </a:r>
          <a:endParaRPr lang="en-IN" sz="1600" dirty="0"/>
        </a:p>
      </dgm:t>
    </dgm:pt>
    <dgm:pt modelId="{EB9E3321-A3BB-4C55-8065-5C18B34CB873}" type="parTrans" cxnId="{23F14100-24A3-4786-9437-354273F19C24}">
      <dgm:prSet/>
      <dgm:spPr/>
      <dgm:t>
        <a:bodyPr/>
        <a:lstStyle/>
        <a:p>
          <a:endParaRPr lang="en-IN"/>
        </a:p>
      </dgm:t>
    </dgm:pt>
    <dgm:pt modelId="{FBB77F3D-25DB-41B5-A0A5-FB1BA2E849C8}" type="sibTrans" cxnId="{23F14100-24A3-4786-9437-354273F19C24}">
      <dgm:prSet/>
      <dgm:spPr/>
      <dgm:t>
        <a:bodyPr/>
        <a:lstStyle/>
        <a:p>
          <a:endParaRPr lang="en-IN"/>
        </a:p>
      </dgm:t>
    </dgm:pt>
    <dgm:pt modelId="{05778398-F4A7-42A4-9AD1-F507C5CCB7E6}">
      <dgm:prSet/>
      <dgm:spPr/>
      <dgm:t>
        <a:bodyPr/>
        <a:lstStyle/>
        <a:p>
          <a:pPr rtl="0"/>
          <a:r>
            <a:rPr lang="en-US" dirty="0" smtClean="0"/>
            <a:t>4. </a:t>
          </a:r>
          <a:r>
            <a:rPr lang="en-US" dirty="0" err="1" smtClean="0"/>
            <a:t>Unauthorised</a:t>
          </a:r>
          <a:r>
            <a:rPr lang="en-US" dirty="0" smtClean="0"/>
            <a:t> alteration of the terms of a written agreement </a:t>
          </a:r>
          <a:endParaRPr lang="en-IN" dirty="0"/>
        </a:p>
      </dgm:t>
    </dgm:pt>
    <dgm:pt modelId="{60B4FB83-5170-4392-ADFF-71F69224F6DE}" type="parTrans" cxnId="{EE29C0E8-367F-44FE-9BDD-E6357DDAA558}">
      <dgm:prSet/>
      <dgm:spPr/>
      <dgm:t>
        <a:bodyPr/>
        <a:lstStyle/>
        <a:p>
          <a:endParaRPr lang="en-IN"/>
        </a:p>
      </dgm:t>
    </dgm:pt>
    <dgm:pt modelId="{904E7041-1758-469A-B2AC-EE55BCD828DE}" type="sibTrans" cxnId="{EE29C0E8-367F-44FE-9BDD-E6357DDAA558}">
      <dgm:prSet/>
      <dgm:spPr/>
      <dgm:t>
        <a:bodyPr/>
        <a:lstStyle/>
        <a:p>
          <a:endParaRPr lang="en-IN"/>
        </a:p>
      </dgm:t>
    </dgm:pt>
    <dgm:pt modelId="{DABC5832-A4E5-40C4-ACD4-B157D52A58C1}">
      <dgm:prSet custT="1"/>
      <dgm:spPr/>
      <dgm:t>
        <a:bodyPr/>
        <a:lstStyle/>
        <a:p>
          <a:pPr algn="just" rtl="0"/>
          <a:r>
            <a:rPr lang="en-US" sz="1600" dirty="0" smtClean="0"/>
            <a:t>Where a party to a contract makes any material alteration in the contract without the consent of the other party, then the other party can avoid the contract.</a:t>
          </a:r>
          <a:endParaRPr lang="en-IN" sz="1600" dirty="0"/>
        </a:p>
      </dgm:t>
    </dgm:pt>
    <dgm:pt modelId="{21CC4BF6-A4A9-4999-A075-BFC5343DB5E3}" type="parTrans" cxnId="{C4CAD029-B798-4C47-843C-3188EC5BC26C}">
      <dgm:prSet/>
      <dgm:spPr/>
      <dgm:t>
        <a:bodyPr/>
        <a:lstStyle/>
        <a:p>
          <a:endParaRPr lang="en-IN"/>
        </a:p>
      </dgm:t>
    </dgm:pt>
    <dgm:pt modelId="{DF570A28-CCAB-4FE5-912F-B0DF94BB409C}" type="sibTrans" cxnId="{C4CAD029-B798-4C47-843C-3188EC5BC26C}">
      <dgm:prSet/>
      <dgm:spPr/>
      <dgm:t>
        <a:bodyPr/>
        <a:lstStyle/>
        <a:p>
          <a:endParaRPr lang="en-IN"/>
        </a:p>
      </dgm:t>
    </dgm:pt>
    <dgm:pt modelId="{B4A89346-5908-4B04-A9BB-41F5AA569E7D}">
      <dgm:prSet/>
      <dgm:spPr/>
      <dgm:t>
        <a:bodyPr/>
        <a:lstStyle/>
        <a:p>
          <a:pPr rtl="0"/>
          <a:r>
            <a:rPr lang="en-US" dirty="0" smtClean="0"/>
            <a:t>5. Rights and Liabilities becoming vested in the same person </a:t>
          </a:r>
          <a:endParaRPr lang="en-IN" dirty="0"/>
        </a:p>
      </dgm:t>
    </dgm:pt>
    <dgm:pt modelId="{42680D59-1030-428D-9D79-447E0D0E6ADB}" type="parTrans" cxnId="{B6A27EAC-D761-47F4-B7E4-A058976B3B31}">
      <dgm:prSet/>
      <dgm:spPr/>
      <dgm:t>
        <a:bodyPr/>
        <a:lstStyle/>
        <a:p>
          <a:endParaRPr lang="en-IN"/>
        </a:p>
      </dgm:t>
    </dgm:pt>
    <dgm:pt modelId="{01F5CD73-CC7A-421F-9A26-55C38E37759B}" type="sibTrans" cxnId="{B6A27EAC-D761-47F4-B7E4-A058976B3B31}">
      <dgm:prSet/>
      <dgm:spPr/>
      <dgm:t>
        <a:bodyPr/>
        <a:lstStyle/>
        <a:p>
          <a:endParaRPr lang="en-IN"/>
        </a:p>
      </dgm:t>
    </dgm:pt>
    <dgm:pt modelId="{E70B74A6-DC8C-402B-8113-20B691052CA4}">
      <dgm:prSet/>
      <dgm:spPr/>
      <dgm:t>
        <a:bodyPr/>
        <a:lstStyle/>
        <a:p>
          <a:pPr rtl="0"/>
          <a:r>
            <a:rPr lang="en-US" dirty="0" smtClean="0"/>
            <a:t>Where the rights and liabilities under a contract vest in the same person. This is done to avoid the circuitry of action.</a:t>
          </a:r>
          <a:endParaRPr lang="en-IN" dirty="0"/>
        </a:p>
      </dgm:t>
    </dgm:pt>
    <dgm:pt modelId="{518EA031-EF4E-4A9D-89EF-44D7207B8DE3}" type="parTrans" cxnId="{6B3FFE58-2E06-47C6-BFE5-383D35288981}">
      <dgm:prSet/>
      <dgm:spPr/>
      <dgm:t>
        <a:bodyPr/>
        <a:lstStyle/>
        <a:p>
          <a:endParaRPr lang="en-IN"/>
        </a:p>
      </dgm:t>
    </dgm:pt>
    <dgm:pt modelId="{829E0F4C-1342-4E8F-B3FC-E9592CC49730}" type="sibTrans" cxnId="{6B3FFE58-2E06-47C6-BFE5-383D35288981}">
      <dgm:prSet/>
      <dgm:spPr/>
      <dgm:t>
        <a:bodyPr/>
        <a:lstStyle/>
        <a:p>
          <a:endParaRPr lang="en-IN"/>
        </a:p>
      </dgm:t>
    </dgm:pt>
    <dgm:pt modelId="{1EE69258-6705-49FB-BCA3-46148192A9C1}" type="pres">
      <dgm:prSet presAssocID="{C1633068-3FD0-42EA-9DA0-D4A8C81CFDFE}" presName="Name0" presStyleCnt="0">
        <dgm:presLayoutVars>
          <dgm:dir/>
          <dgm:animLvl val="lvl"/>
          <dgm:resizeHandles val="exact"/>
        </dgm:presLayoutVars>
      </dgm:prSet>
      <dgm:spPr/>
      <dgm:t>
        <a:bodyPr/>
        <a:lstStyle/>
        <a:p>
          <a:endParaRPr lang="en-IN"/>
        </a:p>
      </dgm:t>
    </dgm:pt>
    <dgm:pt modelId="{A6AAD17B-E087-46AA-969D-34DB04A33DA9}" type="pres">
      <dgm:prSet presAssocID="{63FA118F-7428-41DD-80B3-3C42AEDDE06D}" presName="linNode" presStyleCnt="0"/>
      <dgm:spPr/>
    </dgm:pt>
    <dgm:pt modelId="{9C693D29-9C86-4F95-9734-69C2302D8073}" type="pres">
      <dgm:prSet presAssocID="{63FA118F-7428-41DD-80B3-3C42AEDDE06D}" presName="parentText" presStyleLbl="node1" presStyleIdx="0" presStyleCnt="5">
        <dgm:presLayoutVars>
          <dgm:chMax val="1"/>
          <dgm:bulletEnabled val="1"/>
        </dgm:presLayoutVars>
      </dgm:prSet>
      <dgm:spPr/>
      <dgm:t>
        <a:bodyPr/>
        <a:lstStyle/>
        <a:p>
          <a:endParaRPr lang="en-IN"/>
        </a:p>
      </dgm:t>
    </dgm:pt>
    <dgm:pt modelId="{C0E9CF0F-72FF-4E10-8C6E-B9EB980D45F7}" type="pres">
      <dgm:prSet presAssocID="{63FA118F-7428-41DD-80B3-3C42AEDDE06D}" presName="descendantText" presStyleLbl="alignAccFollowNode1" presStyleIdx="0" presStyleCnt="5">
        <dgm:presLayoutVars>
          <dgm:bulletEnabled val="1"/>
        </dgm:presLayoutVars>
      </dgm:prSet>
      <dgm:spPr/>
      <dgm:t>
        <a:bodyPr/>
        <a:lstStyle/>
        <a:p>
          <a:endParaRPr lang="en-IN"/>
        </a:p>
      </dgm:t>
    </dgm:pt>
    <dgm:pt modelId="{9401B801-D6B2-4938-B0FC-D52722192C89}" type="pres">
      <dgm:prSet presAssocID="{B788B00B-BA72-4E6A-B5A5-7058B0655184}" presName="sp" presStyleCnt="0"/>
      <dgm:spPr/>
    </dgm:pt>
    <dgm:pt modelId="{59819AD8-E0E2-4BED-92CD-B332A6083C88}" type="pres">
      <dgm:prSet presAssocID="{358BE864-903D-4533-BA3C-D3D4FA371E6B}" presName="linNode" presStyleCnt="0"/>
      <dgm:spPr/>
    </dgm:pt>
    <dgm:pt modelId="{AA1DFB0B-FD15-4A7C-8A19-98EBF55B44FD}" type="pres">
      <dgm:prSet presAssocID="{358BE864-903D-4533-BA3C-D3D4FA371E6B}" presName="parentText" presStyleLbl="node1" presStyleIdx="1" presStyleCnt="5">
        <dgm:presLayoutVars>
          <dgm:chMax val="1"/>
          <dgm:bulletEnabled val="1"/>
        </dgm:presLayoutVars>
      </dgm:prSet>
      <dgm:spPr/>
      <dgm:t>
        <a:bodyPr/>
        <a:lstStyle/>
        <a:p>
          <a:endParaRPr lang="en-IN"/>
        </a:p>
      </dgm:t>
    </dgm:pt>
    <dgm:pt modelId="{C6FC0EA8-E107-4B5B-AD6D-B778606AC2FF}" type="pres">
      <dgm:prSet presAssocID="{358BE864-903D-4533-BA3C-D3D4FA371E6B}" presName="descendantText" presStyleLbl="alignAccFollowNode1" presStyleIdx="1" presStyleCnt="5">
        <dgm:presLayoutVars>
          <dgm:bulletEnabled val="1"/>
        </dgm:presLayoutVars>
      </dgm:prSet>
      <dgm:spPr/>
      <dgm:t>
        <a:bodyPr/>
        <a:lstStyle/>
        <a:p>
          <a:endParaRPr lang="en-IN"/>
        </a:p>
      </dgm:t>
    </dgm:pt>
    <dgm:pt modelId="{BBDBEF4B-19DA-4DD0-81F1-E0125E115742}" type="pres">
      <dgm:prSet presAssocID="{7BE6BAEC-24DD-4BF1-8C61-960945023732}" presName="sp" presStyleCnt="0"/>
      <dgm:spPr/>
    </dgm:pt>
    <dgm:pt modelId="{8E88ACCA-E18A-4C25-8502-3E3F943705E5}" type="pres">
      <dgm:prSet presAssocID="{DBA6F43E-F384-4D38-9349-A7BC3F607BDF}" presName="linNode" presStyleCnt="0"/>
      <dgm:spPr/>
    </dgm:pt>
    <dgm:pt modelId="{46BA8C6B-18AD-4CC6-B669-8C08B7F31C70}" type="pres">
      <dgm:prSet presAssocID="{DBA6F43E-F384-4D38-9349-A7BC3F607BDF}" presName="parentText" presStyleLbl="node1" presStyleIdx="2" presStyleCnt="5">
        <dgm:presLayoutVars>
          <dgm:chMax val="1"/>
          <dgm:bulletEnabled val="1"/>
        </dgm:presLayoutVars>
      </dgm:prSet>
      <dgm:spPr/>
      <dgm:t>
        <a:bodyPr/>
        <a:lstStyle/>
        <a:p>
          <a:endParaRPr lang="en-IN"/>
        </a:p>
      </dgm:t>
    </dgm:pt>
    <dgm:pt modelId="{96B7B481-D138-47A8-9EC7-1B6A3A7C790B}" type="pres">
      <dgm:prSet presAssocID="{DBA6F43E-F384-4D38-9349-A7BC3F607BDF}" presName="descendantText" presStyleLbl="alignAccFollowNode1" presStyleIdx="2" presStyleCnt="5">
        <dgm:presLayoutVars>
          <dgm:bulletEnabled val="1"/>
        </dgm:presLayoutVars>
      </dgm:prSet>
      <dgm:spPr/>
      <dgm:t>
        <a:bodyPr/>
        <a:lstStyle/>
        <a:p>
          <a:endParaRPr lang="en-IN"/>
        </a:p>
      </dgm:t>
    </dgm:pt>
    <dgm:pt modelId="{8E897A66-BCB9-4EF9-9336-22E000FEF12A}" type="pres">
      <dgm:prSet presAssocID="{66BD983F-9503-44E5-ACDE-E87E98C97A71}" presName="sp" presStyleCnt="0"/>
      <dgm:spPr/>
    </dgm:pt>
    <dgm:pt modelId="{C80E39EA-244F-426A-B9F1-C839BA539E49}" type="pres">
      <dgm:prSet presAssocID="{05778398-F4A7-42A4-9AD1-F507C5CCB7E6}" presName="linNode" presStyleCnt="0"/>
      <dgm:spPr/>
    </dgm:pt>
    <dgm:pt modelId="{33CA0367-91F4-4FB8-A19C-778D80B5238F}" type="pres">
      <dgm:prSet presAssocID="{05778398-F4A7-42A4-9AD1-F507C5CCB7E6}" presName="parentText" presStyleLbl="node1" presStyleIdx="3" presStyleCnt="5">
        <dgm:presLayoutVars>
          <dgm:chMax val="1"/>
          <dgm:bulletEnabled val="1"/>
        </dgm:presLayoutVars>
      </dgm:prSet>
      <dgm:spPr/>
      <dgm:t>
        <a:bodyPr/>
        <a:lstStyle/>
        <a:p>
          <a:endParaRPr lang="en-IN"/>
        </a:p>
      </dgm:t>
    </dgm:pt>
    <dgm:pt modelId="{8EEA68A9-3489-4743-98C7-505746B05088}" type="pres">
      <dgm:prSet presAssocID="{05778398-F4A7-42A4-9AD1-F507C5CCB7E6}" presName="descendantText" presStyleLbl="alignAccFollowNode1" presStyleIdx="3" presStyleCnt="5">
        <dgm:presLayoutVars>
          <dgm:bulletEnabled val="1"/>
        </dgm:presLayoutVars>
      </dgm:prSet>
      <dgm:spPr/>
      <dgm:t>
        <a:bodyPr/>
        <a:lstStyle/>
        <a:p>
          <a:endParaRPr lang="en-IN"/>
        </a:p>
      </dgm:t>
    </dgm:pt>
    <dgm:pt modelId="{DACF5C9D-36A4-4790-9055-A218A63558FD}" type="pres">
      <dgm:prSet presAssocID="{904E7041-1758-469A-B2AC-EE55BCD828DE}" presName="sp" presStyleCnt="0"/>
      <dgm:spPr/>
    </dgm:pt>
    <dgm:pt modelId="{312AD930-612C-4EF1-877E-FD902B981856}" type="pres">
      <dgm:prSet presAssocID="{B4A89346-5908-4B04-A9BB-41F5AA569E7D}" presName="linNode" presStyleCnt="0"/>
      <dgm:spPr/>
    </dgm:pt>
    <dgm:pt modelId="{CCB91FB7-3BBA-491D-BD45-CE86D8AC1C7E}" type="pres">
      <dgm:prSet presAssocID="{B4A89346-5908-4B04-A9BB-41F5AA569E7D}" presName="parentText" presStyleLbl="node1" presStyleIdx="4" presStyleCnt="5">
        <dgm:presLayoutVars>
          <dgm:chMax val="1"/>
          <dgm:bulletEnabled val="1"/>
        </dgm:presLayoutVars>
      </dgm:prSet>
      <dgm:spPr/>
      <dgm:t>
        <a:bodyPr/>
        <a:lstStyle/>
        <a:p>
          <a:endParaRPr lang="en-IN"/>
        </a:p>
      </dgm:t>
    </dgm:pt>
    <dgm:pt modelId="{8E50E328-E96A-4D9B-8DD3-19FC1D359E82}" type="pres">
      <dgm:prSet presAssocID="{B4A89346-5908-4B04-A9BB-41F5AA569E7D}" presName="descendantText" presStyleLbl="alignAccFollowNode1" presStyleIdx="4" presStyleCnt="5">
        <dgm:presLayoutVars>
          <dgm:bulletEnabled val="1"/>
        </dgm:presLayoutVars>
      </dgm:prSet>
      <dgm:spPr/>
      <dgm:t>
        <a:bodyPr/>
        <a:lstStyle/>
        <a:p>
          <a:endParaRPr lang="en-IN"/>
        </a:p>
      </dgm:t>
    </dgm:pt>
  </dgm:ptLst>
  <dgm:cxnLst>
    <dgm:cxn modelId="{426EB1CA-C688-4A54-82E1-B3F54A7B7A3E}" type="presOf" srcId="{5D306D09-62D9-4B6C-ACDA-0C3B3AD32E55}" destId="{C0E9CF0F-72FF-4E10-8C6E-B9EB980D45F7}" srcOrd="0" destOrd="0" presId="urn:microsoft.com/office/officeart/2005/8/layout/vList5"/>
    <dgm:cxn modelId="{D66D1A35-C12B-447D-B8B1-C47B6CA48F27}" type="presOf" srcId="{DBA6F43E-F384-4D38-9349-A7BC3F607BDF}" destId="{46BA8C6B-18AD-4CC6-B669-8C08B7F31C70}" srcOrd="0" destOrd="0" presId="urn:microsoft.com/office/officeart/2005/8/layout/vList5"/>
    <dgm:cxn modelId="{792FD43E-8263-4FC3-A644-9D7586163EAB}" type="presOf" srcId="{DABC5832-A4E5-40C4-ACD4-B157D52A58C1}" destId="{8EEA68A9-3489-4743-98C7-505746B05088}" srcOrd="0" destOrd="0" presId="urn:microsoft.com/office/officeart/2005/8/layout/vList5"/>
    <dgm:cxn modelId="{4CF84F19-825A-4F64-A98F-136B02844B90}" type="presOf" srcId="{05778398-F4A7-42A4-9AD1-F507C5CCB7E6}" destId="{33CA0367-91F4-4FB8-A19C-778D80B5238F}" srcOrd="0" destOrd="0" presId="urn:microsoft.com/office/officeart/2005/8/layout/vList5"/>
    <dgm:cxn modelId="{6B3FFE58-2E06-47C6-BFE5-383D35288981}" srcId="{B4A89346-5908-4B04-A9BB-41F5AA569E7D}" destId="{E70B74A6-DC8C-402B-8113-20B691052CA4}" srcOrd="0" destOrd="0" parTransId="{518EA031-EF4E-4A9D-89EF-44D7207B8DE3}" sibTransId="{829E0F4C-1342-4E8F-B3FC-E9592CC49730}"/>
    <dgm:cxn modelId="{467BD255-803E-45A2-8EF1-D9D2A1BB822A}" type="presOf" srcId="{63FA118F-7428-41DD-80B3-3C42AEDDE06D}" destId="{9C693D29-9C86-4F95-9734-69C2302D8073}" srcOrd="0" destOrd="0" presId="urn:microsoft.com/office/officeart/2005/8/layout/vList5"/>
    <dgm:cxn modelId="{93F4F484-2A37-493F-8B54-B86C9E1DE0C0}" type="presOf" srcId="{E70B74A6-DC8C-402B-8113-20B691052CA4}" destId="{8E50E328-E96A-4D9B-8DD3-19FC1D359E82}" srcOrd="0" destOrd="0" presId="urn:microsoft.com/office/officeart/2005/8/layout/vList5"/>
    <dgm:cxn modelId="{EE29C0E8-367F-44FE-9BDD-E6357DDAA558}" srcId="{C1633068-3FD0-42EA-9DA0-D4A8C81CFDFE}" destId="{05778398-F4A7-42A4-9AD1-F507C5CCB7E6}" srcOrd="3" destOrd="0" parTransId="{60B4FB83-5170-4392-ADFF-71F69224F6DE}" sibTransId="{904E7041-1758-469A-B2AC-EE55BCD828DE}"/>
    <dgm:cxn modelId="{A10D2269-D1EE-41E4-97D4-7B5600665ED3}" type="presOf" srcId="{F4A14F94-D2C9-4ABB-9490-79BDCF930C1C}" destId="{C6FC0EA8-E107-4B5B-AD6D-B778606AC2FF}" srcOrd="0" destOrd="0" presId="urn:microsoft.com/office/officeart/2005/8/layout/vList5"/>
    <dgm:cxn modelId="{105419BA-506A-4CFD-A323-8CFBEC9CB0BB}" srcId="{C1633068-3FD0-42EA-9DA0-D4A8C81CFDFE}" destId="{DBA6F43E-F384-4D38-9349-A7BC3F607BDF}" srcOrd="2" destOrd="0" parTransId="{8A61DF77-81DA-47C2-BB70-36EC7FD2180A}" sibTransId="{66BD983F-9503-44E5-ACDE-E87E98C97A71}"/>
    <dgm:cxn modelId="{3E489845-BF7C-40A1-9B59-1107886C8907}" type="presOf" srcId="{107ED7D1-70B5-4283-A8AE-FE9744E419ED}" destId="{96B7B481-D138-47A8-9EC7-1B6A3A7C790B}" srcOrd="0" destOrd="0" presId="urn:microsoft.com/office/officeart/2005/8/layout/vList5"/>
    <dgm:cxn modelId="{B6A27EAC-D761-47F4-B7E4-A058976B3B31}" srcId="{C1633068-3FD0-42EA-9DA0-D4A8C81CFDFE}" destId="{B4A89346-5908-4B04-A9BB-41F5AA569E7D}" srcOrd="4" destOrd="0" parTransId="{42680D59-1030-428D-9D79-447E0D0E6ADB}" sibTransId="{01F5CD73-CC7A-421F-9A26-55C38E37759B}"/>
    <dgm:cxn modelId="{1A55D0D9-FDA3-4B3B-B675-7CFE725F1958}" type="presOf" srcId="{B4A89346-5908-4B04-A9BB-41F5AA569E7D}" destId="{CCB91FB7-3BBA-491D-BD45-CE86D8AC1C7E}" srcOrd="0" destOrd="0" presId="urn:microsoft.com/office/officeart/2005/8/layout/vList5"/>
    <dgm:cxn modelId="{4A4340AC-ED8E-4633-B9A8-1196DEE3FB6F}" srcId="{C1633068-3FD0-42EA-9DA0-D4A8C81CFDFE}" destId="{63FA118F-7428-41DD-80B3-3C42AEDDE06D}" srcOrd="0" destOrd="0" parTransId="{C722471E-D837-48F2-8EAC-DADA167E5F59}" sibTransId="{B788B00B-BA72-4E6A-B5A5-7058B0655184}"/>
    <dgm:cxn modelId="{F38B9C9F-2F1A-4C4D-819B-F07ED6F9309B}" srcId="{358BE864-903D-4533-BA3C-D3D4FA371E6B}" destId="{F4A14F94-D2C9-4ABB-9490-79BDCF930C1C}" srcOrd="0" destOrd="0" parTransId="{278BC25B-3963-4690-9559-8382377218ED}" sibTransId="{E8EEA12E-3528-4378-AE54-F2A0954F4DF3}"/>
    <dgm:cxn modelId="{CF37295D-8193-4D33-A0DC-97D95716AC12}" type="presOf" srcId="{358BE864-903D-4533-BA3C-D3D4FA371E6B}" destId="{AA1DFB0B-FD15-4A7C-8A19-98EBF55B44FD}" srcOrd="0" destOrd="0" presId="urn:microsoft.com/office/officeart/2005/8/layout/vList5"/>
    <dgm:cxn modelId="{EB0477C2-A36A-4D1F-A122-9A1F8FBB9996}" srcId="{C1633068-3FD0-42EA-9DA0-D4A8C81CFDFE}" destId="{358BE864-903D-4533-BA3C-D3D4FA371E6B}" srcOrd="1" destOrd="0" parTransId="{574DE42F-C822-4AAB-B03A-05746679CA3E}" sibTransId="{7BE6BAEC-24DD-4BF1-8C61-960945023732}"/>
    <dgm:cxn modelId="{23F14100-24A3-4786-9437-354273F19C24}" srcId="{DBA6F43E-F384-4D38-9349-A7BC3F607BDF}" destId="{107ED7D1-70B5-4283-A8AE-FE9744E419ED}" srcOrd="0" destOrd="0" parTransId="{EB9E3321-A3BB-4C55-8065-5C18B34CB873}" sibTransId="{FBB77F3D-25DB-41B5-A0A5-FB1BA2E849C8}"/>
    <dgm:cxn modelId="{5C7301B6-B4CB-4DE0-ACF9-E1821164D0B7}" type="presOf" srcId="{C1633068-3FD0-42EA-9DA0-D4A8C81CFDFE}" destId="{1EE69258-6705-49FB-BCA3-46148192A9C1}" srcOrd="0" destOrd="0" presId="urn:microsoft.com/office/officeart/2005/8/layout/vList5"/>
    <dgm:cxn modelId="{C4CAD029-B798-4C47-843C-3188EC5BC26C}" srcId="{05778398-F4A7-42A4-9AD1-F507C5CCB7E6}" destId="{DABC5832-A4E5-40C4-ACD4-B157D52A58C1}" srcOrd="0" destOrd="0" parTransId="{21CC4BF6-A4A9-4999-A075-BFC5343DB5E3}" sibTransId="{DF570A28-CCAB-4FE5-912F-B0DF94BB409C}"/>
    <dgm:cxn modelId="{8B99B773-74A7-41C3-9A0E-6BF043249C65}" srcId="{63FA118F-7428-41DD-80B3-3C42AEDDE06D}" destId="{5D306D09-62D9-4B6C-ACDA-0C3B3AD32E55}" srcOrd="0" destOrd="0" parTransId="{3CED6D7D-D92F-47AB-928C-F54F6773F68D}" sibTransId="{34985F61-582B-46C6-8C63-3A950DB6CB44}"/>
    <dgm:cxn modelId="{F6190A54-8FC0-4686-A02A-3F35823A6F4A}" type="presParOf" srcId="{1EE69258-6705-49FB-BCA3-46148192A9C1}" destId="{A6AAD17B-E087-46AA-969D-34DB04A33DA9}" srcOrd="0" destOrd="0" presId="urn:microsoft.com/office/officeart/2005/8/layout/vList5"/>
    <dgm:cxn modelId="{54E59734-D0F0-4CA4-BF11-DF6075252A22}" type="presParOf" srcId="{A6AAD17B-E087-46AA-969D-34DB04A33DA9}" destId="{9C693D29-9C86-4F95-9734-69C2302D8073}" srcOrd="0" destOrd="0" presId="urn:microsoft.com/office/officeart/2005/8/layout/vList5"/>
    <dgm:cxn modelId="{2961FEF5-753E-4A89-A3A3-CB7CB1038347}" type="presParOf" srcId="{A6AAD17B-E087-46AA-969D-34DB04A33DA9}" destId="{C0E9CF0F-72FF-4E10-8C6E-B9EB980D45F7}" srcOrd="1" destOrd="0" presId="urn:microsoft.com/office/officeart/2005/8/layout/vList5"/>
    <dgm:cxn modelId="{E780C8E9-58BA-4288-BFAC-7E5D4178C248}" type="presParOf" srcId="{1EE69258-6705-49FB-BCA3-46148192A9C1}" destId="{9401B801-D6B2-4938-B0FC-D52722192C89}" srcOrd="1" destOrd="0" presId="urn:microsoft.com/office/officeart/2005/8/layout/vList5"/>
    <dgm:cxn modelId="{A768778D-19DC-4FB7-AFD1-B46D5F8183C6}" type="presParOf" srcId="{1EE69258-6705-49FB-BCA3-46148192A9C1}" destId="{59819AD8-E0E2-4BED-92CD-B332A6083C88}" srcOrd="2" destOrd="0" presId="urn:microsoft.com/office/officeart/2005/8/layout/vList5"/>
    <dgm:cxn modelId="{B285EEBD-39E7-44C9-B863-EC8F5F5392CB}" type="presParOf" srcId="{59819AD8-E0E2-4BED-92CD-B332A6083C88}" destId="{AA1DFB0B-FD15-4A7C-8A19-98EBF55B44FD}" srcOrd="0" destOrd="0" presId="urn:microsoft.com/office/officeart/2005/8/layout/vList5"/>
    <dgm:cxn modelId="{443E1DAF-FCF0-4246-AD9D-535AB8CC43C1}" type="presParOf" srcId="{59819AD8-E0E2-4BED-92CD-B332A6083C88}" destId="{C6FC0EA8-E107-4B5B-AD6D-B778606AC2FF}" srcOrd="1" destOrd="0" presId="urn:microsoft.com/office/officeart/2005/8/layout/vList5"/>
    <dgm:cxn modelId="{D7EC1F6E-61F5-4DE5-A8A5-94938A593E45}" type="presParOf" srcId="{1EE69258-6705-49FB-BCA3-46148192A9C1}" destId="{BBDBEF4B-19DA-4DD0-81F1-E0125E115742}" srcOrd="3" destOrd="0" presId="urn:microsoft.com/office/officeart/2005/8/layout/vList5"/>
    <dgm:cxn modelId="{CC0BC3D8-C74A-4C5D-AB33-EE3C890701C0}" type="presParOf" srcId="{1EE69258-6705-49FB-BCA3-46148192A9C1}" destId="{8E88ACCA-E18A-4C25-8502-3E3F943705E5}" srcOrd="4" destOrd="0" presId="urn:microsoft.com/office/officeart/2005/8/layout/vList5"/>
    <dgm:cxn modelId="{60C4366A-5B10-4245-B5F2-CB74FC30F25C}" type="presParOf" srcId="{8E88ACCA-E18A-4C25-8502-3E3F943705E5}" destId="{46BA8C6B-18AD-4CC6-B669-8C08B7F31C70}" srcOrd="0" destOrd="0" presId="urn:microsoft.com/office/officeart/2005/8/layout/vList5"/>
    <dgm:cxn modelId="{9A6B5542-A7BD-4572-B9CE-DF01D46E00BA}" type="presParOf" srcId="{8E88ACCA-E18A-4C25-8502-3E3F943705E5}" destId="{96B7B481-D138-47A8-9EC7-1B6A3A7C790B}" srcOrd="1" destOrd="0" presId="urn:microsoft.com/office/officeart/2005/8/layout/vList5"/>
    <dgm:cxn modelId="{62322739-FAB3-4873-80ED-9D9A655F2E68}" type="presParOf" srcId="{1EE69258-6705-49FB-BCA3-46148192A9C1}" destId="{8E897A66-BCB9-4EF9-9336-22E000FEF12A}" srcOrd="5" destOrd="0" presId="urn:microsoft.com/office/officeart/2005/8/layout/vList5"/>
    <dgm:cxn modelId="{771A823C-B511-427C-A0B9-C3C0D9E7407F}" type="presParOf" srcId="{1EE69258-6705-49FB-BCA3-46148192A9C1}" destId="{C80E39EA-244F-426A-B9F1-C839BA539E49}" srcOrd="6" destOrd="0" presId="urn:microsoft.com/office/officeart/2005/8/layout/vList5"/>
    <dgm:cxn modelId="{DCBB0B05-E28D-48C4-9B66-E51A552AAA61}" type="presParOf" srcId="{C80E39EA-244F-426A-B9F1-C839BA539E49}" destId="{33CA0367-91F4-4FB8-A19C-778D80B5238F}" srcOrd="0" destOrd="0" presId="urn:microsoft.com/office/officeart/2005/8/layout/vList5"/>
    <dgm:cxn modelId="{52F2F241-16D9-41A6-956E-D6D7F3AC4DBB}" type="presParOf" srcId="{C80E39EA-244F-426A-B9F1-C839BA539E49}" destId="{8EEA68A9-3489-4743-98C7-505746B05088}" srcOrd="1" destOrd="0" presId="urn:microsoft.com/office/officeart/2005/8/layout/vList5"/>
    <dgm:cxn modelId="{E0ED400D-6D85-46D5-8D57-0E97E3DEB7EA}" type="presParOf" srcId="{1EE69258-6705-49FB-BCA3-46148192A9C1}" destId="{DACF5C9D-36A4-4790-9055-A218A63558FD}" srcOrd="7" destOrd="0" presId="urn:microsoft.com/office/officeart/2005/8/layout/vList5"/>
    <dgm:cxn modelId="{7F5EB8BB-913B-47AF-80BA-468386777837}" type="presParOf" srcId="{1EE69258-6705-49FB-BCA3-46148192A9C1}" destId="{312AD930-612C-4EF1-877E-FD902B981856}" srcOrd="8" destOrd="0" presId="urn:microsoft.com/office/officeart/2005/8/layout/vList5"/>
    <dgm:cxn modelId="{7786E917-4DBE-40EC-B531-1730FED0182C}" type="presParOf" srcId="{312AD930-612C-4EF1-877E-FD902B981856}" destId="{CCB91FB7-3BBA-491D-BD45-CE86D8AC1C7E}" srcOrd="0" destOrd="0" presId="urn:microsoft.com/office/officeart/2005/8/layout/vList5"/>
    <dgm:cxn modelId="{2C49B6A7-2084-41E8-8CFE-674F4C590232}" type="presParOf" srcId="{312AD930-612C-4EF1-877E-FD902B981856}" destId="{8E50E328-E96A-4D9B-8DD3-19FC1D359E8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612BD09B-4588-4380-829C-F5EBD35BCFEB}"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IN"/>
        </a:p>
      </dgm:t>
    </dgm:pt>
    <dgm:pt modelId="{C1DC690F-61C0-487B-86E0-B6FBBDA2386B}">
      <dgm:prSet/>
      <dgm:spPr/>
      <dgm:t>
        <a:bodyPr/>
        <a:lstStyle/>
        <a:p>
          <a:pPr rtl="0"/>
          <a:r>
            <a:rPr lang="en-US" smtClean="0"/>
            <a:t>Where there is a right, there is a remedy.</a:t>
          </a:r>
          <a:endParaRPr lang="en-IN"/>
        </a:p>
      </dgm:t>
    </dgm:pt>
    <dgm:pt modelId="{A33777E5-3D26-4A2B-B5F6-AA9C2C72123A}" type="parTrans" cxnId="{D22E4C76-7E52-4E57-8CF2-1D17905D109C}">
      <dgm:prSet/>
      <dgm:spPr/>
      <dgm:t>
        <a:bodyPr/>
        <a:lstStyle/>
        <a:p>
          <a:endParaRPr lang="en-IN"/>
        </a:p>
      </dgm:t>
    </dgm:pt>
    <dgm:pt modelId="{E940E428-4987-4BBE-9B3A-F89FDBAD26F7}" type="sibTrans" cxnId="{D22E4C76-7E52-4E57-8CF2-1D17905D109C}">
      <dgm:prSet/>
      <dgm:spPr/>
      <dgm:t>
        <a:bodyPr/>
        <a:lstStyle/>
        <a:p>
          <a:endParaRPr lang="en-IN"/>
        </a:p>
      </dgm:t>
    </dgm:pt>
    <dgm:pt modelId="{188827E1-1D6B-48C2-9B9C-EDA4A541D2FB}">
      <dgm:prSet/>
      <dgm:spPr/>
      <dgm:t>
        <a:bodyPr/>
        <a:lstStyle/>
        <a:p>
          <a:pPr rtl="0"/>
          <a:r>
            <a:rPr lang="en-US" smtClean="0"/>
            <a:t>A remedy is the means given by law for the enforcement of a right. </a:t>
          </a:r>
          <a:endParaRPr lang="en-IN"/>
        </a:p>
      </dgm:t>
    </dgm:pt>
    <dgm:pt modelId="{9CA04C14-9738-4B29-BDAA-347C7F3F9AE8}" type="parTrans" cxnId="{CAC26AA9-523A-4D8F-8CF7-89D458EE419D}">
      <dgm:prSet/>
      <dgm:spPr/>
      <dgm:t>
        <a:bodyPr/>
        <a:lstStyle/>
        <a:p>
          <a:endParaRPr lang="en-IN"/>
        </a:p>
      </dgm:t>
    </dgm:pt>
    <dgm:pt modelId="{97F5013E-46A9-4F7C-AE04-E83BEEC084E7}" type="sibTrans" cxnId="{CAC26AA9-523A-4D8F-8CF7-89D458EE419D}">
      <dgm:prSet/>
      <dgm:spPr/>
      <dgm:t>
        <a:bodyPr/>
        <a:lstStyle/>
        <a:p>
          <a:endParaRPr lang="en-IN"/>
        </a:p>
      </dgm:t>
    </dgm:pt>
    <dgm:pt modelId="{C5F8BB68-94CA-4D23-8BC9-CE2AA8847B65}">
      <dgm:prSet/>
      <dgm:spPr/>
      <dgm:t>
        <a:bodyPr/>
        <a:lstStyle/>
        <a:p>
          <a:pPr algn="just" rtl="0"/>
          <a:r>
            <a:rPr lang="en-US" dirty="0" smtClean="0"/>
            <a:t>When a contract is broken, the injured party (that is, the party who is not in breach) has one or more of the following remedies:</a:t>
          </a:r>
          <a:endParaRPr lang="en-IN" dirty="0"/>
        </a:p>
      </dgm:t>
    </dgm:pt>
    <dgm:pt modelId="{94CE77D4-EF85-48E7-A37B-42D9560D7162}" type="parTrans" cxnId="{C52FC5E7-AAC3-4EB6-86E4-87DE26391146}">
      <dgm:prSet/>
      <dgm:spPr/>
      <dgm:t>
        <a:bodyPr/>
        <a:lstStyle/>
        <a:p>
          <a:endParaRPr lang="en-IN"/>
        </a:p>
      </dgm:t>
    </dgm:pt>
    <dgm:pt modelId="{8BCC603E-C2F0-474E-9B7C-0F26F2B8B672}" type="sibTrans" cxnId="{C52FC5E7-AAC3-4EB6-86E4-87DE26391146}">
      <dgm:prSet/>
      <dgm:spPr/>
      <dgm:t>
        <a:bodyPr/>
        <a:lstStyle/>
        <a:p>
          <a:endParaRPr lang="en-IN"/>
        </a:p>
      </dgm:t>
    </dgm:pt>
    <dgm:pt modelId="{5CD717B6-154D-43D1-907F-B4DE09D027AB}">
      <dgm:prSet/>
      <dgm:spPr/>
      <dgm:t>
        <a:bodyPr/>
        <a:lstStyle/>
        <a:p>
          <a:pPr rtl="0"/>
          <a:r>
            <a:rPr lang="en-US" dirty="0" smtClean="0">
              <a:effectLst>
                <a:outerShdw blurRad="38100" dist="38100" dir="2700000" algn="tl">
                  <a:srgbClr val="000000">
                    <a:alpha val="43137"/>
                  </a:srgbClr>
                </a:outerShdw>
              </a:effectLst>
            </a:rPr>
            <a:t>Rescission of the contract</a:t>
          </a:r>
          <a:endParaRPr lang="en-IN" dirty="0">
            <a:effectLst>
              <a:outerShdw blurRad="38100" dist="38100" dir="2700000" algn="tl">
                <a:srgbClr val="000000">
                  <a:alpha val="43137"/>
                </a:srgbClr>
              </a:outerShdw>
            </a:effectLst>
          </a:endParaRPr>
        </a:p>
      </dgm:t>
    </dgm:pt>
    <dgm:pt modelId="{99774AA9-D33B-4AC7-98EB-ECC2A04BE727}" type="parTrans" cxnId="{23EAF071-063E-41F3-A7EC-49D383EE280B}">
      <dgm:prSet/>
      <dgm:spPr/>
      <dgm:t>
        <a:bodyPr/>
        <a:lstStyle/>
        <a:p>
          <a:endParaRPr lang="en-IN"/>
        </a:p>
      </dgm:t>
    </dgm:pt>
    <dgm:pt modelId="{1563594B-F5C0-42D3-95D1-766C6B888BBF}" type="sibTrans" cxnId="{23EAF071-063E-41F3-A7EC-49D383EE280B}">
      <dgm:prSet/>
      <dgm:spPr/>
      <dgm:t>
        <a:bodyPr/>
        <a:lstStyle/>
        <a:p>
          <a:endParaRPr lang="en-IN"/>
        </a:p>
      </dgm:t>
    </dgm:pt>
    <dgm:pt modelId="{B2F58F22-15F5-47C6-A7F6-0B6355E89756}">
      <dgm:prSet/>
      <dgm:spPr/>
      <dgm:t>
        <a:bodyPr/>
        <a:lstStyle/>
        <a:p>
          <a:pPr rtl="0"/>
          <a:r>
            <a:rPr lang="en-US" dirty="0" smtClean="0">
              <a:effectLst>
                <a:outerShdw blurRad="38100" dist="38100" dir="2700000" algn="tl">
                  <a:srgbClr val="000000">
                    <a:alpha val="43137"/>
                  </a:srgbClr>
                </a:outerShdw>
              </a:effectLst>
            </a:rPr>
            <a:t>Suit for Damages</a:t>
          </a:r>
          <a:endParaRPr lang="en-IN" dirty="0">
            <a:effectLst>
              <a:outerShdw blurRad="38100" dist="38100" dir="2700000" algn="tl">
                <a:srgbClr val="000000">
                  <a:alpha val="43137"/>
                </a:srgbClr>
              </a:outerShdw>
            </a:effectLst>
          </a:endParaRPr>
        </a:p>
      </dgm:t>
    </dgm:pt>
    <dgm:pt modelId="{EAC87015-6FDC-416C-AF8E-BE5828A0FCF3}" type="parTrans" cxnId="{5A468F4E-F82F-4E4C-B738-9F45F0CF7695}">
      <dgm:prSet/>
      <dgm:spPr/>
      <dgm:t>
        <a:bodyPr/>
        <a:lstStyle/>
        <a:p>
          <a:endParaRPr lang="en-IN"/>
        </a:p>
      </dgm:t>
    </dgm:pt>
    <dgm:pt modelId="{56FA1A52-B5AC-41EF-BF40-F006E616F0B2}" type="sibTrans" cxnId="{5A468F4E-F82F-4E4C-B738-9F45F0CF7695}">
      <dgm:prSet/>
      <dgm:spPr/>
      <dgm:t>
        <a:bodyPr/>
        <a:lstStyle/>
        <a:p>
          <a:endParaRPr lang="en-IN"/>
        </a:p>
      </dgm:t>
    </dgm:pt>
    <dgm:pt modelId="{B1DDD49D-5FEB-4ADD-B22D-4F81DD8F5E4B}">
      <dgm:prSet/>
      <dgm:spPr/>
      <dgm:t>
        <a:bodyPr/>
        <a:lstStyle/>
        <a:p>
          <a:pPr rtl="0"/>
          <a:r>
            <a:rPr lang="en-US" dirty="0" smtClean="0">
              <a:effectLst>
                <a:outerShdw blurRad="38100" dist="38100" dir="2700000" algn="tl">
                  <a:srgbClr val="000000">
                    <a:alpha val="43137"/>
                  </a:srgbClr>
                </a:outerShdw>
              </a:effectLst>
            </a:rPr>
            <a:t>Suit upon quantum merit</a:t>
          </a:r>
          <a:endParaRPr lang="en-IN" dirty="0">
            <a:effectLst>
              <a:outerShdw blurRad="38100" dist="38100" dir="2700000" algn="tl">
                <a:srgbClr val="000000">
                  <a:alpha val="43137"/>
                </a:srgbClr>
              </a:outerShdw>
            </a:effectLst>
          </a:endParaRPr>
        </a:p>
      </dgm:t>
    </dgm:pt>
    <dgm:pt modelId="{E2E21987-13F1-4D0E-94B7-C1A3B878E251}" type="parTrans" cxnId="{00ED054E-A6A4-47AC-B1D2-744A3E6A4B64}">
      <dgm:prSet/>
      <dgm:spPr/>
      <dgm:t>
        <a:bodyPr/>
        <a:lstStyle/>
        <a:p>
          <a:endParaRPr lang="en-IN"/>
        </a:p>
      </dgm:t>
    </dgm:pt>
    <dgm:pt modelId="{3B1E102F-1F66-4F69-A802-D8A71889169D}" type="sibTrans" cxnId="{00ED054E-A6A4-47AC-B1D2-744A3E6A4B64}">
      <dgm:prSet/>
      <dgm:spPr/>
      <dgm:t>
        <a:bodyPr/>
        <a:lstStyle/>
        <a:p>
          <a:endParaRPr lang="en-IN"/>
        </a:p>
      </dgm:t>
    </dgm:pt>
    <dgm:pt modelId="{98858E4D-87ED-4E77-ABC4-5497963EA2A8}">
      <dgm:prSet/>
      <dgm:spPr/>
      <dgm:t>
        <a:bodyPr/>
        <a:lstStyle/>
        <a:p>
          <a:pPr rtl="0"/>
          <a:r>
            <a:rPr lang="en-US" dirty="0" smtClean="0">
              <a:effectLst>
                <a:outerShdw blurRad="38100" dist="38100" dir="2700000" algn="tl">
                  <a:srgbClr val="000000">
                    <a:alpha val="43137"/>
                  </a:srgbClr>
                </a:outerShdw>
              </a:effectLst>
            </a:rPr>
            <a:t>Suit for specific performance of the contract</a:t>
          </a:r>
          <a:endParaRPr lang="en-IN" dirty="0">
            <a:effectLst>
              <a:outerShdw blurRad="38100" dist="38100" dir="2700000" algn="tl">
                <a:srgbClr val="000000">
                  <a:alpha val="43137"/>
                </a:srgbClr>
              </a:outerShdw>
            </a:effectLst>
          </a:endParaRPr>
        </a:p>
      </dgm:t>
    </dgm:pt>
    <dgm:pt modelId="{693CC0E0-1C39-4D8C-BD2C-CA5DAEFAFD07}" type="parTrans" cxnId="{9051FC93-4984-497D-A1C5-87745211B46C}">
      <dgm:prSet/>
      <dgm:spPr/>
      <dgm:t>
        <a:bodyPr/>
        <a:lstStyle/>
        <a:p>
          <a:endParaRPr lang="en-IN"/>
        </a:p>
      </dgm:t>
    </dgm:pt>
    <dgm:pt modelId="{A72963BE-5F75-45F4-9E93-FD00AAF82DAA}" type="sibTrans" cxnId="{9051FC93-4984-497D-A1C5-87745211B46C}">
      <dgm:prSet/>
      <dgm:spPr/>
      <dgm:t>
        <a:bodyPr/>
        <a:lstStyle/>
        <a:p>
          <a:endParaRPr lang="en-IN"/>
        </a:p>
      </dgm:t>
    </dgm:pt>
    <dgm:pt modelId="{A4C97561-163E-484F-8E39-79E36B804F06}">
      <dgm:prSet/>
      <dgm:spPr/>
      <dgm:t>
        <a:bodyPr/>
        <a:lstStyle/>
        <a:p>
          <a:pPr rtl="0"/>
          <a:r>
            <a:rPr lang="en-US" dirty="0" smtClean="0">
              <a:effectLst>
                <a:outerShdw blurRad="38100" dist="38100" dir="2700000" algn="tl">
                  <a:srgbClr val="000000">
                    <a:alpha val="43137"/>
                  </a:srgbClr>
                </a:outerShdw>
              </a:effectLst>
            </a:rPr>
            <a:t>Suit for Injunction</a:t>
          </a:r>
          <a:endParaRPr lang="en-IN" dirty="0">
            <a:effectLst>
              <a:outerShdw blurRad="38100" dist="38100" dir="2700000" algn="tl">
                <a:srgbClr val="000000">
                  <a:alpha val="43137"/>
                </a:srgbClr>
              </a:outerShdw>
            </a:effectLst>
          </a:endParaRPr>
        </a:p>
      </dgm:t>
    </dgm:pt>
    <dgm:pt modelId="{18EFDBD8-3534-4E86-96EA-15EF1D5C4938}" type="parTrans" cxnId="{F28BD89C-C7B1-47B7-803E-9FC34D5665FC}">
      <dgm:prSet/>
      <dgm:spPr/>
      <dgm:t>
        <a:bodyPr/>
        <a:lstStyle/>
        <a:p>
          <a:endParaRPr lang="en-IN"/>
        </a:p>
      </dgm:t>
    </dgm:pt>
    <dgm:pt modelId="{40121F0D-F263-4A2D-9F10-FF4E4474ED31}" type="sibTrans" cxnId="{F28BD89C-C7B1-47B7-803E-9FC34D5665FC}">
      <dgm:prSet/>
      <dgm:spPr/>
      <dgm:t>
        <a:bodyPr/>
        <a:lstStyle/>
        <a:p>
          <a:endParaRPr lang="en-IN"/>
        </a:p>
      </dgm:t>
    </dgm:pt>
    <dgm:pt modelId="{2918627E-3172-4F04-8BC3-BAC9FBB1AF90}">
      <dgm:prSet/>
      <dgm:spPr/>
      <dgm:t>
        <a:bodyPr/>
        <a:lstStyle/>
        <a:p>
          <a:pPr rtl="0"/>
          <a:r>
            <a:rPr lang="en-US" dirty="0" smtClean="0">
              <a:effectLst>
                <a:outerShdw blurRad="38100" dist="38100" dir="2700000" algn="tl">
                  <a:srgbClr val="000000">
                    <a:alpha val="43137"/>
                  </a:srgbClr>
                </a:outerShdw>
              </a:effectLst>
            </a:rPr>
            <a:t>Rectification/Cancellation</a:t>
          </a:r>
          <a:endParaRPr lang="en-IN" dirty="0">
            <a:effectLst>
              <a:outerShdw blurRad="38100" dist="38100" dir="2700000" algn="tl">
                <a:srgbClr val="000000">
                  <a:alpha val="43137"/>
                </a:srgbClr>
              </a:outerShdw>
            </a:effectLst>
          </a:endParaRPr>
        </a:p>
      </dgm:t>
    </dgm:pt>
    <dgm:pt modelId="{FAAE6B45-E3F6-4522-8E10-D6FE1598545E}" type="parTrans" cxnId="{AF93A468-E3CB-49CA-835A-A823C9AA85B7}">
      <dgm:prSet/>
      <dgm:spPr/>
      <dgm:t>
        <a:bodyPr/>
        <a:lstStyle/>
        <a:p>
          <a:endParaRPr lang="en-IN"/>
        </a:p>
      </dgm:t>
    </dgm:pt>
    <dgm:pt modelId="{21D009D3-01A7-42ED-A689-CC145247D733}" type="sibTrans" cxnId="{AF93A468-E3CB-49CA-835A-A823C9AA85B7}">
      <dgm:prSet/>
      <dgm:spPr/>
      <dgm:t>
        <a:bodyPr/>
        <a:lstStyle/>
        <a:p>
          <a:endParaRPr lang="en-IN"/>
        </a:p>
      </dgm:t>
    </dgm:pt>
    <dgm:pt modelId="{3CDFAEAD-0B3E-4A2C-917B-FC8B5207B510}" type="pres">
      <dgm:prSet presAssocID="{612BD09B-4588-4380-829C-F5EBD35BCFEB}" presName="linear" presStyleCnt="0">
        <dgm:presLayoutVars>
          <dgm:animLvl val="lvl"/>
          <dgm:resizeHandles val="exact"/>
        </dgm:presLayoutVars>
      </dgm:prSet>
      <dgm:spPr/>
      <dgm:t>
        <a:bodyPr/>
        <a:lstStyle/>
        <a:p>
          <a:endParaRPr lang="en-IN"/>
        </a:p>
      </dgm:t>
    </dgm:pt>
    <dgm:pt modelId="{11E0736A-CB06-4050-B221-E02D4D178AEE}" type="pres">
      <dgm:prSet presAssocID="{C1DC690F-61C0-487B-86E0-B6FBBDA2386B}" presName="parentText" presStyleLbl="node1" presStyleIdx="0" presStyleCnt="3">
        <dgm:presLayoutVars>
          <dgm:chMax val="0"/>
          <dgm:bulletEnabled val="1"/>
        </dgm:presLayoutVars>
      </dgm:prSet>
      <dgm:spPr/>
      <dgm:t>
        <a:bodyPr/>
        <a:lstStyle/>
        <a:p>
          <a:endParaRPr lang="en-IN"/>
        </a:p>
      </dgm:t>
    </dgm:pt>
    <dgm:pt modelId="{0402B68F-5370-4DD3-8218-88B65AB393FF}" type="pres">
      <dgm:prSet presAssocID="{E940E428-4987-4BBE-9B3A-F89FDBAD26F7}" presName="spacer" presStyleCnt="0"/>
      <dgm:spPr/>
    </dgm:pt>
    <dgm:pt modelId="{FABCC051-FE3A-4610-8EF7-25390C835F46}" type="pres">
      <dgm:prSet presAssocID="{188827E1-1D6B-48C2-9B9C-EDA4A541D2FB}" presName="parentText" presStyleLbl="node1" presStyleIdx="1" presStyleCnt="3">
        <dgm:presLayoutVars>
          <dgm:chMax val="0"/>
          <dgm:bulletEnabled val="1"/>
        </dgm:presLayoutVars>
      </dgm:prSet>
      <dgm:spPr/>
      <dgm:t>
        <a:bodyPr/>
        <a:lstStyle/>
        <a:p>
          <a:endParaRPr lang="en-IN"/>
        </a:p>
      </dgm:t>
    </dgm:pt>
    <dgm:pt modelId="{A9834CE8-1B0F-4226-8172-51C04A953663}" type="pres">
      <dgm:prSet presAssocID="{97F5013E-46A9-4F7C-AE04-E83BEEC084E7}" presName="spacer" presStyleCnt="0"/>
      <dgm:spPr/>
    </dgm:pt>
    <dgm:pt modelId="{04350DFC-CA58-4EB7-AC23-3192AAF1F013}" type="pres">
      <dgm:prSet presAssocID="{C5F8BB68-94CA-4D23-8BC9-CE2AA8847B65}" presName="parentText" presStyleLbl="node1" presStyleIdx="2" presStyleCnt="3">
        <dgm:presLayoutVars>
          <dgm:chMax val="0"/>
          <dgm:bulletEnabled val="1"/>
        </dgm:presLayoutVars>
      </dgm:prSet>
      <dgm:spPr/>
      <dgm:t>
        <a:bodyPr/>
        <a:lstStyle/>
        <a:p>
          <a:endParaRPr lang="en-IN"/>
        </a:p>
      </dgm:t>
    </dgm:pt>
    <dgm:pt modelId="{065F5127-E626-4AD1-9780-46C775A43274}" type="pres">
      <dgm:prSet presAssocID="{C5F8BB68-94CA-4D23-8BC9-CE2AA8847B65}" presName="childText" presStyleLbl="revTx" presStyleIdx="0" presStyleCnt="1">
        <dgm:presLayoutVars>
          <dgm:bulletEnabled val="1"/>
        </dgm:presLayoutVars>
      </dgm:prSet>
      <dgm:spPr/>
      <dgm:t>
        <a:bodyPr/>
        <a:lstStyle/>
        <a:p>
          <a:endParaRPr lang="en-IN"/>
        </a:p>
      </dgm:t>
    </dgm:pt>
  </dgm:ptLst>
  <dgm:cxnLst>
    <dgm:cxn modelId="{32C85776-EEBF-436A-A18F-A36EB5E48642}" type="presOf" srcId="{B2F58F22-15F5-47C6-A7F6-0B6355E89756}" destId="{065F5127-E626-4AD1-9780-46C775A43274}" srcOrd="0" destOrd="1" presId="urn:microsoft.com/office/officeart/2005/8/layout/vList2"/>
    <dgm:cxn modelId="{CF520C95-E68A-4885-B97A-72784CBACB67}" type="presOf" srcId="{5CD717B6-154D-43D1-907F-B4DE09D027AB}" destId="{065F5127-E626-4AD1-9780-46C775A43274}" srcOrd="0" destOrd="0" presId="urn:microsoft.com/office/officeart/2005/8/layout/vList2"/>
    <dgm:cxn modelId="{10772909-260C-4354-BB8E-422254605F4B}" type="presOf" srcId="{A4C97561-163E-484F-8E39-79E36B804F06}" destId="{065F5127-E626-4AD1-9780-46C775A43274}" srcOrd="0" destOrd="4" presId="urn:microsoft.com/office/officeart/2005/8/layout/vList2"/>
    <dgm:cxn modelId="{D22E4C76-7E52-4E57-8CF2-1D17905D109C}" srcId="{612BD09B-4588-4380-829C-F5EBD35BCFEB}" destId="{C1DC690F-61C0-487B-86E0-B6FBBDA2386B}" srcOrd="0" destOrd="0" parTransId="{A33777E5-3D26-4A2B-B5F6-AA9C2C72123A}" sibTransId="{E940E428-4987-4BBE-9B3A-F89FDBAD26F7}"/>
    <dgm:cxn modelId="{109660A9-B32C-4BFD-9D26-B927688074CC}" type="presOf" srcId="{98858E4D-87ED-4E77-ABC4-5497963EA2A8}" destId="{065F5127-E626-4AD1-9780-46C775A43274}" srcOrd="0" destOrd="3" presId="urn:microsoft.com/office/officeart/2005/8/layout/vList2"/>
    <dgm:cxn modelId="{390087E5-DF90-4A31-A4E3-4D7032CCCF9D}" type="presOf" srcId="{B1DDD49D-5FEB-4ADD-B22D-4F81DD8F5E4B}" destId="{065F5127-E626-4AD1-9780-46C775A43274}" srcOrd="0" destOrd="2" presId="urn:microsoft.com/office/officeart/2005/8/layout/vList2"/>
    <dgm:cxn modelId="{9051FC93-4984-497D-A1C5-87745211B46C}" srcId="{C5F8BB68-94CA-4D23-8BC9-CE2AA8847B65}" destId="{98858E4D-87ED-4E77-ABC4-5497963EA2A8}" srcOrd="3" destOrd="0" parTransId="{693CC0E0-1C39-4D8C-BD2C-CA5DAEFAFD07}" sibTransId="{A72963BE-5F75-45F4-9E93-FD00AAF82DAA}"/>
    <dgm:cxn modelId="{CAC26AA9-523A-4D8F-8CF7-89D458EE419D}" srcId="{612BD09B-4588-4380-829C-F5EBD35BCFEB}" destId="{188827E1-1D6B-48C2-9B9C-EDA4A541D2FB}" srcOrd="1" destOrd="0" parTransId="{9CA04C14-9738-4B29-BDAA-347C7F3F9AE8}" sibTransId="{97F5013E-46A9-4F7C-AE04-E83BEEC084E7}"/>
    <dgm:cxn modelId="{D24A7860-7AE7-44CE-97B9-76683700CAB1}" type="presOf" srcId="{612BD09B-4588-4380-829C-F5EBD35BCFEB}" destId="{3CDFAEAD-0B3E-4A2C-917B-FC8B5207B510}" srcOrd="0" destOrd="0" presId="urn:microsoft.com/office/officeart/2005/8/layout/vList2"/>
    <dgm:cxn modelId="{F28BD89C-C7B1-47B7-803E-9FC34D5665FC}" srcId="{C5F8BB68-94CA-4D23-8BC9-CE2AA8847B65}" destId="{A4C97561-163E-484F-8E39-79E36B804F06}" srcOrd="4" destOrd="0" parTransId="{18EFDBD8-3534-4E86-96EA-15EF1D5C4938}" sibTransId="{40121F0D-F263-4A2D-9F10-FF4E4474ED31}"/>
    <dgm:cxn modelId="{1DD917FA-E68F-4915-AE07-5998CB25265B}" type="presOf" srcId="{C1DC690F-61C0-487B-86E0-B6FBBDA2386B}" destId="{11E0736A-CB06-4050-B221-E02D4D178AEE}" srcOrd="0" destOrd="0" presId="urn:microsoft.com/office/officeart/2005/8/layout/vList2"/>
    <dgm:cxn modelId="{504E4695-4C4E-4E51-B28A-D11CCF85ED37}" type="presOf" srcId="{188827E1-1D6B-48C2-9B9C-EDA4A541D2FB}" destId="{FABCC051-FE3A-4610-8EF7-25390C835F46}" srcOrd="0" destOrd="0" presId="urn:microsoft.com/office/officeart/2005/8/layout/vList2"/>
    <dgm:cxn modelId="{00ED054E-A6A4-47AC-B1D2-744A3E6A4B64}" srcId="{C5F8BB68-94CA-4D23-8BC9-CE2AA8847B65}" destId="{B1DDD49D-5FEB-4ADD-B22D-4F81DD8F5E4B}" srcOrd="2" destOrd="0" parTransId="{E2E21987-13F1-4D0E-94B7-C1A3B878E251}" sibTransId="{3B1E102F-1F66-4F69-A802-D8A71889169D}"/>
    <dgm:cxn modelId="{23EAF071-063E-41F3-A7EC-49D383EE280B}" srcId="{C5F8BB68-94CA-4D23-8BC9-CE2AA8847B65}" destId="{5CD717B6-154D-43D1-907F-B4DE09D027AB}" srcOrd="0" destOrd="0" parTransId="{99774AA9-D33B-4AC7-98EB-ECC2A04BE727}" sibTransId="{1563594B-F5C0-42D3-95D1-766C6B888BBF}"/>
    <dgm:cxn modelId="{AF93A468-E3CB-49CA-835A-A823C9AA85B7}" srcId="{C5F8BB68-94CA-4D23-8BC9-CE2AA8847B65}" destId="{2918627E-3172-4F04-8BC3-BAC9FBB1AF90}" srcOrd="5" destOrd="0" parTransId="{FAAE6B45-E3F6-4522-8E10-D6FE1598545E}" sibTransId="{21D009D3-01A7-42ED-A689-CC145247D733}"/>
    <dgm:cxn modelId="{C52FC5E7-AAC3-4EB6-86E4-87DE26391146}" srcId="{612BD09B-4588-4380-829C-F5EBD35BCFEB}" destId="{C5F8BB68-94CA-4D23-8BC9-CE2AA8847B65}" srcOrd="2" destOrd="0" parTransId="{94CE77D4-EF85-48E7-A37B-42D9560D7162}" sibTransId="{8BCC603E-C2F0-474E-9B7C-0F26F2B8B672}"/>
    <dgm:cxn modelId="{5A468F4E-F82F-4E4C-B738-9F45F0CF7695}" srcId="{C5F8BB68-94CA-4D23-8BC9-CE2AA8847B65}" destId="{B2F58F22-15F5-47C6-A7F6-0B6355E89756}" srcOrd="1" destOrd="0" parTransId="{EAC87015-6FDC-416C-AF8E-BE5828A0FCF3}" sibTransId="{56FA1A52-B5AC-41EF-BF40-F006E616F0B2}"/>
    <dgm:cxn modelId="{F07858C3-8830-4A66-AFA8-D45ACDC30214}" type="presOf" srcId="{C5F8BB68-94CA-4D23-8BC9-CE2AA8847B65}" destId="{04350DFC-CA58-4EB7-AC23-3192AAF1F013}" srcOrd="0" destOrd="0" presId="urn:microsoft.com/office/officeart/2005/8/layout/vList2"/>
    <dgm:cxn modelId="{D3BC7B3F-4A91-43EB-87BD-D43A4619E62B}" type="presOf" srcId="{2918627E-3172-4F04-8BC3-BAC9FBB1AF90}" destId="{065F5127-E626-4AD1-9780-46C775A43274}" srcOrd="0" destOrd="5" presId="urn:microsoft.com/office/officeart/2005/8/layout/vList2"/>
    <dgm:cxn modelId="{69198072-4F40-4F23-BDC6-1B05B2929F1D}" type="presParOf" srcId="{3CDFAEAD-0B3E-4A2C-917B-FC8B5207B510}" destId="{11E0736A-CB06-4050-B221-E02D4D178AEE}" srcOrd="0" destOrd="0" presId="urn:microsoft.com/office/officeart/2005/8/layout/vList2"/>
    <dgm:cxn modelId="{BD332C8B-CAF8-44C0-837E-AE7B23FB5A2B}" type="presParOf" srcId="{3CDFAEAD-0B3E-4A2C-917B-FC8B5207B510}" destId="{0402B68F-5370-4DD3-8218-88B65AB393FF}" srcOrd="1" destOrd="0" presId="urn:microsoft.com/office/officeart/2005/8/layout/vList2"/>
    <dgm:cxn modelId="{AC3BCC55-385E-4A3D-95BD-6CD8D3AEF85F}" type="presParOf" srcId="{3CDFAEAD-0B3E-4A2C-917B-FC8B5207B510}" destId="{FABCC051-FE3A-4610-8EF7-25390C835F46}" srcOrd="2" destOrd="0" presId="urn:microsoft.com/office/officeart/2005/8/layout/vList2"/>
    <dgm:cxn modelId="{9A3B22FB-ABA2-4558-919D-A7F162E0CAA8}" type="presParOf" srcId="{3CDFAEAD-0B3E-4A2C-917B-FC8B5207B510}" destId="{A9834CE8-1B0F-4226-8172-51C04A953663}" srcOrd="3" destOrd="0" presId="urn:microsoft.com/office/officeart/2005/8/layout/vList2"/>
    <dgm:cxn modelId="{3D7606EC-31AE-496F-8D25-2DD595573BA8}" type="presParOf" srcId="{3CDFAEAD-0B3E-4A2C-917B-FC8B5207B510}" destId="{04350DFC-CA58-4EB7-AC23-3192AAF1F013}" srcOrd="4" destOrd="0" presId="urn:microsoft.com/office/officeart/2005/8/layout/vList2"/>
    <dgm:cxn modelId="{C6D1E2CE-63C0-4B15-AA85-0750F2219407}" type="presParOf" srcId="{3CDFAEAD-0B3E-4A2C-917B-FC8B5207B510}" destId="{065F5127-E626-4AD1-9780-46C775A4327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7EE357-B366-4A89-8047-A86B16FC5B5C}">
      <dsp:nvSpPr>
        <dsp:cNvPr id="0" name=""/>
        <dsp:cNvSpPr/>
      </dsp:nvSpPr>
      <dsp:spPr>
        <a:xfrm>
          <a:off x="-70443" y="0"/>
          <a:ext cx="4525963" cy="4525963"/>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158CBC-E3A9-426E-A983-0E39DEAAFFBE}">
      <dsp:nvSpPr>
        <dsp:cNvPr id="0" name=""/>
        <dsp:cNvSpPr/>
      </dsp:nvSpPr>
      <dsp:spPr>
        <a:xfrm>
          <a:off x="2192538" y="0"/>
          <a:ext cx="5966618" cy="4525963"/>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kern="1200" dirty="0" smtClean="0"/>
            <a:t>Section 10: In order to become a contract, an agreement must fulfill the following considerations/conditions </a:t>
          </a:r>
          <a:r>
            <a:rPr lang="en-US" sz="2000" kern="1200" dirty="0" smtClean="0">
              <a:sym typeface="Wingdings"/>
            </a:rPr>
            <a:t></a:t>
          </a:r>
          <a:endParaRPr lang="en-IN" sz="2000" kern="1200" dirty="0"/>
        </a:p>
      </dsp:txBody>
      <dsp:txXfrm>
        <a:off x="2192538" y="0"/>
        <a:ext cx="2983309" cy="4525963"/>
      </dsp:txXfrm>
    </dsp:sp>
    <dsp:sp modelId="{208AC997-A37D-4388-B1EC-5F59A2DC91B6}">
      <dsp:nvSpPr>
        <dsp:cNvPr id="0" name=""/>
        <dsp:cNvSpPr/>
      </dsp:nvSpPr>
      <dsp:spPr>
        <a:xfrm>
          <a:off x="5034960" y="0"/>
          <a:ext cx="3265082" cy="452596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171450" lvl="1" indent="-171450" algn="l" defTabSz="844550" rtl="0">
            <a:lnSpc>
              <a:spcPct val="90000"/>
            </a:lnSpc>
            <a:spcBef>
              <a:spcPct val="0"/>
            </a:spcBef>
            <a:spcAft>
              <a:spcPct val="15000"/>
            </a:spcAft>
            <a:buChar char="••"/>
          </a:pPr>
          <a:r>
            <a:rPr lang="en-US" sz="1900" b="1" kern="1200" smtClean="0"/>
            <a:t>Offer and Acceptance</a:t>
          </a:r>
          <a:endParaRPr lang="en-IN" sz="1900" kern="1200"/>
        </a:p>
        <a:p>
          <a:pPr marL="171450" lvl="1" indent="-171450" algn="l" defTabSz="844550" rtl="0">
            <a:lnSpc>
              <a:spcPct val="90000"/>
            </a:lnSpc>
            <a:spcBef>
              <a:spcPct val="0"/>
            </a:spcBef>
            <a:spcAft>
              <a:spcPct val="15000"/>
            </a:spcAft>
            <a:buChar char="••"/>
          </a:pPr>
          <a:r>
            <a:rPr lang="en-US" sz="1900" b="1" kern="1200" dirty="0" smtClean="0"/>
            <a:t>Intention to create legal relationship (Balfour Vs Balfour)</a:t>
          </a:r>
          <a:endParaRPr lang="en-IN" sz="1900" kern="1200" dirty="0"/>
        </a:p>
        <a:p>
          <a:pPr marL="171450" lvl="1" indent="-171450" algn="l" defTabSz="844550" rtl="0">
            <a:lnSpc>
              <a:spcPct val="90000"/>
            </a:lnSpc>
            <a:spcBef>
              <a:spcPct val="0"/>
            </a:spcBef>
            <a:spcAft>
              <a:spcPct val="15000"/>
            </a:spcAft>
            <a:buChar char="••"/>
          </a:pPr>
          <a:r>
            <a:rPr lang="en-US" sz="1900" b="1" kern="1200" dirty="0" smtClean="0"/>
            <a:t>Lawful Consideration</a:t>
          </a:r>
          <a:endParaRPr lang="en-IN" sz="1900" kern="1200" dirty="0"/>
        </a:p>
        <a:p>
          <a:pPr marL="171450" lvl="1" indent="-171450" algn="l" defTabSz="844550" rtl="0">
            <a:lnSpc>
              <a:spcPct val="90000"/>
            </a:lnSpc>
            <a:spcBef>
              <a:spcPct val="0"/>
            </a:spcBef>
            <a:spcAft>
              <a:spcPct val="15000"/>
            </a:spcAft>
            <a:buChar char="••"/>
          </a:pPr>
          <a:r>
            <a:rPr lang="en-US" sz="1900" b="1" kern="1200" dirty="0" smtClean="0"/>
            <a:t>Capacity of the Parties</a:t>
          </a:r>
          <a:endParaRPr lang="en-IN" sz="1900" kern="1200" dirty="0"/>
        </a:p>
        <a:p>
          <a:pPr marL="171450" lvl="1" indent="-171450" algn="l" defTabSz="844550" rtl="0">
            <a:lnSpc>
              <a:spcPct val="90000"/>
            </a:lnSpc>
            <a:spcBef>
              <a:spcPct val="0"/>
            </a:spcBef>
            <a:spcAft>
              <a:spcPct val="15000"/>
            </a:spcAft>
            <a:buChar char="••"/>
          </a:pPr>
          <a:r>
            <a:rPr lang="en-US" sz="1900" b="1" kern="1200" dirty="0" smtClean="0"/>
            <a:t>Free and Genuine Consent (Consensus ad idem)</a:t>
          </a:r>
          <a:endParaRPr lang="en-IN" sz="1900" kern="1200" dirty="0"/>
        </a:p>
        <a:p>
          <a:pPr marL="171450" lvl="1" indent="-171450" algn="l" defTabSz="844550" rtl="0">
            <a:lnSpc>
              <a:spcPct val="90000"/>
            </a:lnSpc>
            <a:spcBef>
              <a:spcPct val="0"/>
            </a:spcBef>
            <a:spcAft>
              <a:spcPct val="15000"/>
            </a:spcAft>
            <a:buChar char="••"/>
          </a:pPr>
          <a:r>
            <a:rPr lang="en-US" sz="1900" b="1" kern="1200" smtClean="0"/>
            <a:t>Lawful Object</a:t>
          </a:r>
          <a:endParaRPr lang="en-IN" sz="1900" kern="1200"/>
        </a:p>
        <a:p>
          <a:pPr marL="171450" lvl="1" indent="-171450" algn="l" defTabSz="844550" rtl="0">
            <a:lnSpc>
              <a:spcPct val="90000"/>
            </a:lnSpc>
            <a:spcBef>
              <a:spcPct val="0"/>
            </a:spcBef>
            <a:spcAft>
              <a:spcPct val="15000"/>
            </a:spcAft>
            <a:buChar char="••"/>
          </a:pPr>
          <a:r>
            <a:rPr lang="en-US" sz="1900" b="1" kern="1200" smtClean="0"/>
            <a:t>Agreement not Declared Void</a:t>
          </a:r>
          <a:endParaRPr lang="en-IN" sz="1900" kern="1200"/>
        </a:p>
        <a:p>
          <a:pPr marL="171450" lvl="1" indent="-171450" algn="l" defTabSz="844550" rtl="0">
            <a:lnSpc>
              <a:spcPct val="90000"/>
            </a:lnSpc>
            <a:spcBef>
              <a:spcPct val="0"/>
            </a:spcBef>
            <a:spcAft>
              <a:spcPct val="15000"/>
            </a:spcAft>
            <a:buChar char="••"/>
          </a:pPr>
          <a:r>
            <a:rPr lang="en-US" sz="1900" b="1" kern="1200" smtClean="0"/>
            <a:t>Certainty and Possibility of Performance</a:t>
          </a:r>
          <a:endParaRPr lang="en-IN" sz="1900" kern="1200"/>
        </a:p>
        <a:p>
          <a:pPr marL="171450" lvl="1" indent="-171450" algn="l" defTabSz="844550" rtl="0">
            <a:lnSpc>
              <a:spcPct val="90000"/>
            </a:lnSpc>
            <a:spcBef>
              <a:spcPct val="0"/>
            </a:spcBef>
            <a:spcAft>
              <a:spcPct val="15000"/>
            </a:spcAft>
            <a:buChar char="••"/>
          </a:pPr>
          <a:r>
            <a:rPr lang="en-US" sz="1900" b="1" kern="1200" smtClean="0"/>
            <a:t>Legal Formalities</a:t>
          </a:r>
          <a:endParaRPr lang="en-IN" sz="1900" kern="1200"/>
        </a:p>
      </dsp:txBody>
      <dsp:txXfrm>
        <a:off x="5034960" y="0"/>
        <a:ext cx="3265082" cy="45259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202197-54C8-4F41-A1AD-6A312BE28915}">
      <dsp:nvSpPr>
        <dsp:cNvPr id="0" name=""/>
        <dsp:cNvSpPr/>
      </dsp:nvSpPr>
      <dsp:spPr>
        <a:xfrm>
          <a:off x="1752597" y="1524"/>
          <a:ext cx="124770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38100" tIns="25400" rIns="38100" bIns="25400" numCol="1" spcCol="1270" anchor="ctr" anchorCtr="0">
          <a:noAutofit/>
        </a:bodyPr>
        <a:lstStyle/>
        <a:p>
          <a:pPr lvl="0" algn="ctr" defTabSz="889000" rtl="0">
            <a:lnSpc>
              <a:spcPct val="90000"/>
            </a:lnSpc>
            <a:spcBef>
              <a:spcPct val="0"/>
            </a:spcBef>
            <a:spcAft>
              <a:spcPct val="35000"/>
            </a:spcAft>
          </a:pPr>
          <a:r>
            <a:rPr lang="en-IN" sz="2000" b="1" kern="1200" dirty="0" smtClean="0"/>
            <a:t>Validity</a:t>
          </a:r>
          <a:endParaRPr lang="en-IN" sz="2000" b="1" kern="1200" dirty="0"/>
        </a:p>
      </dsp:txBody>
      <dsp:txXfrm>
        <a:off x="1770869" y="19796"/>
        <a:ext cx="1211156" cy="587306"/>
      </dsp:txXfrm>
    </dsp:sp>
    <dsp:sp modelId="{70A311A2-E9F5-4795-9570-93CDE800AD09}">
      <dsp:nvSpPr>
        <dsp:cNvPr id="0" name=""/>
        <dsp:cNvSpPr/>
      </dsp:nvSpPr>
      <dsp:spPr>
        <a:xfrm>
          <a:off x="1877367" y="625374"/>
          <a:ext cx="124770" cy="467887"/>
        </a:xfrm>
        <a:custGeom>
          <a:avLst/>
          <a:gdLst/>
          <a:ahLst/>
          <a:cxnLst/>
          <a:rect l="0" t="0" r="0" b="0"/>
          <a:pathLst>
            <a:path>
              <a:moveTo>
                <a:pt x="0" y="0"/>
              </a:moveTo>
              <a:lnTo>
                <a:pt x="0" y="467887"/>
              </a:lnTo>
              <a:lnTo>
                <a:pt x="124770" y="467887"/>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E9DB35AB-BF8F-4F5B-8E98-1BFA7A221D38}">
      <dsp:nvSpPr>
        <dsp:cNvPr id="0" name=""/>
        <dsp:cNvSpPr/>
      </dsp:nvSpPr>
      <dsp:spPr>
        <a:xfrm>
          <a:off x="2002137" y="781337"/>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dirty="0" smtClean="0"/>
            <a:t>Valid</a:t>
          </a:r>
          <a:endParaRPr lang="en-IN" sz="1100" b="1" kern="1200" dirty="0"/>
        </a:p>
      </dsp:txBody>
      <dsp:txXfrm>
        <a:off x="2020409" y="799609"/>
        <a:ext cx="961616" cy="587306"/>
      </dsp:txXfrm>
    </dsp:sp>
    <dsp:sp modelId="{BD388996-DFC6-4100-A951-08C8875C6510}">
      <dsp:nvSpPr>
        <dsp:cNvPr id="0" name=""/>
        <dsp:cNvSpPr/>
      </dsp:nvSpPr>
      <dsp:spPr>
        <a:xfrm>
          <a:off x="1877367" y="625374"/>
          <a:ext cx="124770" cy="1247700"/>
        </a:xfrm>
        <a:custGeom>
          <a:avLst/>
          <a:gdLst/>
          <a:ahLst/>
          <a:cxnLst/>
          <a:rect l="0" t="0" r="0" b="0"/>
          <a:pathLst>
            <a:path>
              <a:moveTo>
                <a:pt x="0" y="0"/>
              </a:moveTo>
              <a:lnTo>
                <a:pt x="0" y="1247700"/>
              </a:lnTo>
              <a:lnTo>
                <a:pt x="124770" y="1247700"/>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67E6E331-D83C-4A8B-B8D5-D4A2744960A4}">
      <dsp:nvSpPr>
        <dsp:cNvPr id="0" name=""/>
        <dsp:cNvSpPr/>
      </dsp:nvSpPr>
      <dsp:spPr>
        <a:xfrm>
          <a:off x="2002137" y="1561149"/>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Voidable</a:t>
          </a:r>
          <a:endParaRPr lang="en-IN" sz="1100" b="1" kern="1200"/>
        </a:p>
      </dsp:txBody>
      <dsp:txXfrm>
        <a:off x="2020409" y="1579421"/>
        <a:ext cx="961616" cy="587306"/>
      </dsp:txXfrm>
    </dsp:sp>
    <dsp:sp modelId="{3466DE01-CCA4-455A-ABF7-0ED57E6A65DA}">
      <dsp:nvSpPr>
        <dsp:cNvPr id="0" name=""/>
        <dsp:cNvSpPr/>
      </dsp:nvSpPr>
      <dsp:spPr>
        <a:xfrm>
          <a:off x="1877367" y="625374"/>
          <a:ext cx="124770" cy="2027513"/>
        </a:xfrm>
        <a:custGeom>
          <a:avLst/>
          <a:gdLst/>
          <a:ahLst/>
          <a:cxnLst/>
          <a:rect l="0" t="0" r="0" b="0"/>
          <a:pathLst>
            <a:path>
              <a:moveTo>
                <a:pt x="0" y="0"/>
              </a:moveTo>
              <a:lnTo>
                <a:pt x="0" y="2027513"/>
              </a:lnTo>
              <a:lnTo>
                <a:pt x="124770" y="2027513"/>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3A04D294-52BB-4DE1-BF94-4E12C6F9A28F}">
      <dsp:nvSpPr>
        <dsp:cNvPr id="0" name=""/>
        <dsp:cNvSpPr/>
      </dsp:nvSpPr>
      <dsp:spPr>
        <a:xfrm>
          <a:off x="2002137" y="2340962"/>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Void</a:t>
          </a:r>
          <a:endParaRPr lang="en-IN" sz="1100" b="1" kern="1200"/>
        </a:p>
      </dsp:txBody>
      <dsp:txXfrm>
        <a:off x="2020409" y="2359234"/>
        <a:ext cx="961616" cy="587306"/>
      </dsp:txXfrm>
    </dsp:sp>
    <dsp:sp modelId="{EA30BBA7-2DC7-44FE-9203-DA8D955784E4}">
      <dsp:nvSpPr>
        <dsp:cNvPr id="0" name=""/>
        <dsp:cNvSpPr/>
      </dsp:nvSpPr>
      <dsp:spPr>
        <a:xfrm>
          <a:off x="1877367" y="625374"/>
          <a:ext cx="124770" cy="2807326"/>
        </a:xfrm>
        <a:custGeom>
          <a:avLst/>
          <a:gdLst/>
          <a:ahLst/>
          <a:cxnLst/>
          <a:rect l="0" t="0" r="0" b="0"/>
          <a:pathLst>
            <a:path>
              <a:moveTo>
                <a:pt x="0" y="0"/>
              </a:moveTo>
              <a:lnTo>
                <a:pt x="0" y="2807326"/>
              </a:lnTo>
              <a:lnTo>
                <a:pt x="124770" y="2807326"/>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9E5C0EC9-6BE6-41B2-90B2-4AC198EE5F14}">
      <dsp:nvSpPr>
        <dsp:cNvPr id="0" name=""/>
        <dsp:cNvSpPr/>
      </dsp:nvSpPr>
      <dsp:spPr>
        <a:xfrm>
          <a:off x="2002137" y="3120775"/>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Illegal </a:t>
          </a:r>
          <a:endParaRPr lang="en-IN" sz="1100" b="1" kern="1200"/>
        </a:p>
      </dsp:txBody>
      <dsp:txXfrm>
        <a:off x="2020409" y="3139047"/>
        <a:ext cx="961616" cy="587306"/>
      </dsp:txXfrm>
    </dsp:sp>
    <dsp:sp modelId="{3A05C703-1F0A-4125-B971-2DC5FBCACFC4}">
      <dsp:nvSpPr>
        <dsp:cNvPr id="0" name=""/>
        <dsp:cNvSpPr/>
      </dsp:nvSpPr>
      <dsp:spPr>
        <a:xfrm>
          <a:off x="1877367" y="625374"/>
          <a:ext cx="124770" cy="3587139"/>
        </a:xfrm>
        <a:custGeom>
          <a:avLst/>
          <a:gdLst/>
          <a:ahLst/>
          <a:cxnLst/>
          <a:rect l="0" t="0" r="0" b="0"/>
          <a:pathLst>
            <a:path>
              <a:moveTo>
                <a:pt x="0" y="0"/>
              </a:moveTo>
              <a:lnTo>
                <a:pt x="0" y="3587139"/>
              </a:lnTo>
              <a:lnTo>
                <a:pt x="124770" y="3587139"/>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B1A0E02E-E386-4E2C-A475-7A66DF053915}">
      <dsp:nvSpPr>
        <dsp:cNvPr id="0" name=""/>
        <dsp:cNvSpPr/>
      </dsp:nvSpPr>
      <dsp:spPr>
        <a:xfrm>
          <a:off x="2002137" y="3900588"/>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Unenforceable</a:t>
          </a:r>
          <a:endParaRPr lang="en-IN" sz="1100" b="1" kern="1200"/>
        </a:p>
      </dsp:txBody>
      <dsp:txXfrm>
        <a:off x="2020409" y="3918860"/>
        <a:ext cx="961616" cy="587306"/>
      </dsp:txXfrm>
    </dsp:sp>
    <dsp:sp modelId="{8947B418-88A2-42EC-B737-2AA497E6BF84}">
      <dsp:nvSpPr>
        <dsp:cNvPr id="0" name=""/>
        <dsp:cNvSpPr/>
      </dsp:nvSpPr>
      <dsp:spPr>
        <a:xfrm>
          <a:off x="3312222" y="1524"/>
          <a:ext cx="124770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38100" tIns="25400" rIns="38100" bIns="25400" numCol="1" spcCol="1270" anchor="ctr" anchorCtr="0">
          <a:noAutofit/>
        </a:bodyPr>
        <a:lstStyle/>
        <a:p>
          <a:pPr lvl="0" algn="ctr" defTabSz="889000" rtl="0">
            <a:lnSpc>
              <a:spcPct val="90000"/>
            </a:lnSpc>
            <a:spcBef>
              <a:spcPct val="0"/>
            </a:spcBef>
            <a:spcAft>
              <a:spcPct val="35000"/>
            </a:spcAft>
          </a:pPr>
          <a:r>
            <a:rPr lang="en-IN" sz="2000" b="1" kern="1200" dirty="0" smtClean="0"/>
            <a:t>Formation</a:t>
          </a:r>
          <a:endParaRPr lang="en-IN" sz="1700" b="1" kern="1200" dirty="0"/>
        </a:p>
      </dsp:txBody>
      <dsp:txXfrm>
        <a:off x="3330494" y="19796"/>
        <a:ext cx="1211156" cy="587306"/>
      </dsp:txXfrm>
    </dsp:sp>
    <dsp:sp modelId="{2B2D8362-8A26-4E6B-A136-CBECA4827BD9}">
      <dsp:nvSpPr>
        <dsp:cNvPr id="0" name=""/>
        <dsp:cNvSpPr/>
      </dsp:nvSpPr>
      <dsp:spPr>
        <a:xfrm>
          <a:off x="3436992" y="625374"/>
          <a:ext cx="124770" cy="467887"/>
        </a:xfrm>
        <a:custGeom>
          <a:avLst/>
          <a:gdLst/>
          <a:ahLst/>
          <a:cxnLst/>
          <a:rect l="0" t="0" r="0" b="0"/>
          <a:pathLst>
            <a:path>
              <a:moveTo>
                <a:pt x="0" y="0"/>
              </a:moveTo>
              <a:lnTo>
                <a:pt x="0" y="467887"/>
              </a:lnTo>
              <a:lnTo>
                <a:pt x="124770" y="467887"/>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0A73F2D4-EA1A-4083-90CB-214E2D6CB27A}">
      <dsp:nvSpPr>
        <dsp:cNvPr id="0" name=""/>
        <dsp:cNvSpPr/>
      </dsp:nvSpPr>
      <dsp:spPr>
        <a:xfrm>
          <a:off x="3561762" y="781337"/>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Express</a:t>
          </a:r>
          <a:endParaRPr lang="en-IN" sz="1100" b="1" kern="1200"/>
        </a:p>
      </dsp:txBody>
      <dsp:txXfrm>
        <a:off x="3580034" y="799609"/>
        <a:ext cx="961616" cy="587306"/>
      </dsp:txXfrm>
    </dsp:sp>
    <dsp:sp modelId="{D78D58DA-FA88-411F-AD07-A0C83E556FA9}">
      <dsp:nvSpPr>
        <dsp:cNvPr id="0" name=""/>
        <dsp:cNvSpPr/>
      </dsp:nvSpPr>
      <dsp:spPr>
        <a:xfrm>
          <a:off x="3436992" y="625374"/>
          <a:ext cx="124770" cy="1247700"/>
        </a:xfrm>
        <a:custGeom>
          <a:avLst/>
          <a:gdLst/>
          <a:ahLst/>
          <a:cxnLst/>
          <a:rect l="0" t="0" r="0" b="0"/>
          <a:pathLst>
            <a:path>
              <a:moveTo>
                <a:pt x="0" y="0"/>
              </a:moveTo>
              <a:lnTo>
                <a:pt x="0" y="1247700"/>
              </a:lnTo>
              <a:lnTo>
                <a:pt x="124770" y="1247700"/>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10EAE7A8-2DF2-48F7-99A0-FA7F26791FE4}">
      <dsp:nvSpPr>
        <dsp:cNvPr id="0" name=""/>
        <dsp:cNvSpPr/>
      </dsp:nvSpPr>
      <dsp:spPr>
        <a:xfrm>
          <a:off x="3561762" y="1561149"/>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Implied</a:t>
          </a:r>
          <a:endParaRPr lang="en-IN" sz="1100" b="1" kern="1200"/>
        </a:p>
      </dsp:txBody>
      <dsp:txXfrm>
        <a:off x="3580034" y="1579421"/>
        <a:ext cx="961616" cy="587306"/>
      </dsp:txXfrm>
    </dsp:sp>
    <dsp:sp modelId="{2E3CD2DD-FF19-4C8F-800D-0CF1B057B5D4}">
      <dsp:nvSpPr>
        <dsp:cNvPr id="0" name=""/>
        <dsp:cNvSpPr/>
      </dsp:nvSpPr>
      <dsp:spPr>
        <a:xfrm>
          <a:off x="3436992" y="625374"/>
          <a:ext cx="124770" cy="2027513"/>
        </a:xfrm>
        <a:custGeom>
          <a:avLst/>
          <a:gdLst/>
          <a:ahLst/>
          <a:cxnLst/>
          <a:rect l="0" t="0" r="0" b="0"/>
          <a:pathLst>
            <a:path>
              <a:moveTo>
                <a:pt x="0" y="0"/>
              </a:moveTo>
              <a:lnTo>
                <a:pt x="0" y="2027513"/>
              </a:lnTo>
              <a:lnTo>
                <a:pt x="124770" y="2027513"/>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79DD4FE5-8A02-41A5-A5BE-73DAE70E9D65}">
      <dsp:nvSpPr>
        <dsp:cNvPr id="0" name=""/>
        <dsp:cNvSpPr/>
      </dsp:nvSpPr>
      <dsp:spPr>
        <a:xfrm>
          <a:off x="3561762" y="2340962"/>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Quasi</a:t>
          </a:r>
          <a:endParaRPr lang="en-IN" sz="1100" b="1" kern="1200"/>
        </a:p>
      </dsp:txBody>
      <dsp:txXfrm>
        <a:off x="3580034" y="2359234"/>
        <a:ext cx="961616" cy="587306"/>
      </dsp:txXfrm>
    </dsp:sp>
    <dsp:sp modelId="{4DE9CD1C-3B84-45A9-ACD1-67ABFCD172B6}">
      <dsp:nvSpPr>
        <dsp:cNvPr id="0" name=""/>
        <dsp:cNvSpPr/>
      </dsp:nvSpPr>
      <dsp:spPr>
        <a:xfrm>
          <a:off x="4871848" y="1524"/>
          <a:ext cx="1605154"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38100" tIns="25400" rIns="38100" bIns="25400" numCol="1" spcCol="1270" anchor="ctr" anchorCtr="0">
          <a:noAutofit/>
        </a:bodyPr>
        <a:lstStyle/>
        <a:p>
          <a:pPr lvl="0" algn="ctr" defTabSz="889000" rtl="0">
            <a:lnSpc>
              <a:spcPct val="90000"/>
            </a:lnSpc>
            <a:spcBef>
              <a:spcPct val="0"/>
            </a:spcBef>
            <a:spcAft>
              <a:spcPct val="35000"/>
            </a:spcAft>
          </a:pPr>
          <a:r>
            <a:rPr lang="en-IN" sz="2000" b="1" kern="1200" dirty="0" smtClean="0"/>
            <a:t>Performance</a:t>
          </a:r>
          <a:endParaRPr lang="en-IN" sz="1700" b="1" kern="1200" dirty="0"/>
        </a:p>
      </dsp:txBody>
      <dsp:txXfrm>
        <a:off x="4890120" y="19796"/>
        <a:ext cx="1568610" cy="587306"/>
      </dsp:txXfrm>
    </dsp:sp>
    <dsp:sp modelId="{AE556B21-06BB-4C14-8716-9FCA3CCED2E0}">
      <dsp:nvSpPr>
        <dsp:cNvPr id="0" name=""/>
        <dsp:cNvSpPr/>
      </dsp:nvSpPr>
      <dsp:spPr>
        <a:xfrm>
          <a:off x="5032364" y="625374"/>
          <a:ext cx="160515" cy="467887"/>
        </a:xfrm>
        <a:custGeom>
          <a:avLst/>
          <a:gdLst/>
          <a:ahLst/>
          <a:cxnLst/>
          <a:rect l="0" t="0" r="0" b="0"/>
          <a:pathLst>
            <a:path>
              <a:moveTo>
                <a:pt x="0" y="0"/>
              </a:moveTo>
              <a:lnTo>
                <a:pt x="0" y="467887"/>
              </a:lnTo>
              <a:lnTo>
                <a:pt x="160515" y="467887"/>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AE60DE16-164C-4F6E-B4B6-9FAD63F4F9D5}">
      <dsp:nvSpPr>
        <dsp:cNvPr id="0" name=""/>
        <dsp:cNvSpPr/>
      </dsp:nvSpPr>
      <dsp:spPr>
        <a:xfrm>
          <a:off x="5192879" y="781337"/>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Executed</a:t>
          </a:r>
          <a:endParaRPr lang="en-IN" sz="1100" b="1" kern="1200"/>
        </a:p>
      </dsp:txBody>
      <dsp:txXfrm>
        <a:off x="5211151" y="799609"/>
        <a:ext cx="961616" cy="587306"/>
      </dsp:txXfrm>
    </dsp:sp>
    <dsp:sp modelId="{5E4DBC18-1FC9-4675-9EE5-FAFF5F4264E7}">
      <dsp:nvSpPr>
        <dsp:cNvPr id="0" name=""/>
        <dsp:cNvSpPr/>
      </dsp:nvSpPr>
      <dsp:spPr>
        <a:xfrm>
          <a:off x="5032364" y="625374"/>
          <a:ext cx="160515" cy="1247700"/>
        </a:xfrm>
        <a:custGeom>
          <a:avLst/>
          <a:gdLst/>
          <a:ahLst/>
          <a:cxnLst/>
          <a:rect l="0" t="0" r="0" b="0"/>
          <a:pathLst>
            <a:path>
              <a:moveTo>
                <a:pt x="0" y="0"/>
              </a:moveTo>
              <a:lnTo>
                <a:pt x="0" y="1247700"/>
              </a:lnTo>
              <a:lnTo>
                <a:pt x="160515" y="1247700"/>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82F3C91A-D14A-48FD-BC8F-74C9EE7D2DAD}">
      <dsp:nvSpPr>
        <dsp:cNvPr id="0" name=""/>
        <dsp:cNvSpPr/>
      </dsp:nvSpPr>
      <dsp:spPr>
        <a:xfrm>
          <a:off x="5192879" y="1561149"/>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Executory</a:t>
          </a:r>
          <a:endParaRPr lang="en-IN" sz="1100" b="1" kern="1200"/>
        </a:p>
      </dsp:txBody>
      <dsp:txXfrm>
        <a:off x="5211151" y="1579421"/>
        <a:ext cx="961616" cy="587306"/>
      </dsp:txXfrm>
    </dsp:sp>
    <dsp:sp modelId="{B8F15A77-7E87-41DF-9CEB-A68418AA3818}">
      <dsp:nvSpPr>
        <dsp:cNvPr id="0" name=""/>
        <dsp:cNvSpPr/>
      </dsp:nvSpPr>
      <dsp:spPr>
        <a:xfrm>
          <a:off x="5032364" y="625374"/>
          <a:ext cx="160515" cy="2027513"/>
        </a:xfrm>
        <a:custGeom>
          <a:avLst/>
          <a:gdLst/>
          <a:ahLst/>
          <a:cxnLst/>
          <a:rect l="0" t="0" r="0" b="0"/>
          <a:pathLst>
            <a:path>
              <a:moveTo>
                <a:pt x="0" y="0"/>
              </a:moveTo>
              <a:lnTo>
                <a:pt x="0" y="2027513"/>
              </a:lnTo>
              <a:lnTo>
                <a:pt x="160515" y="2027513"/>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C33E033F-5441-4940-93C5-7DF7B47ACA39}">
      <dsp:nvSpPr>
        <dsp:cNvPr id="0" name=""/>
        <dsp:cNvSpPr/>
      </dsp:nvSpPr>
      <dsp:spPr>
        <a:xfrm>
          <a:off x="5192879" y="2340962"/>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Unilateral</a:t>
          </a:r>
          <a:endParaRPr lang="en-IN" sz="1100" b="1" kern="1200"/>
        </a:p>
      </dsp:txBody>
      <dsp:txXfrm>
        <a:off x="5211151" y="2359234"/>
        <a:ext cx="961616" cy="587306"/>
      </dsp:txXfrm>
    </dsp:sp>
    <dsp:sp modelId="{3856B71D-5B6F-4207-933E-DD04A6A0F04F}">
      <dsp:nvSpPr>
        <dsp:cNvPr id="0" name=""/>
        <dsp:cNvSpPr/>
      </dsp:nvSpPr>
      <dsp:spPr>
        <a:xfrm>
          <a:off x="5032364" y="625374"/>
          <a:ext cx="160515" cy="2807326"/>
        </a:xfrm>
        <a:custGeom>
          <a:avLst/>
          <a:gdLst/>
          <a:ahLst/>
          <a:cxnLst/>
          <a:rect l="0" t="0" r="0" b="0"/>
          <a:pathLst>
            <a:path>
              <a:moveTo>
                <a:pt x="0" y="0"/>
              </a:moveTo>
              <a:lnTo>
                <a:pt x="0" y="2807326"/>
              </a:lnTo>
              <a:lnTo>
                <a:pt x="160515" y="2807326"/>
              </a:lnTo>
            </a:path>
          </a:pathLst>
        </a:custGeom>
        <a:noFill/>
        <a:ln w="25400" cap="flat" cmpd="sng" algn="ctr">
          <a:solidFill>
            <a:srgbClr val="FF0000"/>
          </a:solidFill>
          <a:prstDash val="solid"/>
        </a:ln>
        <a:effectLst/>
        <a:scene3d>
          <a:camera prst="orthographicFront"/>
          <a:lightRig rig="threePt" dir="t">
            <a:rot lat="0" lon="0" rev="7500000"/>
          </a:lightRig>
        </a:scene3d>
        <a:sp3d z="-40000"/>
      </dsp:spPr>
      <dsp:style>
        <a:lnRef idx="2">
          <a:schemeClr val="accent4">
            <a:shade val="50000"/>
          </a:schemeClr>
        </a:lnRef>
        <a:fillRef idx="1">
          <a:schemeClr val="accent4"/>
        </a:fillRef>
        <a:effectRef idx="0">
          <a:schemeClr val="accent4"/>
        </a:effectRef>
        <a:fontRef idx="minor">
          <a:schemeClr val="lt1"/>
        </a:fontRef>
      </dsp:style>
    </dsp:sp>
    <dsp:sp modelId="{A422F500-E092-4773-B798-6A2367045326}">
      <dsp:nvSpPr>
        <dsp:cNvPr id="0" name=""/>
        <dsp:cNvSpPr/>
      </dsp:nvSpPr>
      <dsp:spPr>
        <a:xfrm>
          <a:off x="5192879" y="3120775"/>
          <a:ext cx="998160" cy="623850"/>
        </a:xfrm>
        <a:prstGeom prst="roundRect">
          <a:avLst>
            <a:gd name="adj" fmla="val 10000"/>
          </a:avLst>
        </a:prstGeom>
        <a:solidFill>
          <a:schemeClr val="accent4"/>
        </a:solidFill>
        <a:ln w="25400" cap="flat" cmpd="sng" algn="ctr">
          <a:solidFill>
            <a:srgbClr val="FF0000"/>
          </a:solidFill>
          <a:prstDash val="solid"/>
        </a:ln>
        <a:effectLst/>
        <a:scene3d>
          <a:camera prst="orthographicFront"/>
          <a:lightRig rig="threePt" dir="t">
            <a:rot lat="0" lon="0" rev="7500000"/>
          </a:lightRig>
        </a:scene3d>
        <a:sp3d z="-152400" extrusionH="63500"/>
      </dsp:spPr>
      <dsp:style>
        <a:lnRef idx="2">
          <a:schemeClr val="accent4">
            <a:shade val="50000"/>
          </a:schemeClr>
        </a:lnRef>
        <a:fillRef idx="1">
          <a:schemeClr val="accent4"/>
        </a:fillRef>
        <a:effectRef idx="0">
          <a:schemeClr val="accent4"/>
        </a:effectRef>
        <a:fontRef idx="minor">
          <a:schemeClr val="lt1"/>
        </a:fontRef>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IN" sz="1100" b="1" kern="1200" smtClean="0"/>
            <a:t>Bilateral</a:t>
          </a:r>
          <a:endParaRPr lang="en-IN" sz="1100" b="1" kern="1200"/>
        </a:p>
      </dsp:txBody>
      <dsp:txXfrm>
        <a:off x="5211151" y="3139047"/>
        <a:ext cx="961616" cy="5873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7C7DE2-6A2B-418E-BA5B-F422FA4D1EA2}">
      <dsp:nvSpPr>
        <dsp:cNvPr id="0" name=""/>
        <dsp:cNvSpPr/>
      </dsp:nvSpPr>
      <dsp:spPr>
        <a:xfrm>
          <a:off x="4114800" y="2284304"/>
          <a:ext cx="2911251" cy="505258"/>
        </a:xfrm>
        <a:custGeom>
          <a:avLst/>
          <a:gdLst/>
          <a:ahLst/>
          <a:cxnLst/>
          <a:rect l="0" t="0" r="0" b="0"/>
          <a:pathLst>
            <a:path>
              <a:moveTo>
                <a:pt x="0" y="0"/>
              </a:moveTo>
              <a:lnTo>
                <a:pt x="0" y="252629"/>
              </a:lnTo>
              <a:lnTo>
                <a:pt x="2911251" y="252629"/>
              </a:lnTo>
              <a:lnTo>
                <a:pt x="2911251" y="505258"/>
              </a:lnTo>
            </a:path>
          </a:pathLst>
        </a:custGeom>
        <a:noFill/>
        <a:ln w="25400" cap="flat"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2F3C2B4-4A96-48CB-B462-AA4E58743B18}">
      <dsp:nvSpPr>
        <dsp:cNvPr id="0" name=""/>
        <dsp:cNvSpPr/>
      </dsp:nvSpPr>
      <dsp:spPr>
        <a:xfrm>
          <a:off x="4069080" y="2284304"/>
          <a:ext cx="91440" cy="505258"/>
        </a:xfrm>
        <a:custGeom>
          <a:avLst/>
          <a:gdLst/>
          <a:ahLst/>
          <a:cxnLst/>
          <a:rect l="0" t="0" r="0" b="0"/>
          <a:pathLst>
            <a:path>
              <a:moveTo>
                <a:pt x="45720" y="0"/>
              </a:moveTo>
              <a:lnTo>
                <a:pt x="45720" y="505258"/>
              </a:lnTo>
            </a:path>
          </a:pathLst>
        </a:custGeom>
        <a:noFill/>
        <a:ln w="25400" cap="flat"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22CEF40-034A-4AC6-BDF5-07D9CBC16478}">
      <dsp:nvSpPr>
        <dsp:cNvPr id="0" name=""/>
        <dsp:cNvSpPr/>
      </dsp:nvSpPr>
      <dsp:spPr>
        <a:xfrm>
          <a:off x="1203548" y="2284304"/>
          <a:ext cx="2911251" cy="505258"/>
        </a:xfrm>
        <a:custGeom>
          <a:avLst/>
          <a:gdLst/>
          <a:ahLst/>
          <a:cxnLst/>
          <a:rect l="0" t="0" r="0" b="0"/>
          <a:pathLst>
            <a:path>
              <a:moveTo>
                <a:pt x="2911251" y="0"/>
              </a:moveTo>
              <a:lnTo>
                <a:pt x="2911251" y="252629"/>
              </a:lnTo>
              <a:lnTo>
                <a:pt x="0" y="252629"/>
              </a:lnTo>
              <a:lnTo>
                <a:pt x="0" y="505258"/>
              </a:lnTo>
            </a:path>
          </a:pathLst>
        </a:custGeom>
        <a:noFill/>
        <a:ln w="25400" cap="flat"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91584EC-2988-4AA6-B2AD-436714491EA5}">
      <dsp:nvSpPr>
        <dsp:cNvPr id="0" name=""/>
        <dsp:cNvSpPr/>
      </dsp:nvSpPr>
      <dsp:spPr>
        <a:xfrm>
          <a:off x="533395" y="533403"/>
          <a:ext cx="7162808" cy="175090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en-US" sz="1600" kern="1200" dirty="0" smtClean="0"/>
            <a:t>Section 2(a): A person is said to have made a proposal, when he signifies to another his willingness to do or to abstain from doing anything, with a view to obtain the assent of that other to such act or abstinence. </a:t>
          </a:r>
          <a:endParaRPr lang="en-IN" sz="1600" kern="1200" dirty="0"/>
        </a:p>
      </dsp:txBody>
      <dsp:txXfrm>
        <a:off x="533395" y="533403"/>
        <a:ext cx="7162808" cy="1750901"/>
      </dsp:txXfrm>
    </dsp:sp>
    <dsp:sp modelId="{D84CD2FD-794A-4A79-A57E-07BF9BB16ABF}">
      <dsp:nvSpPr>
        <dsp:cNvPr id="0" name=""/>
        <dsp:cNvSpPr/>
      </dsp:nvSpPr>
      <dsp:spPr>
        <a:xfrm>
          <a:off x="552" y="2789563"/>
          <a:ext cx="2405992" cy="1202996"/>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en-US" sz="1600" kern="1200" smtClean="0"/>
            <a:t>Offeror/Promisor/Proposer – person making the offer</a:t>
          </a:r>
          <a:endParaRPr lang="en-IN" sz="1600" kern="1200"/>
        </a:p>
      </dsp:txBody>
      <dsp:txXfrm>
        <a:off x="552" y="2789563"/>
        <a:ext cx="2405992" cy="1202996"/>
      </dsp:txXfrm>
    </dsp:sp>
    <dsp:sp modelId="{425458F7-0087-49AC-8A9E-87132B3955FC}">
      <dsp:nvSpPr>
        <dsp:cNvPr id="0" name=""/>
        <dsp:cNvSpPr/>
      </dsp:nvSpPr>
      <dsp:spPr>
        <a:xfrm>
          <a:off x="2911803" y="2789563"/>
          <a:ext cx="2405992" cy="1202996"/>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en-US" sz="1600" kern="1200" smtClean="0"/>
            <a:t>Offeree/Proposee – person to whom the offer is made</a:t>
          </a:r>
          <a:endParaRPr lang="en-IN" sz="1600" kern="1200"/>
        </a:p>
      </dsp:txBody>
      <dsp:txXfrm>
        <a:off x="2911803" y="2789563"/>
        <a:ext cx="2405992" cy="1202996"/>
      </dsp:txXfrm>
    </dsp:sp>
    <dsp:sp modelId="{3119FF35-66B1-4EFF-89D8-57D093F3A549}">
      <dsp:nvSpPr>
        <dsp:cNvPr id="0" name=""/>
        <dsp:cNvSpPr/>
      </dsp:nvSpPr>
      <dsp:spPr>
        <a:xfrm>
          <a:off x="5823054" y="2789563"/>
          <a:ext cx="2405992" cy="1202996"/>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rtl="0">
            <a:lnSpc>
              <a:spcPct val="90000"/>
            </a:lnSpc>
            <a:spcBef>
              <a:spcPct val="0"/>
            </a:spcBef>
            <a:spcAft>
              <a:spcPct val="35000"/>
            </a:spcAft>
          </a:pPr>
          <a:r>
            <a:rPr lang="en-US" sz="1600" kern="1200" smtClean="0"/>
            <a:t>Acceptor/Promisee – when offeree accepts the offer</a:t>
          </a:r>
          <a:endParaRPr lang="en-IN" sz="1600" kern="1200"/>
        </a:p>
      </dsp:txBody>
      <dsp:txXfrm>
        <a:off x="5823054" y="2789563"/>
        <a:ext cx="2405992" cy="12029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6F4A0-C558-4840-8787-5B9081CC450E}">
      <dsp:nvSpPr>
        <dsp:cNvPr id="0" name=""/>
        <dsp:cNvSpPr/>
      </dsp:nvSpPr>
      <dsp:spPr>
        <a:xfrm>
          <a:off x="0" y="36450"/>
          <a:ext cx="8610600" cy="99450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smtClean="0"/>
            <a:t>It must be absolute and unqualified; Section 7(1). E.g. </a:t>
          </a:r>
          <a:r>
            <a:rPr lang="en-US" sz="2500" i="1" kern="1200" smtClean="0"/>
            <a:t>Neale Vs Merret (1930); </a:t>
          </a:r>
          <a:r>
            <a:rPr lang="en-US" sz="2500" kern="1200" smtClean="0"/>
            <a:t> </a:t>
          </a:r>
          <a:endParaRPr lang="en-IN" sz="2500" kern="1200"/>
        </a:p>
      </dsp:txBody>
      <dsp:txXfrm>
        <a:off x="48547" y="84997"/>
        <a:ext cx="8513506" cy="897406"/>
      </dsp:txXfrm>
    </dsp:sp>
    <dsp:sp modelId="{EDBA0011-ECF2-499C-815F-724C43C40AEB}">
      <dsp:nvSpPr>
        <dsp:cNvPr id="0" name=""/>
        <dsp:cNvSpPr/>
      </dsp:nvSpPr>
      <dsp:spPr>
        <a:xfrm>
          <a:off x="0" y="1102950"/>
          <a:ext cx="8610600" cy="99450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smtClean="0"/>
            <a:t>It must be communicated to the offeror. Eg. </a:t>
          </a:r>
          <a:r>
            <a:rPr lang="en-US" sz="2500" i="1" kern="1200" smtClean="0"/>
            <a:t>Brogden Vs Metropolitan Rail Co (1877).</a:t>
          </a:r>
          <a:endParaRPr lang="en-IN" sz="2500" kern="1200"/>
        </a:p>
      </dsp:txBody>
      <dsp:txXfrm>
        <a:off x="48547" y="1151497"/>
        <a:ext cx="8513506" cy="897406"/>
      </dsp:txXfrm>
    </dsp:sp>
    <dsp:sp modelId="{CD763937-5F27-4E9B-A3CA-5AAC7890968E}">
      <dsp:nvSpPr>
        <dsp:cNvPr id="0" name=""/>
        <dsp:cNvSpPr/>
      </dsp:nvSpPr>
      <dsp:spPr>
        <a:xfrm>
          <a:off x="0" y="2169450"/>
          <a:ext cx="8610600" cy="99450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dirty="0" smtClean="0"/>
            <a:t>It must be according to the mode prescribed or the usual and reasonable mode. Section </a:t>
          </a:r>
          <a:r>
            <a:rPr lang="en-US" sz="2500" kern="1200" smtClean="0"/>
            <a:t>7(2).</a:t>
          </a:r>
          <a:endParaRPr lang="en-IN" sz="2500" kern="1200" dirty="0"/>
        </a:p>
      </dsp:txBody>
      <dsp:txXfrm>
        <a:off x="48547" y="2217997"/>
        <a:ext cx="8513506" cy="8974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932DB-0CA8-452A-9D83-3FC3A3CE19F5}">
      <dsp:nvSpPr>
        <dsp:cNvPr id="0" name=""/>
        <dsp:cNvSpPr/>
      </dsp:nvSpPr>
      <dsp:spPr>
        <a:xfrm>
          <a:off x="0" y="36450"/>
          <a:ext cx="8610600" cy="99450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dirty="0" smtClean="0"/>
            <a:t>It must be given with a reasonable time, unless the time period is mentioned</a:t>
          </a:r>
          <a:r>
            <a:rPr lang="en-US" sz="2500" kern="1200" smtClean="0"/>
            <a:t>. </a:t>
          </a:r>
          <a:endParaRPr lang="en-IN" sz="2500" kern="1200" dirty="0"/>
        </a:p>
      </dsp:txBody>
      <dsp:txXfrm>
        <a:off x="48547" y="84997"/>
        <a:ext cx="8513506" cy="897406"/>
      </dsp:txXfrm>
    </dsp:sp>
    <dsp:sp modelId="{01C48309-839E-44B5-BDD9-7F85E40486FD}">
      <dsp:nvSpPr>
        <dsp:cNvPr id="0" name=""/>
        <dsp:cNvSpPr/>
      </dsp:nvSpPr>
      <dsp:spPr>
        <a:xfrm>
          <a:off x="0" y="1102950"/>
          <a:ext cx="8610600" cy="99450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dirty="0" smtClean="0"/>
            <a:t>Acceptance of an offer cannot precede an offer. </a:t>
          </a:r>
          <a:endParaRPr lang="en-IN" sz="2500" kern="1200" dirty="0"/>
        </a:p>
      </dsp:txBody>
      <dsp:txXfrm>
        <a:off x="48547" y="1151497"/>
        <a:ext cx="8513506" cy="897406"/>
      </dsp:txXfrm>
    </dsp:sp>
    <dsp:sp modelId="{F7C1FF38-3C5E-45F6-815F-F2BF6D4F9C62}">
      <dsp:nvSpPr>
        <dsp:cNvPr id="0" name=""/>
        <dsp:cNvSpPr/>
      </dsp:nvSpPr>
      <dsp:spPr>
        <a:xfrm>
          <a:off x="0" y="2169450"/>
          <a:ext cx="8610600" cy="99450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dirty="0" smtClean="0"/>
            <a:t>It must show an intention on the part of the acceptor to fulfill the terms of the promise. </a:t>
          </a:r>
          <a:endParaRPr lang="en-IN" sz="2500" kern="1200" dirty="0"/>
        </a:p>
      </dsp:txBody>
      <dsp:txXfrm>
        <a:off x="48547" y="2217997"/>
        <a:ext cx="8513506" cy="8974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4D318-BE85-422F-9815-ED016EF1E61F}">
      <dsp:nvSpPr>
        <dsp:cNvPr id="0" name=""/>
        <dsp:cNvSpPr/>
      </dsp:nvSpPr>
      <dsp:spPr>
        <a:xfrm>
          <a:off x="0" y="326234"/>
          <a:ext cx="8610600" cy="527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It must be given by the party or the parties to whom the offer is made.</a:t>
          </a:r>
          <a:endParaRPr lang="en-IN" sz="2200" kern="1200" dirty="0"/>
        </a:p>
      </dsp:txBody>
      <dsp:txXfrm>
        <a:off x="25759" y="351993"/>
        <a:ext cx="8559082" cy="476152"/>
      </dsp:txXfrm>
    </dsp:sp>
    <dsp:sp modelId="{3C8535E9-7E2A-4487-9D32-51582B6E56E7}">
      <dsp:nvSpPr>
        <dsp:cNvPr id="0" name=""/>
        <dsp:cNvSpPr/>
      </dsp:nvSpPr>
      <dsp:spPr>
        <a:xfrm>
          <a:off x="0" y="917264"/>
          <a:ext cx="8610600" cy="527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It must be given before the offer lapses or before it is withdrawn.</a:t>
          </a:r>
          <a:endParaRPr lang="en-IN" sz="2200" kern="1200" dirty="0"/>
        </a:p>
      </dsp:txBody>
      <dsp:txXfrm>
        <a:off x="25759" y="943023"/>
        <a:ext cx="8559082" cy="476152"/>
      </dsp:txXfrm>
    </dsp:sp>
    <dsp:sp modelId="{9984A5DE-4481-4570-B029-7D8B3F7F3B04}">
      <dsp:nvSpPr>
        <dsp:cNvPr id="0" name=""/>
        <dsp:cNvSpPr/>
      </dsp:nvSpPr>
      <dsp:spPr>
        <a:xfrm>
          <a:off x="0" y="1508294"/>
          <a:ext cx="8610600" cy="52767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Acceptance cannot be implied from silence.</a:t>
          </a:r>
          <a:endParaRPr lang="en-IN" sz="2200" kern="1200" dirty="0"/>
        </a:p>
      </dsp:txBody>
      <dsp:txXfrm>
        <a:off x="25759" y="1534053"/>
        <a:ext cx="8559082" cy="4761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938031-666D-4783-B609-1F0F576C437C}">
      <dsp:nvSpPr>
        <dsp:cNvPr id="0" name=""/>
        <dsp:cNvSpPr/>
      </dsp:nvSpPr>
      <dsp:spPr>
        <a:xfrm>
          <a:off x="0" y="46641"/>
          <a:ext cx="8229600" cy="671580"/>
        </a:xfrm>
        <a:prstGeom prst="roundRect">
          <a:avLst/>
        </a:prstGeom>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kern="1200" smtClean="0">
              <a:solidFill>
                <a:schemeClr val="accent2">
                  <a:lumMod val="75000"/>
                </a:schemeClr>
              </a:solidFill>
            </a:rPr>
            <a:t>Trust</a:t>
          </a:r>
          <a:endParaRPr lang="en-IN" sz="2800" kern="1200">
            <a:solidFill>
              <a:schemeClr val="accent2">
                <a:lumMod val="75000"/>
              </a:schemeClr>
            </a:solidFill>
          </a:endParaRPr>
        </a:p>
      </dsp:txBody>
      <dsp:txXfrm>
        <a:off x="32784" y="79425"/>
        <a:ext cx="8164032" cy="606012"/>
      </dsp:txXfrm>
    </dsp:sp>
    <dsp:sp modelId="{64F4E383-377E-441C-A2CE-0F742DD88104}">
      <dsp:nvSpPr>
        <dsp:cNvPr id="0" name=""/>
        <dsp:cNvSpPr/>
      </dsp:nvSpPr>
      <dsp:spPr>
        <a:xfrm>
          <a:off x="0" y="798861"/>
          <a:ext cx="8229600" cy="671580"/>
        </a:xfrm>
        <a:prstGeom prst="roundRect">
          <a:avLst/>
        </a:prstGeom>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kern="1200" smtClean="0">
              <a:solidFill>
                <a:schemeClr val="accent2">
                  <a:lumMod val="75000"/>
                </a:schemeClr>
              </a:solidFill>
            </a:rPr>
            <a:t>Family Settlement</a:t>
          </a:r>
          <a:endParaRPr lang="en-IN" sz="2800" kern="1200">
            <a:solidFill>
              <a:schemeClr val="accent2">
                <a:lumMod val="75000"/>
              </a:schemeClr>
            </a:solidFill>
          </a:endParaRPr>
        </a:p>
      </dsp:txBody>
      <dsp:txXfrm>
        <a:off x="32784" y="831645"/>
        <a:ext cx="8164032" cy="606012"/>
      </dsp:txXfrm>
    </dsp:sp>
    <dsp:sp modelId="{AEC705CF-F9B1-4E89-8443-BC4032FA3E25}">
      <dsp:nvSpPr>
        <dsp:cNvPr id="0" name=""/>
        <dsp:cNvSpPr/>
      </dsp:nvSpPr>
      <dsp:spPr>
        <a:xfrm>
          <a:off x="0" y="1551081"/>
          <a:ext cx="8229600" cy="671580"/>
        </a:xfrm>
        <a:prstGeom prst="roundRect">
          <a:avLst/>
        </a:prstGeom>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kern="1200" smtClean="0">
              <a:solidFill>
                <a:schemeClr val="accent2">
                  <a:lumMod val="75000"/>
                </a:schemeClr>
              </a:solidFill>
            </a:rPr>
            <a:t>Acknowledgement</a:t>
          </a:r>
          <a:endParaRPr lang="en-IN" sz="2800" kern="1200">
            <a:solidFill>
              <a:schemeClr val="accent2">
                <a:lumMod val="75000"/>
              </a:schemeClr>
            </a:solidFill>
          </a:endParaRPr>
        </a:p>
      </dsp:txBody>
      <dsp:txXfrm>
        <a:off x="32784" y="1583865"/>
        <a:ext cx="8164032" cy="606012"/>
      </dsp:txXfrm>
    </dsp:sp>
    <dsp:sp modelId="{92FE00DF-47C6-49F6-8B34-736225FC701D}">
      <dsp:nvSpPr>
        <dsp:cNvPr id="0" name=""/>
        <dsp:cNvSpPr/>
      </dsp:nvSpPr>
      <dsp:spPr>
        <a:xfrm>
          <a:off x="0" y="2303301"/>
          <a:ext cx="8229600" cy="671580"/>
        </a:xfrm>
        <a:prstGeom prst="roundRect">
          <a:avLst/>
        </a:prstGeom>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kern="1200" smtClean="0">
              <a:solidFill>
                <a:schemeClr val="accent2">
                  <a:lumMod val="75000"/>
                </a:schemeClr>
              </a:solidFill>
            </a:rPr>
            <a:t>Assignment of the Rights of the Contract</a:t>
          </a:r>
          <a:endParaRPr lang="en-IN" sz="2800" kern="1200">
            <a:solidFill>
              <a:schemeClr val="accent2">
                <a:lumMod val="75000"/>
              </a:schemeClr>
            </a:solidFill>
          </a:endParaRPr>
        </a:p>
      </dsp:txBody>
      <dsp:txXfrm>
        <a:off x="32784" y="2336085"/>
        <a:ext cx="8164032" cy="606012"/>
      </dsp:txXfrm>
    </dsp:sp>
    <dsp:sp modelId="{0F5097D4-BE90-4B41-A95B-B95D9835CEB7}">
      <dsp:nvSpPr>
        <dsp:cNvPr id="0" name=""/>
        <dsp:cNvSpPr/>
      </dsp:nvSpPr>
      <dsp:spPr>
        <a:xfrm>
          <a:off x="0" y="3055521"/>
          <a:ext cx="8229600" cy="671580"/>
        </a:xfrm>
        <a:prstGeom prst="roundRect">
          <a:avLst/>
        </a:prstGeom>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kern="1200" smtClean="0">
              <a:solidFill>
                <a:schemeClr val="accent2">
                  <a:lumMod val="75000"/>
                </a:schemeClr>
              </a:solidFill>
            </a:rPr>
            <a:t>Contract through an Agent</a:t>
          </a:r>
          <a:endParaRPr lang="en-IN" sz="2800" kern="1200">
            <a:solidFill>
              <a:schemeClr val="accent2">
                <a:lumMod val="75000"/>
              </a:schemeClr>
            </a:solidFill>
          </a:endParaRPr>
        </a:p>
      </dsp:txBody>
      <dsp:txXfrm>
        <a:off x="32784" y="3088305"/>
        <a:ext cx="8164032" cy="606012"/>
      </dsp:txXfrm>
    </dsp:sp>
    <dsp:sp modelId="{3424D874-1ABD-48A3-86DD-85333CED34E7}">
      <dsp:nvSpPr>
        <dsp:cNvPr id="0" name=""/>
        <dsp:cNvSpPr/>
      </dsp:nvSpPr>
      <dsp:spPr>
        <a:xfrm>
          <a:off x="0" y="3807741"/>
          <a:ext cx="8229600" cy="671580"/>
        </a:xfrm>
        <a:prstGeom prst="roundRect">
          <a:avLst/>
        </a:prstGeom>
        <a:solidFill>
          <a:schemeClr val="accent5">
            <a:lumMod val="20000"/>
            <a:lumOff val="80000"/>
          </a:schemeClr>
        </a:solidFill>
        <a:ln>
          <a:solidFill>
            <a:schemeClr val="accent4">
              <a:lumMod val="75000"/>
            </a:schemeClr>
          </a:solidFill>
        </a:ln>
        <a:effectLst>
          <a:glow rad="101600">
            <a:schemeClr val="accent2">
              <a:satMod val="175000"/>
              <a:alpha val="40000"/>
            </a:schemeClr>
          </a:glo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kern="1200" smtClean="0">
              <a:solidFill>
                <a:schemeClr val="accent2">
                  <a:lumMod val="75000"/>
                </a:schemeClr>
              </a:solidFill>
            </a:rPr>
            <a:t>Contract Labour (Regulation and Abolition) Act, 1970</a:t>
          </a:r>
          <a:endParaRPr lang="en-IN" sz="2800" kern="1200">
            <a:solidFill>
              <a:schemeClr val="accent2">
                <a:lumMod val="75000"/>
              </a:schemeClr>
            </a:solidFill>
          </a:endParaRPr>
        </a:p>
      </dsp:txBody>
      <dsp:txXfrm>
        <a:off x="32784" y="3840525"/>
        <a:ext cx="8164032" cy="6060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C5EA9-34DB-4FF5-8693-29944D973C0B}">
      <dsp:nvSpPr>
        <dsp:cNvPr id="0" name=""/>
        <dsp:cNvSpPr/>
      </dsp:nvSpPr>
      <dsp:spPr>
        <a:xfrm>
          <a:off x="0" y="162400"/>
          <a:ext cx="1913310" cy="2090855"/>
        </a:xfrm>
        <a:prstGeom prst="cloudCallou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2385" tIns="21590" rIns="32385" bIns="21590" numCol="1" spcCol="1270" anchor="ctr" anchorCtr="0">
          <a:noAutofit/>
        </a:bodyPr>
        <a:lstStyle/>
        <a:p>
          <a:pPr lvl="0" algn="ctr" defTabSz="755650" rtl="0">
            <a:lnSpc>
              <a:spcPct val="90000"/>
            </a:lnSpc>
            <a:spcBef>
              <a:spcPct val="0"/>
            </a:spcBef>
            <a:spcAft>
              <a:spcPct val="35000"/>
            </a:spcAft>
          </a:pPr>
          <a:r>
            <a:rPr lang="en-US" sz="1700" kern="1200" dirty="0" smtClean="0"/>
            <a:t>Used in the sense of quid pro quo (something in return)</a:t>
          </a:r>
          <a:endParaRPr lang="en-IN" sz="1700" kern="1200" dirty="0"/>
        </a:p>
      </dsp:txBody>
      <dsp:txXfrm>
        <a:off x="263700" y="478158"/>
        <a:ext cx="1249852" cy="1362444"/>
      </dsp:txXfrm>
    </dsp:sp>
    <dsp:sp modelId="{2811C0F9-0817-4101-A6B8-94E9CE21B883}">
      <dsp:nvSpPr>
        <dsp:cNvPr id="0" name=""/>
        <dsp:cNvSpPr/>
      </dsp:nvSpPr>
      <dsp:spPr>
        <a:xfrm>
          <a:off x="2321357" y="216927"/>
          <a:ext cx="5907053" cy="1570450"/>
        </a:xfrm>
        <a:prstGeom prst="roundRect">
          <a:avLst>
            <a:gd name="adj" fmla="val 10000"/>
          </a:avLst>
        </a:prstGeom>
        <a:solidFill>
          <a:schemeClr val="accent5">
            <a:hueOff val="-9981745"/>
            <a:satOff val="-15454"/>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2385" tIns="21590" rIns="32385" bIns="21590" numCol="1" spcCol="1270" anchor="ctr" anchorCtr="0">
          <a:noAutofit/>
        </a:bodyPr>
        <a:lstStyle/>
        <a:p>
          <a:pPr lvl="0" algn="ctr" defTabSz="755650" rtl="0">
            <a:lnSpc>
              <a:spcPct val="90000"/>
            </a:lnSpc>
            <a:spcBef>
              <a:spcPct val="0"/>
            </a:spcBef>
            <a:spcAft>
              <a:spcPct val="35000"/>
            </a:spcAft>
          </a:pPr>
          <a:r>
            <a:rPr lang="en-US" sz="1700" kern="1200" dirty="0" smtClean="0"/>
            <a:t>Section 2 (d) – “When at the desire of the promisor, the </a:t>
          </a:r>
          <a:r>
            <a:rPr lang="en-US" sz="1700" kern="1200" dirty="0" err="1" smtClean="0"/>
            <a:t>promisee</a:t>
          </a:r>
          <a:r>
            <a:rPr lang="en-US" sz="1700" kern="1200" dirty="0" smtClean="0"/>
            <a:t> or any other person has done or abstained from doing, or does or abstains from doing, or promises to do or abstain from doing something, such act or abstinence of promise is called a consideration for the promise”. </a:t>
          </a:r>
          <a:endParaRPr lang="en-IN" sz="1700" kern="1200" dirty="0"/>
        </a:p>
      </dsp:txBody>
      <dsp:txXfrm>
        <a:off x="2367354" y="262924"/>
        <a:ext cx="5815059" cy="1478456"/>
      </dsp:txXfrm>
    </dsp:sp>
    <dsp:sp modelId="{07E8058D-8BF5-4F67-BCE4-82B74EC3606C}">
      <dsp:nvSpPr>
        <dsp:cNvPr id="0" name=""/>
        <dsp:cNvSpPr/>
      </dsp:nvSpPr>
      <dsp:spPr>
        <a:xfrm>
          <a:off x="2912063" y="1787378"/>
          <a:ext cx="590705" cy="610288"/>
        </a:xfrm>
        <a:custGeom>
          <a:avLst/>
          <a:gdLst/>
          <a:ahLst/>
          <a:cxnLst/>
          <a:rect l="0" t="0" r="0" b="0"/>
          <a:pathLst>
            <a:path>
              <a:moveTo>
                <a:pt x="0" y="0"/>
              </a:moveTo>
              <a:lnTo>
                <a:pt x="0" y="610288"/>
              </a:lnTo>
              <a:lnTo>
                <a:pt x="590705" y="610288"/>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FBAFD2-17F1-494E-B4CA-5BDF1EC60B71}">
      <dsp:nvSpPr>
        <dsp:cNvPr id="0" name=""/>
        <dsp:cNvSpPr/>
      </dsp:nvSpPr>
      <dsp:spPr>
        <a:xfrm>
          <a:off x="3502768" y="1990807"/>
          <a:ext cx="4376851" cy="813717"/>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i="1" kern="1200" dirty="0" smtClean="0"/>
            <a:t>E.g. Benazir promises Beta not to file a suit against Beta if Beta pays him </a:t>
          </a:r>
          <a:r>
            <a:rPr lang="en-US" sz="1400" i="1" kern="1200" dirty="0" err="1" smtClean="0"/>
            <a:t>Rs</a:t>
          </a:r>
          <a:r>
            <a:rPr lang="en-US" sz="1400" i="1" kern="1200" dirty="0" smtClean="0"/>
            <a:t> 500. The abstinence of Benazir from filing the lawsuit is the consideration for Beta’s payment.</a:t>
          </a:r>
          <a:endParaRPr lang="en-IN" sz="1400" kern="1200" dirty="0"/>
        </a:p>
      </dsp:txBody>
      <dsp:txXfrm>
        <a:off x="3526601" y="2014640"/>
        <a:ext cx="4329185" cy="766051"/>
      </dsp:txXfrm>
    </dsp:sp>
    <dsp:sp modelId="{F2613FD9-D226-4E60-B533-9F17A1E2F218}">
      <dsp:nvSpPr>
        <dsp:cNvPr id="0" name=""/>
        <dsp:cNvSpPr/>
      </dsp:nvSpPr>
      <dsp:spPr>
        <a:xfrm>
          <a:off x="2912063" y="1787378"/>
          <a:ext cx="590705" cy="1627435"/>
        </a:xfrm>
        <a:custGeom>
          <a:avLst/>
          <a:gdLst/>
          <a:ahLst/>
          <a:cxnLst/>
          <a:rect l="0" t="0" r="0" b="0"/>
          <a:pathLst>
            <a:path>
              <a:moveTo>
                <a:pt x="0" y="0"/>
              </a:moveTo>
              <a:lnTo>
                <a:pt x="0" y="1627435"/>
              </a:lnTo>
              <a:lnTo>
                <a:pt x="590705" y="1627435"/>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017363-637B-4CCB-A8E0-E95181CA29D8}">
      <dsp:nvSpPr>
        <dsp:cNvPr id="0" name=""/>
        <dsp:cNvSpPr/>
      </dsp:nvSpPr>
      <dsp:spPr>
        <a:xfrm>
          <a:off x="3502768" y="3007954"/>
          <a:ext cx="4369885" cy="813717"/>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9981745"/>
              <a:satOff val="-15454"/>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en-US" sz="1400" i="1" kern="1200" dirty="0" smtClean="0"/>
            <a:t>E.g. Joy buys a kilo of rice from </a:t>
          </a:r>
          <a:r>
            <a:rPr lang="en-US" sz="1400" i="1" kern="1200" dirty="0" err="1" smtClean="0"/>
            <a:t>Murlilal</a:t>
          </a:r>
          <a:r>
            <a:rPr lang="en-US" sz="1400" i="1" kern="1200" dirty="0" smtClean="0"/>
            <a:t> for </a:t>
          </a:r>
          <a:r>
            <a:rPr lang="en-US" sz="1400" i="1" kern="1200" dirty="0" err="1" smtClean="0"/>
            <a:t>Rs</a:t>
          </a:r>
          <a:r>
            <a:rPr lang="en-US" sz="1400" i="1" kern="1200" dirty="0" smtClean="0"/>
            <a:t>. 60. The money paid by him is the consideration for the goods supplied by </a:t>
          </a:r>
          <a:r>
            <a:rPr lang="en-US" sz="1400" i="1" kern="1200" dirty="0" err="1" smtClean="0"/>
            <a:t>Murlilal</a:t>
          </a:r>
          <a:r>
            <a:rPr lang="en-US" sz="1400" i="1" kern="1200" dirty="0" smtClean="0"/>
            <a:t>.</a:t>
          </a:r>
          <a:endParaRPr lang="en-IN" sz="1400" kern="1200" dirty="0"/>
        </a:p>
      </dsp:txBody>
      <dsp:txXfrm>
        <a:off x="3526601" y="3031787"/>
        <a:ext cx="4322219" cy="76605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36032-DE1F-4B74-B973-7C701CFB98BF}">
      <dsp:nvSpPr>
        <dsp:cNvPr id="0" name=""/>
        <dsp:cNvSpPr/>
      </dsp:nvSpPr>
      <dsp:spPr>
        <a:xfrm>
          <a:off x="0" y="576"/>
          <a:ext cx="84582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900F6AC5-7FF7-4A03-B255-1EB82CCD0F8E}">
      <dsp:nvSpPr>
        <dsp:cNvPr id="0" name=""/>
        <dsp:cNvSpPr/>
      </dsp:nvSpPr>
      <dsp:spPr>
        <a:xfrm>
          <a:off x="0" y="576"/>
          <a:ext cx="8458200" cy="94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just" defTabSz="844550" rtl="0">
            <a:lnSpc>
              <a:spcPct val="90000"/>
            </a:lnSpc>
            <a:spcBef>
              <a:spcPct val="0"/>
            </a:spcBef>
            <a:spcAft>
              <a:spcPct val="35000"/>
            </a:spcAft>
          </a:pPr>
          <a:r>
            <a:rPr lang="en-US" sz="1900" kern="1200" dirty="0" smtClean="0"/>
            <a:t>It must move at the desire of the promisor. If it is done at the instance of a third party or without desire of the promisor, it will not be a good consideration. </a:t>
          </a:r>
          <a:endParaRPr lang="en-IN" sz="1900" kern="1200" dirty="0"/>
        </a:p>
      </dsp:txBody>
      <dsp:txXfrm>
        <a:off x="0" y="576"/>
        <a:ext cx="8458200" cy="944649"/>
      </dsp:txXfrm>
    </dsp:sp>
    <dsp:sp modelId="{F72223F0-9C57-4ACB-9C4F-D102716CD0F1}">
      <dsp:nvSpPr>
        <dsp:cNvPr id="0" name=""/>
        <dsp:cNvSpPr/>
      </dsp:nvSpPr>
      <dsp:spPr>
        <a:xfrm>
          <a:off x="0" y="945225"/>
          <a:ext cx="84582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C17166DD-398D-4E97-BD96-5719BD7B9C91}">
      <dsp:nvSpPr>
        <dsp:cNvPr id="0" name=""/>
        <dsp:cNvSpPr/>
      </dsp:nvSpPr>
      <dsp:spPr>
        <a:xfrm>
          <a:off x="0" y="945225"/>
          <a:ext cx="8458200" cy="94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dirty="0" smtClean="0"/>
            <a:t>It may move from the </a:t>
          </a:r>
          <a:r>
            <a:rPr lang="en-US" sz="1900" kern="1200" dirty="0" err="1" smtClean="0"/>
            <a:t>promisee</a:t>
          </a:r>
          <a:r>
            <a:rPr lang="en-US" sz="1900" kern="1200" dirty="0" smtClean="0"/>
            <a:t> or any other person. </a:t>
          </a:r>
          <a:r>
            <a:rPr lang="en-US" sz="1900" kern="1200" err="1" smtClean="0"/>
            <a:t>E.g</a:t>
          </a:r>
          <a:r>
            <a:rPr lang="en-US" sz="1900" kern="1200" smtClean="0"/>
            <a:t>. Chinnaya</a:t>
          </a:r>
          <a:r>
            <a:rPr lang="en-US" sz="1900" kern="1200" dirty="0" smtClean="0"/>
            <a:t> Vs </a:t>
          </a:r>
          <a:r>
            <a:rPr lang="en-US" sz="1900" kern="1200" dirty="0" err="1" smtClean="0"/>
            <a:t>Ramayya</a:t>
          </a:r>
          <a:r>
            <a:rPr lang="en-US" sz="1900" kern="1200" dirty="0" smtClean="0"/>
            <a:t>  </a:t>
          </a:r>
          <a:endParaRPr lang="en-IN" sz="1900" kern="1200" dirty="0"/>
        </a:p>
      </dsp:txBody>
      <dsp:txXfrm>
        <a:off x="0" y="945225"/>
        <a:ext cx="8458200" cy="944649"/>
      </dsp:txXfrm>
    </dsp:sp>
    <dsp:sp modelId="{F204766C-A8DD-4DDA-9E61-2B91ADF634D7}">
      <dsp:nvSpPr>
        <dsp:cNvPr id="0" name=""/>
        <dsp:cNvSpPr/>
      </dsp:nvSpPr>
      <dsp:spPr>
        <a:xfrm>
          <a:off x="0" y="1889874"/>
          <a:ext cx="84582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0009D8A-88A4-41F9-9B07-018AF8FF2235}">
      <dsp:nvSpPr>
        <dsp:cNvPr id="0" name=""/>
        <dsp:cNvSpPr/>
      </dsp:nvSpPr>
      <dsp:spPr>
        <a:xfrm>
          <a:off x="0" y="1889874"/>
          <a:ext cx="8458200" cy="94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just" defTabSz="844550" rtl="0">
            <a:lnSpc>
              <a:spcPct val="90000"/>
            </a:lnSpc>
            <a:spcBef>
              <a:spcPct val="0"/>
            </a:spcBef>
            <a:spcAft>
              <a:spcPct val="35000"/>
            </a:spcAft>
          </a:pPr>
          <a:r>
            <a:rPr lang="en-US" sz="1900" kern="1200" dirty="0" smtClean="0"/>
            <a:t>It may be an act, abstinence or forbearance or a return promise. Forbearance to sue, compromise of a disputed claim or composition with the creditors are good consideration for a contract. </a:t>
          </a:r>
          <a:endParaRPr lang="en-IN" sz="1900" kern="1200" dirty="0"/>
        </a:p>
      </dsp:txBody>
      <dsp:txXfrm>
        <a:off x="0" y="1889874"/>
        <a:ext cx="8458200" cy="944649"/>
      </dsp:txXfrm>
    </dsp:sp>
    <dsp:sp modelId="{91F573D9-8FE2-472E-A916-68A6A28EADD0}">
      <dsp:nvSpPr>
        <dsp:cNvPr id="0" name=""/>
        <dsp:cNvSpPr/>
      </dsp:nvSpPr>
      <dsp:spPr>
        <a:xfrm>
          <a:off x="0" y="2834524"/>
          <a:ext cx="84582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DF791890-6219-4EBC-9620-61DC2BDD8A5C}">
      <dsp:nvSpPr>
        <dsp:cNvPr id="0" name=""/>
        <dsp:cNvSpPr/>
      </dsp:nvSpPr>
      <dsp:spPr>
        <a:xfrm>
          <a:off x="0" y="2834524"/>
          <a:ext cx="8458200" cy="94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smtClean="0"/>
            <a:t>It may be past, present or future</a:t>
          </a:r>
          <a:r>
            <a:rPr lang="en-US" sz="1900" i="1" kern="1200" smtClean="0"/>
            <a:t>. </a:t>
          </a:r>
          <a:r>
            <a:rPr lang="en-US" sz="1900" kern="1200" smtClean="0"/>
            <a:t> </a:t>
          </a:r>
          <a:endParaRPr lang="en-IN" sz="1900" kern="1200"/>
        </a:p>
      </dsp:txBody>
      <dsp:txXfrm>
        <a:off x="0" y="2834524"/>
        <a:ext cx="8458200" cy="944649"/>
      </dsp:txXfrm>
    </dsp:sp>
    <dsp:sp modelId="{F71E31B5-CBE7-48BB-85C8-F108C6867418}">
      <dsp:nvSpPr>
        <dsp:cNvPr id="0" name=""/>
        <dsp:cNvSpPr/>
      </dsp:nvSpPr>
      <dsp:spPr>
        <a:xfrm>
          <a:off x="0" y="3779173"/>
          <a:ext cx="84582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333094C3-E89B-4148-B918-75927F802606}">
      <dsp:nvSpPr>
        <dsp:cNvPr id="0" name=""/>
        <dsp:cNvSpPr/>
      </dsp:nvSpPr>
      <dsp:spPr>
        <a:xfrm>
          <a:off x="0" y="3779173"/>
          <a:ext cx="8458200" cy="94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smtClean="0"/>
            <a:t>It need not be adequate. The “something in return” need not necessarily be equal in value to “something given”. </a:t>
          </a:r>
          <a:endParaRPr lang="en-IN" sz="1900" kern="1200"/>
        </a:p>
      </dsp:txBody>
      <dsp:txXfrm>
        <a:off x="0" y="3779173"/>
        <a:ext cx="8458200" cy="94464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53F84E-DBAB-4F1C-8F35-9EC7CBD83437}">
      <dsp:nvSpPr>
        <dsp:cNvPr id="0" name=""/>
        <dsp:cNvSpPr/>
      </dsp:nvSpPr>
      <dsp:spPr>
        <a:xfrm>
          <a:off x="0" y="2209"/>
          <a:ext cx="82296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4EFFD2F-4B1A-427E-B9BD-54536D19CA33}">
      <dsp:nvSpPr>
        <dsp:cNvPr id="0" name=""/>
        <dsp:cNvSpPr/>
      </dsp:nvSpPr>
      <dsp:spPr>
        <a:xfrm>
          <a:off x="0" y="2209"/>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just" defTabSz="1022350" rtl="0">
            <a:lnSpc>
              <a:spcPct val="90000"/>
            </a:lnSpc>
            <a:spcBef>
              <a:spcPct val="0"/>
            </a:spcBef>
            <a:spcAft>
              <a:spcPct val="35000"/>
            </a:spcAft>
          </a:pPr>
          <a:r>
            <a:rPr lang="en-US" sz="2300" kern="1200" dirty="0" smtClean="0"/>
            <a:t>It must be real and not illusory. There is no real consideration in case there is physical impossibility, legal impossibility, uncertain consideration or illusory consideration (</a:t>
          </a:r>
          <a:r>
            <a:rPr lang="en-US" sz="2300" i="1" kern="1200" dirty="0" err="1" smtClean="0"/>
            <a:t>Stilk</a:t>
          </a:r>
          <a:r>
            <a:rPr lang="en-US" sz="2300" i="1" kern="1200" dirty="0" smtClean="0"/>
            <a:t> Vs Myrick, 1809); </a:t>
          </a:r>
          <a:r>
            <a:rPr lang="en-US" sz="2300" kern="1200" dirty="0" smtClean="0"/>
            <a:t> </a:t>
          </a:r>
          <a:endParaRPr lang="en-IN" sz="2300" kern="1200" dirty="0"/>
        </a:p>
      </dsp:txBody>
      <dsp:txXfrm>
        <a:off x="0" y="2209"/>
        <a:ext cx="8229600" cy="1507181"/>
      </dsp:txXfrm>
    </dsp:sp>
    <dsp:sp modelId="{B8870D99-D70C-455D-B218-873301E92117}">
      <dsp:nvSpPr>
        <dsp:cNvPr id="0" name=""/>
        <dsp:cNvSpPr/>
      </dsp:nvSpPr>
      <dsp:spPr>
        <a:xfrm>
          <a:off x="0" y="1509390"/>
          <a:ext cx="82296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DC4C8BFD-6C4D-4663-93DE-298C22106154}">
      <dsp:nvSpPr>
        <dsp:cNvPr id="0" name=""/>
        <dsp:cNvSpPr/>
      </dsp:nvSpPr>
      <dsp:spPr>
        <a:xfrm>
          <a:off x="0" y="1509390"/>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just" defTabSz="1022350" rtl="0">
            <a:lnSpc>
              <a:spcPct val="90000"/>
            </a:lnSpc>
            <a:spcBef>
              <a:spcPct val="0"/>
            </a:spcBef>
            <a:spcAft>
              <a:spcPct val="35000"/>
            </a:spcAft>
          </a:pPr>
          <a:r>
            <a:rPr lang="en-US" sz="2300" kern="1200" dirty="0" smtClean="0"/>
            <a:t>It must be something which the promisor is not already bound to do. A promise to perform a public duty by a public servant is not actually a consideration. </a:t>
          </a:r>
          <a:r>
            <a:rPr lang="en-US" sz="2300" i="1" kern="1200" dirty="0" err="1" smtClean="0"/>
            <a:t>Ramchandra</a:t>
          </a:r>
          <a:r>
            <a:rPr lang="en-US" sz="2300" i="1" kern="1200" dirty="0" smtClean="0"/>
            <a:t> </a:t>
          </a:r>
          <a:r>
            <a:rPr lang="en-US" sz="2300" i="1" kern="1200" dirty="0" err="1" smtClean="0"/>
            <a:t>Chintaman</a:t>
          </a:r>
          <a:r>
            <a:rPr lang="en-US" sz="2300" i="1" kern="1200" dirty="0" smtClean="0"/>
            <a:t> </a:t>
          </a:r>
          <a:r>
            <a:rPr lang="en-US" sz="2300" i="1" kern="1200" dirty="0" err="1" smtClean="0"/>
            <a:t>Vs</a:t>
          </a:r>
          <a:r>
            <a:rPr lang="en-US" sz="2300" i="1" kern="1200" dirty="0" smtClean="0"/>
            <a:t> </a:t>
          </a:r>
          <a:r>
            <a:rPr lang="en-US" sz="2300" i="1" kern="1200" dirty="0" err="1" smtClean="0"/>
            <a:t>Kalu</a:t>
          </a:r>
          <a:r>
            <a:rPr lang="en-US" sz="2300" i="1" kern="1200" dirty="0" smtClean="0"/>
            <a:t> </a:t>
          </a:r>
          <a:r>
            <a:rPr lang="en-US" sz="2300" i="1" kern="1200" dirty="0" err="1" smtClean="0"/>
            <a:t>Raju</a:t>
          </a:r>
          <a:r>
            <a:rPr lang="en-US" sz="2300" i="1" kern="1200" dirty="0" smtClean="0"/>
            <a:t> (1831)</a:t>
          </a:r>
          <a:endParaRPr lang="en-IN" sz="2300" kern="1200" dirty="0"/>
        </a:p>
      </dsp:txBody>
      <dsp:txXfrm>
        <a:off x="0" y="1509390"/>
        <a:ext cx="8229600" cy="1507181"/>
      </dsp:txXfrm>
    </dsp:sp>
    <dsp:sp modelId="{93DA3F67-D541-4608-9524-EF9ECC9517DF}">
      <dsp:nvSpPr>
        <dsp:cNvPr id="0" name=""/>
        <dsp:cNvSpPr/>
      </dsp:nvSpPr>
      <dsp:spPr>
        <a:xfrm>
          <a:off x="0" y="3016572"/>
          <a:ext cx="82296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A1282EC-1E68-4DF1-AA0A-25C60E290C75}">
      <dsp:nvSpPr>
        <dsp:cNvPr id="0" name=""/>
        <dsp:cNvSpPr/>
      </dsp:nvSpPr>
      <dsp:spPr>
        <a:xfrm>
          <a:off x="0" y="3016572"/>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rtl="0">
            <a:lnSpc>
              <a:spcPct val="90000"/>
            </a:lnSpc>
            <a:spcBef>
              <a:spcPct val="0"/>
            </a:spcBef>
            <a:spcAft>
              <a:spcPct val="35000"/>
            </a:spcAft>
          </a:pPr>
          <a:r>
            <a:rPr lang="en-US" sz="2300" kern="1200" smtClean="0"/>
            <a:t>It must not be illegal, immoral or opposed to public policy (Section 23). </a:t>
          </a:r>
          <a:endParaRPr lang="en-IN" sz="2300" kern="1200"/>
        </a:p>
      </dsp:txBody>
      <dsp:txXfrm>
        <a:off x="0" y="3016572"/>
        <a:ext cx="8229600" cy="150718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A12895-A419-4588-A993-C1EBC3C13FBC}">
      <dsp:nvSpPr>
        <dsp:cNvPr id="0" name=""/>
        <dsp:cNvSpPr/>
      </dsp:nvSpPr>
      <dsp:spPr>
        <a:xfrm>
          <a:off x="4114799" y="2010352"/>
          <a:ext cx="2911251" cy="505258"/>
        </a:xfrm>
        <a:custGeom>
          <a:avLst/>
          <a:gdLst/>
          <a:ahLst/>
          <a:cxnLst/>
          <a:rect l="0" t="0" r="0" b="0"/>
          <a:pathLst>
            <a:path>
              <a:moveTo>
                <a:pt x="0" y="0"/>
              </a:moveTo>
              <a:lnTo>
                <a:pt x="0" y="252629"/>
              </a:lnTo>
              <a:lnTo>
                <a:pt x="2911251" y="252629"/>
              </a:lnTo>
              <a:lnTo>
                <a:pt x="2911251" y="505258"/>
              </a:lnTo>
            </a:path>
          </a:pathLst>
        </a:custGeom>
        <a:noFill/>
        <a:ln w="25400" cap="flat" cmpd="sng" algn="ctr">
          <a:solidFill>
            <a:schemeClr val="bg2">
              <a:lumMod val="75000"/>
            </a:schemeClr>
          </a:solidFill>
          <a:prstDash val="solid"/>
        </a:ln>
        <a:effectLst/>
        <a:scene3d>
          <a:camera prst="orthographicFront"/>
          <a:lightRig rig="threePt" dir="t"/>
        </a:scene3d>
        <a:sp3d>
          <a:bevelT w="165100" prst="coolSlant"/>
        </a:sp3d>
      </dsp:spPr>
      <dsp:style>
        <a:lnRef idx="2">
          <a:scrgbClr r="0" g="0" b="0"/>
        </a:lnRef>
        <a:fillRef idx="0">
          <a:scrgbClr r="0" g="0" b="0"/>
        </a:fillRef>
        <a:effectRef idx="0">
          <a:scrgbClr r="0" g="0" b="0"/>
        </a:effectRef>
        <a:fontRef idx="minor"/>
      </dsp:style>
    </dsp:sp>
    <dsp:sp modelId="{667F7335-C3F4-48BB-BCCC-1CEF35A61576}">
      <dsp:nvSpPr>
        <dsp:cNvPr id="0" name=""/>
        <dsp:cNvSpPr/>
      </dsp:nvSpPr>
      <dsp:spPr>
        <a:xfrm>
          <a:off x="4069079" y="2010352"/>
          <a:ext cx="91440" cy="505258"/>
        </a:xfrm>
        <a:custGeom>
          <a:avLst/>
          <a:gdLst/>
          <a:ahLst/>
          <a:cxnLst/>
          <a:rect l="0" t="0" r="0" b="0"/>
          <a:pathLst>
            <a:path>
              <a:moveTo>
                <a:pt x="45720" y="0"/>
              </a:moveTo>
              <a:lnTo>
                <a:pt x="45720" y="505258"/>
              </a:lnTo>
            </a:path>
          </a:pathLst>
        </a:custGeom>
        <a:noFill/>
        <a:ln w="25400" cap="flat" cmpd="sng" algn="ctr">
          <a:solidFill>
            <a:schemeClr val="bg2">
              <a:lumMod val="75000"/>
            </a:schemeClr>
          </a:solidFill>
          <a:prstDash val="solid"/>
        </a:ln>
        <a:effectLst/>
        <a:scene3d>
          <a:camera prst="orthographicFront"/>
          <a:lightRig rig="threePt" dir="t"/>
        </a:scene3d>
        <a:sp3d>
          <a:bevelT w="165100" prst="coolSlant"/>
        </a:sp3d>
      </dsp:spPr>
      <dsp:style>
        <a:lnRef idx="2">
          <a:scrgbClr r="0" g="0" b="0"/>
        </a:lnRef>
        <a:fillRef idx="0">
          <a:scrgbClr r="0" g="0" b="0"/>
        </a:fillRef>
        <a:effectRef idx="0">
          <a:scrgbClr r="0" g="0" b="0"/>
        </a:effectRef>
        <a:fontRef idx="minor"/>
      </dsp:style>
    </dsp:sp>
    <dsp:sp modelId="{707B3FE2-D22E-4CE8-8AEE-1618C2436D68}">
      <dsp:nvSpPr>
        <dsp:cNvPr id="0" name=""/>
        <dsp:cNvSpPr/>
      </dsp:nvSpPr>
      <dsp:spPr>
        <a:xfrm>
          <a:off x="1203548" y="2010352"/>
          <a:ext cx="2911251" cy="505258"/>
        </a:xfrm>
        <a:custGeom>
          <a:avLst/>
          <a:gdLst/>
          <a:ahLst/>
          <a:cxnLst/>
          <a:rect l="0" t="0" r="0" b="0"/>
          <a:pathLst>
            <a:path>
              <a:moveTo>
                <a:pt x="2911251" y="0"/>
              </a:moveTo>
              <a:lnTo>
                <a:pt x="2911251" y="252629"/>
              </a:lnTo>
              <a:lnTo>
                <a:pt x="0" y="252629"/>
              </a:lnTo>
              <a:lnTo>
                <a:pt x="0" y="505258"/>
              </a:lnTo>
            </a:path>
          </a:pathLst>
        </a:custGeom>
        <a:noFill/>
        <a:ln w="25400" cap="flat" cmpd="sng" algn="ctr">
          <a:solidFill>
            <a:schemeClr val="bg2">
              <a:lumMod val="75000"/>
            </a:schemeClr>
          </a:solidFill>
          <a:prstDash val="solid"/>
        </a:ln>
        <a:effectLst/>
        <a:scene3d>
          <a:camera prst="orthographicFront"/>
          <a:lightRig rig="threePt" dir="t"/>
        </a:scene3d>
        <a:sp3d>
          <a:bevelT w="165100" prst="coolSlant"/>
        </a:sp3d>
      </dsp:spPr>
      <dsp:style>
        <a:lnRef idx="2">
          <a:scrgbClr r="0" g="0" b="0"/>
        </a:lnRef>
        <a:fillRef idx="0">
          <a:scrgbClr r="0" g="0" b="0"/>
        </a:fillRef>
        <a:effectRef idx="0">
          <a:scrgbClr r="0" g="0" b="0"/>
        </a:effectRef>
        <a:fontRef idx="minor"/>
      </dsp:style>
    </dsp:sp>
    <dsp:sp modelId="{91C1EDA2-F5B8-400F-983F-962A9F2B5D7F}">
      <dsp:nvSpPr>
        <dsp:cNvPr id="0" name=""/>
        <dsp:cNvSpPr/>
      </dsp:nvSpPr>
      <dsp:spPr>
        <a:xfrm>
          <a:off x="2911803" y="807355"/>
          <a:ext cx="2405992" cy="1202996"/>
        </a:xfrm>
        <a:prstGeom prst="rect">
          <a:avLst/>
        </a:prstGeom>
        <a:solidFill>
          <a:srgbClr val="FF0000"/>
        </a:solidFill>
        <a:ln>
          <a:solidFill>
            <a:schemeClr val="bg2">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rtl="0">
            <a:lnSpc>
              <a:spcPct val="90000"/>
            </a:lnSpc>
            <a:spcBef>
              <a:spcPct val="0"/>
            </a:spcBef>
            <a:spcAft>
              <a:spcPct val="35000"/>
            </a:spcAft>
          </a:pPr>
          <a:r>
            <a:rPr lang="en-US" sz="2100" kern="1200" dirty="0" smtClean="0"/>
            <a:t>Section 11 declares the following person to be incompetent to contract:</a:t>
          </a:r>
          <a:endParaRPr lang="en-IN" sz="2100" kern="1200" dirty="0"/>
        </a:p>
      </dsp:txBody>
      <dsp:txXfrm>
        <a:off x="2911803" y="807355"/>
        <a:ext cx="2405992" cy="1202996"/>
      </dsp:txXfrm>
    </dsp:sp>
    <dsp:sp modelId="{FCE9DCE4-C4C6-44FE-A9BA-913C45B3020A}">
      <dsp:nvSpPr>
        <dsp:cNvPr id="0" name=""/>
        <dsp:cNvSpPr/>
      </dsp:nvSpPr>
      <dsp:spPr>
        <a:xfrm>
          <a:off x="552" y="2515610"/>
          <a:ext cx="2405992" cy="1202996"/>
        </a:xfrm>
        <a:prstGeom prst="rect">
          <a:avLst/>
        </a:prstGeom>
        <a:solidFill>
          <a:srgbClr val="FF0000"/>
        </a:solidFill>
        <a:ln>
          <a:solidFill>
            <a:schemeClr val="bg2">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rtl="0">
            <a:lnSpc>
              <a:spcPct val="90000"/>
            </a:lnSpc>
            <a:spcBef>
              <a:spcPct val="0"/>
            </a:spcBef>
            <a:spcAft>
              <a:spcPct val="35000"/>
            </a:spcAft>
          </a:pPr>
          <a:r>
            <a:rPr lang="en-US" sz="2100" kern="1200" smtClean="0"/>
            <a:t>Minors</a:t>
          </a:r>
          <a:endParaRPr lang="en-IN" sz="2100" kern="1200"/>
        </a:p>
      </dsp:txBody>
      <dsp:txXfrm>
        <a:off x="552" y="2515610"/>
        <a:ext cx="2405992" cy="1202996"/>
      </dsp:txXfrm>
    </dsp:sp>
    <dsp:sp modelId="{1C4F960A-22C2-41C9-9D37-EB87832DC5D2}">
      <dsp:nvSpPr>
        <dsp:cNvPr id="0" name=""/>
        <dsp:cNvSpPr/>
      </dsp:nvSpPr>
      <dsp:spPr>
        <a:xfrm>
          <a:off x="2911803" y="2515610"/>
          <a:ext cx="2405992" cy="1202996"/>
        </a:xfrm>
        <a:prstGeom prst="rect">
          <a:avLst/>
        </a:prstGeom>
        <a:solidFill>
          <a:srgbClr val="FF0000"/>
        </a:solidFill>
        <a:ln>
          <a:solidFill>
            <a:schemeClr val="bg2">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rtl="0">
            <a:lnSpc>
              <a:spcPct val="90000"/>
            </a:lnSpc>
            <a:spcBef>
              <a:spcPct val="0"/>
            </a:spcBef>
            <a:spcAft>
              <a:spcPct val="35000"/>
            </a:spcAft>
          </a:pPr>
          <a:r>
            <a:rPr lang="en-US" sz="2100" kern="1200" smtClean="0"/>
            <a:t>Persons of Unsound Mind</a:t>
          </a:r>
          <a:endParaRPr lang="en-IN" sz="2100" kern="1200"/>
        </a:p>
      </dsp:txBody>
      <dsp:txXfrm>
        <a:off x="2911803" y="2515610"/>
        <a:ext cx="2405992" cy="1202996"/>
      </dsp:txXfrm>
    </dsp:sp>
    <dsp:sp modelId="{F45AD5AD-0457-4703-ADD9-EE469FE872A3}">
      <dsp:nvSpPr>
        <dsp:cNvPr id="0" name=""/>
        <dsp:cNvSpPr/>
      </dsp:nvSpPr>
      <dsp:spPr>
        <a:xfrm>
          <a:off x="5823054" y="2515610"/>
          <a:ext cx="2405992" cy="1202996"/>
        </a:xfrm>
        <a:prstGeom prst="rect">
          <a:avLst/>
        </a:prstGeom>
        <a:solidFill>
          <a:srgbClr val="FF0000"/>
        </a:solidFill>
        <a:ln>
          <a:solidFill>
            <a:schemeClr val="bg2">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rtl="0">
            <a:lnSpc>
              <a:spcPct val="90000"/>
            </a:lnSpc>
            <a:spcBef>
              <a:spcPct val="0"/>
            </a:spcBef>
            <a:spcAft>
              <a:spcPct val="35000"/>
            </a:spcAft>
          </a:pPr>
          <a:r>
            <a:rPr lang="en-US" sz="2100" kern="1200" smtClean="0"/>
            <a:t>Persons disqualified by any law to which they are subject</a:t>
          </a:r>
          <a:endParaRPr lang="en-IN" sz="2100" kern="1200"/>
        </a:p>
      </dsp:txBody>
      <dsp:txXfrm>
        <a:off x="5823054" y="2515610"/>
        <a:ext cx="2405992" cy="120299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E8F548-20F3-471A-9055-62DE131CF6ED}">
      <dsp:nvSpPr>
        <dsp:cNvPr id="0" name=""/>
        <dsp:cNvSpPr/>
      </dsp:nvSpPr>
      <dsp:spPr>
        <a:xfrm rot="5400000">
          <a:off x="-678894" y="678894"/>
          <a:ext cx="4525963" cy="3168174"/>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rtl="0">
            <a:lnSpc>
              <a:spcPct val="90000"/>
            </a:lnSpc>
            <a:spcBef>
              <a:spcPct val="0"/>
            </a:spcBef>
            <a:spcAft>
              <a:spcPct val="35000"/>
            </a:spcAft>
          </a:pPr>
          <a:r>
            <a:rPr lang="en-US" sz="1900" kern="1200" dirty="0" smtClean="0"/>
            <a:t>Section 3, Indian Majority Act, 1875: A minor is a person who has not completed eighteen years of age. </a:t>
          </a:r>
          <a:r>
            <a:rPr lang="en-US" sz="1900" kern="1200" smtClean="0"/>
            <a:t>There are two fundamental rules:</a:t>
          </a:r>
          <a:endParaRPr lang="en-IN" sz="1900" kern="1200" dirty="0"/>
        </a:p>
      </dsp:txBody>
      <dsp:txXfrm rot="-5400000">
        <a:off x="1" y="1584086"/>
        <a:ext cx="3168174" cy="1357789"/>
      </dsp:txXfrm>
    </dsp:sp>
    <dsp:sp modelId="{39F115DF-E4DC-4425-B504-1E92CDA22B09}">
      <dsp:nvSpPr>
        <dsp:cNvPr id="0" name=""/>
        <dsp:cNvSpPr/>
      </dsp:nvSpPr>
      <dsp:spPr>
        <a:xfrm rot="5400000">
          <a:off x="4227949" y="-1059774"/>
          <a:ext cx="2941875" cy="506142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rtl="0">
            <a:lnSpc>
              <a:spcPct val="90000"/>
            </a:lnSpc>
            <a:spcBef>
              <a:spcPct val="0"/>
            </a:spcBef>
            <a:spcAft>
              <a:spcPct val="15000"/>
            </a:spcAft>
            <a:buChar char="••"/>
          </a:pPr>
          <a:r>
            <a:rPr lang="en-US" sz="3000" kern="1200" dirty="0" smtClean="0"/>
            <a:t>Law protects minors against their own inexperience.</a:t>
          </a:r>
          <a:endParaRPr lang="en-IN" sz="3000" kern="1200" dirty="0"/>
        </a:p>
        <a:p>
          <a:pPr marL="285750" lvl="1" indent="-285750" algn="just" defTabSz="1333500" rtl="0">
            <a:lnSpc>
              <a:spcPct val="90000"/>
            </a:lnSpc>
            <a:spcBef>
              <a:spcPct val="0"/>
            </a:spcBef>
            <a:spcAft>
              <a:spcPct val="15000"/>
            </a:spcAft>
            <a:buChar char="••"/>
          </a:pPr>
          <a:r>
            <a:rPr lang="en-US" sz="3000" kern="1200" dirty="0" smtClean="0"/>
            <a:t>The law should not cause unnecessary hardship to persons who deal with minors.</a:t>
          </a:r>
          <a:endParaRPr lang="en-IN" sz="3000" kern="1200" dirty="0"/>
        </a:p>
      </dsp:txBody>
      <dsp:txXfrm rot="-5400000">
        <a:off x="3168175" y="143611"/>
        <a:ext cx="4917814" cy="265465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C6200-0692-4524-8982-8EC9A26C9654}">
      <dsp:nvSpPr>
        <dsp:cNvPr id="0" name=""/>
        <dsp:cNvSpPr/>
      </dsp:nvSpPr>
      <dsp:spPr>
        <a:xfrm>
          <a:off x="0" y="220"/>
          <a:ext cx="8763000" cy="60140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kern="1200" dirty="0" smtClean="0"/>
            <a:t>An agreement with or by a minor is void and inoperative </a:t>
          </a:r>
          <a:r>
            <a:rPr lang="en-US" sz="1800" kern="1200" dirty="0" err="1" smtClean="0"/>
            <a:t>ab</a:t>
          </a:r>
          <a:r>
            <a:rPr lang="en-US" sz="1800" kern="1200" dirty="0" smtClean="0"/>
            <a:t> initio. </a:t>
          </a:r>
          <a:r>
            <a:rPr lang="en-US" sz="1800" i="1" kern="1200" dirty="0" smtClean="0"/>
            <a:t>E.g. </a:t>
          </a:r>
          <a:r>
            <a:rPr lang="en-US" sz="1800" i="1" kern="1200" dirty="0" err="1" smtClean="0"/>
            <a:t>Mohiri</a:t>
          </a:r>
          <a:r>
            <a:rPr lang="en-US" sz="1800" i="1" kern="1200" dirty="0" smtClean="0"/>
            <a:t> </a:t>
          </a:r>
          <a:r>
            <a:rPr lang="en-US" sz="1800" i="1" kern="1200" dirty="0" err="1" smtClean="0"/>
            <a:t>Bibi</a:t>
          </a:r>
          <a:r>
            <a:rPr lang="en-US" sz="1800" i="1" kern="1200" dirty="0" smtClean="0"/>
            <a:t> Vs. </a:t>
          </a:r>
          <a:r>
            <a:rPr lang="en-US" sz="1800" i="1" kern="1200" dirty="0" err="1" smtClean="0"/>
            <a:t>Dharmodas</a:t>
          </a:r>
          <a:r>
            <a:rPr lang="en-US" sz="1800" i="1" kern="1200" dirty="0" smtClean="0"/>
            <a:t> </a:t>
          </a:r>
          <a:r>
            <a:rPr lang="en-US" sz="1800" i="1" kern="1200" dirty="0" err="1" smtClean="0"/>
            <a:t>Ghose</a:t>
          </a:r>
          <a:r>
            <a:rPr lang="en-US" sz="1800" i="1" kern="1200" dirty="0" smtClean="0"/>
            <a:t> (1903); </a:t>
          </a:r>
          <a:endParaRPr lang="en-IN" sz="1800" kern="1200" dirty="0"/>
        </a:p>
      </dsp:txBody>
      <dsp:txXfrm>
        <a:off x="29358" y="29578"/>
        <a:ext cx="8704284" cy="542684"/>
      </dsp:txXfrm>
    </dsp:sp>
    <dsp:sp modelId="{8D463055-0B69-41F1-B4F3-EE7D1525B9D1}">
      <dsp:nvSpPr>
        <dsp:cNvPr id="0" name=""/>
        <dsp:cNvSpPr/>
      </dsp:nvSpPr>
      <dsp:spPr>
        <a:xfrm>
          <a:off x="0" y="612406"/>
          <a:ext cx="8763000" cy="60140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A minor can be a </a:t>
          </a:r>
          <a:r>
            <a:rPr lang="en-US" sz="2000" kern="1200" dirty="0" err="1" smtClean="0"/>
            <a:t>promisee</a:t>
          </a:r>
          <a:r>
            <a:rPr lang="en-US" sz="2000" kern="1200" dirty="0" smtClean="0"/>
            <a:t> or beneficiary.</a:t>
          </a:r>
          <a:endParaRPr lang="en-IN" sz="2000" kern="1200" dirty="0"/>
        </a:p>
      </dsp:txBody>
      <dsp:txXfrm>
        <a:off x="29358" y="641764"/>
        <a:ext cx="8704284" cy="542684"/>
      </dsp:txXfrm>
    </dsp:sp>
    <dsp:sp modelId="{25D4AFDB-EB52-419B-9CA2-20314D4A41F4}">
      <dsp:nvSpPr>
        <dsp:cNvPr id="0" name=""/>
        <dsp:cNvSpPr/>
      </dsp:nvSpPr>
      <dsp:spPr>
        <a:xfrm>
          <a:off x="0" y="1224592"/>
          <a:ext cx="8763000" cy="60140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kern="1200" dirty="0" smtClean="0"/>
            <a:t>His agreement cannot be ratified by him on attaining the age of majority. Consideration given during minority is no consideration.</a:t>
          </a:r>
          <a:endParaRPr lang="en-IN" sz="1800" kern="1200" dirty="0"/>
        </a:p>
      </dsp:txBody>
      <dsp:txXfrm>
        <a:off x="29358" y="1253950"/>
        <a:ext cx="8704284" cy="542684"/>
      </dsp:txXfrm>
    </dsp:sp>
    <dsp:sp modelId="{C2C092A3-A07C-430A-807A-227A46004661}">
      <dsp:nvSpPr>
        <dsp:cNvPr id="0" name=""/>
        <dsp:cNvSpPr/>
      </dsp:nvSpPr>
      <dsp:spPr>
        <a:xfrm>
          <a:off x="0" y="1836779"/>
          <a:ext cx="8763000" cy="60140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If he has received any benefit under a void agreement, he cannot be asked to compensate for the same.</a:t>
          </a:r>
          <a:endParaRPr lang="en-IN" sz="2000" kern="1200" dirty="0"/>
        </a:p>
      </dsp:txBody>
      <dsp:txXfrm>
        <a:off x="29358" y="1866137"/>
        <a:ext cx="8704284" cy="54268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E82CD-5EF3-4599-B4D8-DDB496419703}">
      <dsp:nvSpPr>
        <dsp:cNvPr id="0" name=""/>
        <dsp:cNvSpPr/>
      </dsp:nvSpPr>
      <dsp:spPr>
        <a:xfrm>
          <a:off x="0" y="7079"/>
          <a:ext cx="8763000" cy="5779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t>He can always plead minority.</a:t>
          </a:r>
          <a:endParaRPr lang="en-IN" sz="2400" kern="1200" dirty="0"/>
        </a:p>
      </dsp:txBody>
      <dsp:txXfrm>
        <a:off x="28215" y="35294"/>
        <a:ext cx="8706570" cy="521550"/>
      </dsp:txXfrm>
    </dsp:sp>
    <dsp:sp modelId="{99AA317C-75F7-48CA-B8ED-9269EDF1B2E7}">
      <dsp:nvSpPr>
        <dsp:cNvPr id="0" name=""/>
        <dsp:cNvSpPr/>
      </dsp:nvSpPr>
      <dsp:spPr>
        <a:xfrm>
          <a:off x="0" y="622500"/>
          <a:ext cx="8763000" cy="5779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There can be no specific performance of the agreements entered into by him as they are void, </a:t>
          </a:r>
          <a:r>
            <a:rPr lang="en-US" sz="1600" i="1" kern="1200" dirty="0" err="1" smtClean="0"/>
            <a:t>ab</a:t>
          </a:r>
          <a:r>
            <a:rPr lang="en-US" sz="1600" i="1" kern="1200" dirty="0" smtClean="0"/>
            <a:t> initio</a:t>
          </a:r>
          <a:r>
            <a:rPr lang="en-US" sz="1600" kern="1200" dirty="0" smtClean="0"/>
            <a:t>.</a:t>
          </a:r>
          <a:endParaRPr lang="en-IN" sz="1600" kern="1200" dirty="0"/>
        </a:p>
      </dsp:txBody>
      <dsp:txXfrm>
        <a:off x="28215" y="650715"/>
        <a:ext cx="8706570" cy="521550"/>
      </dsp:txXfrm>
    </dsp:sp>
    <dsp:sp modelId="{75805EF0-556F-454A-9A8A-F8922C386953}">
      <dsp:nvSpPr>
        <dsp:cNvPr id="0" name=""/>
        <dsp:cNvSpPr/>
      </dsp:nvSpPr>
      <dsp:spPr>
        <a:xfrm>
          <a:off x="0" y="1237920"/>
          <a:ext cx="8763000" cy="5779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A minor cannot enter into a contract of partnership.</a:t>
          </a:r>
          <a:endParaRPr lang="en-IN" sz="2000" kern="1200" dirty="0"/>
        </a:p>
      </dsp:txBody>
      <dsp:txXfrm>
        <a:off x="28215" y="1266135"/>
        <a:ext cx="8706570" cy="521550"/>
      </dsp:txXfrm>
    </dsp:sp>
    <dsp:sp modelId="{410BB2B9-E49C-4D93-9A52-D5A7853D61B8}">
      <dsp:nvSpPr>
        <dsp:cNvPr id="0" name=""/>
        <dsp:cNvSpPr/>
      </dsp:nvSpPr>
      <dsp:spPr>
        <a:xfrm>
          <a:off x="0" y="1853340"/>
          <a:ext cx="8763000" cy="5779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He cannot be adjusted insolvent.</a:t>
          </a:r>
          <a:endParaRPr lang="en-IN" sz="2000" kern="1200" dirty="0"/>
        </a:p>
      </dsp:txBody>
      <dsp:txXfrm>
        <a:off x="28215" y="1881555"/>
        <a:ext cx="8706570" cy="52155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BF0E69-7301-43E0-B2CB-E3059B5301E3}">
      <dsp:nvSpPr>
        <dsp:cNvPr id="0" name=""/>
        <dsp:cNvSpPr/>
      </dsp:nvSpPr>
      <dsp:spPr>
        <a:xfrm>
          <a:off x="0" y="2160"/>
          <a:ext cx="8763000" cy="11044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He is liable for ‘necessaries’ supplied or necessary services rendered to him or anyone whom he is legally bound to support. </a:t>
          </a:r>
          <a:endParaRPr lang="en-IN" sz="1800" kern="1200" dirty="0"/>
        </a:p>
      </dsp:txBody>
      <dsp:txXfrm>
        <a:off x="53916" y="56076"/>
        <a:ext cx="8655168" cy="996648"/>
      </dsp:txXfrm>
    </dsp:sp>
    <dsp:sp modelId="{D6449141-5453-4B28-BB0A-5E9258A7DC32}">
      <dsp:nvSpPr>
        <dsp:cNvPr id="0" name=""/>
        <dsp:cNvSpPr/>
      </dsp:nvSpPr>
      <dsp:spPr>
        <a:xfrm>
          <a:off x="0" y="1276560"/>
          <a:ext cx="8763000" cy="11044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He can be an agent. </a:t>
          </a:r>
          <a:endParaRPr lang="en-IN" sz="1800" kern="1200" dirty="0"/>
        </a:p>
      </dsp:txBody>
      <dsp:txXfrm>
        <a:off x="53916" y="1330476"/>
        <a:ext cx="8655168" cy="996648"/>
      </dsp:txXfrm>
    </dsp:sp>
    <dsp:sp modelId="{9CC204A8-94C1-4055-8CF3-4714FE4424F8}">
      <dsp:nvSpPr>
        <dsp:cNvPr id="0" name=""/>
        <dsp:cNvSpPr/>
      </dsp:nvSpPr>
      <dsp:spPr>
        <a:xfrm>
          <a:off x="0" y="2550960"/>
          <a:ext cx="8763000" cy="11044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His parents/guardians are/is not liable for the contract entered into by him.</a:t>
          </a:r>
          <a:endParaRPr lang="en-IN" sz="1600" kern="1200" dirty="0"/>
        </a:p>
      </dsp:txBody>
      <dsp:txXfrm>
        <a:off x="53916" y="2604876"/>
        <a:ext cx="8655168" cy="99664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64F03-319B-4EDA-B69D-D15C2EAF03C4}">
      <dsp:nvSpPr>
        <dsp:cNvPr id="0" name=""/>
        <dsp:cNvSpPr/>
      </dsp:nvSpPr>
      <dsp:spPr>
        <a:xfrm>
          <a:off x="0" y="1357788"/>
          <a:ext cx="8229600" cy="1810385"/>
        </a:xfrm>
        <a:prstGeom prst="notchedRightArrow">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B498A715-7D55-49A7-8290-418A703A0773}">
      <dsp:nvSpPr>
        <dsp:cNvPr id="0" name=""/>
        <dsp:cNvSpPr/>
      </dsp:nvSpPr>
      <dsp:spPr>
        <a:xfrm>
          <a:off x="1317" y="0"/>
          <a:ext cx="2308312"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lvl="0" algn="ctr" defTabSz="711200" rtl="0">
            <a:lnSpc>
              <a:spcPct val="90000"/>
            </a:lnSpc>
            <a:spcBef>
              <a:spcPct val="0"/>
            </a:spcBef>
            <a:spcAft>
              <a:spcPct val="35000"/>
            </a:spcAft>
          </a:pPr>
          <a:r>
            <a:rPr lang="en-US" sz="1600" b="1" kern="1200" dirty="0" smtClean="0"/>
            <a:t>Lunatics:</a:t>
          </a:r>
          <a:r>
            <a:rPr lang="en-US" sz="1300" b="1" kern="1200" dirty="0" smtClean="0"/>
            <a:t> A lunatic is a person who is mentally deranged due to some mental strain or other personal experience. He has </a:t>
          </a:r>
          <a:r>
            <a:rPr lang="en-US" sz="1300" b="1" i="1" kern="1200" dirty="0" smtClean="0"/>
            <a:t>intermittent intervals </a:t>
          </a:r>
          <a:r>
            <a:rPr lang="en-US" sz="1300" b="1" kern="1200" dirty="0" smtClean="0"/>
            <a:t>of sanity and insanity. He can enter into contracts when he is of a sound mind. </a:t>
          </a:r>
          <a:endParaRPr lang="en-IN" sz="1300" b="1" kern="1200" dirty="0"/>
        </a:p>
      </dsp:txBody>
      <dsp:txXfrm>
        <a:off x="1317" y="0"/>
        <a:ext cx="2308312" cy="1810385"/>
      </dsp:txXfrm>
    </dsp:sp>
    <dsp:sp modelId="{D2922764-B149-4FB8-8587-9F405481E317}">
      <dsp:nvSpPr>
        <dsp:cNvPr id="0" name=""/>
        <dsp:cNvSpPr/>
      </dsp:nvSpPr>
      <dsp:spPr>
        <a:xfrm>
          <a:off x="929175" y="2036683"/>
          <a:ext cx="452596" cy="45259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A3E09E0D-945B-471A-A941-0717114AEF30}">
      <dsp:nvSpPr>
        <dsp:cNvPr id="0" name=""/>
        <dsp:cNvSpPr/>
      </dsp:nvSpPr>
      <dsp:spPr>
        <a:xfrm>
          <a:off x="2386300" y="2715577"/>
          <a:ext cx="2657469"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lvl="0" algn="ctr" defTabSz="711200" rtl="0">
            <a:lnSpc>
              <a:spcPct val="90000"/>
            </a:lnSpc>
            <a:spcBef>
              <a:spcPct val="0"/>
            </a:spcBef>
            <a:spcAft>
              <a:spcPct val="35000"/>
            </a:spcAft>
          </a:pPr>
          <a:r>
            <a:rPr lang="en-US" sz="1600" b="1" kern="1200" dirty="0" smtClean="0"/>
            <a:t>Idiots</a:t>
          </a:r>
          <a:r>
            <a:rPr lang="en-US" sz="1300" b="1" kern="1200" dirty="0" smtClean="0"/>
            <a:t>:  An idiot is one who has fully lost his mental powers. He does not exhibit understanding of even ordinary matters. </a:t>
          </a:r>
          <a:r>
            <a:rPr lang="en-US" sz="1300" b="1" i="1" kern="1200" dirty="0" smtClean="0"/>
            <a:t>Idiocy is permanent while lunacy is temporary</a:t>
          </a:r>
          <a:r>
            <a:rPr lang="en-US" sz="1300" b="1" kern="1200" dirty="0" smtClean="0"/>
            <a:t>. Just like for a minor, contract with an idiot is void.</a:t>
          </a:r>
          <a:endParaRPr lang="en-IN" sz="1300" b="1" kern="1200" dirty="0"/>
        </a:p>
      </dsp:txBody>
      <dsp:txXfrm>
        <a:off x="2386300" y="2715577"/>
        <a:ext cx="2657469" cy="1810385"/>
      </dsp:txXfrm>
    </dsp:sp>
    <dsp:sp modelId="{C43D2AA5-D14A-4E1A-806F-90A1810D5259}">
      <dsp:nvSpPr>
        <dsp:cNvPr id="0" name=""/>
        <dsp:cNvSpPr/>
      </dsp:nvSpPr>
      <dsp:spPr>
        <a:xfrm>
          <a:off x="3488737" y="2036683"/>
          <a:ext cx="452596" cy="45259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E8106476-7495-4306-8C15-842BC1A75715}">
      <dsp:nvSpPr>
        <dsp:cNvPr id="0" name=""/>
        <dsp:cNvSpPr/>
      </dsp:nvSpPr>
      <dsp:spPr>
        <a:xfrm>
          <a:off x="5120440" y="0"/>
          <a:ext cx="2284882"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en-US" sz="1600" b="1" kern="1200" dirty="0" smtClean="0"/>
            <a:t>Drunken Person</a:t>
          </a:r>
          <a:r>
            <a:rPr lang="en-US" sz="1300" b="1" kern="1200" dirty="0" smtClean="0"/>
            <a:t>: The position of a drunken person is similar to a lunatic.</a:t>
          </a:r>
          <a:endParaRPr lang="en-IN" sz="1300" b="1" kern="1200" dirty="0"/>
        </a:p>
      </dsp:txBody>
      <dsp:txXfrm>
        <a:off x="5120440" y="0"/>
        <a:ext cx="2284882" cy="1810385"/>
      </dsp:txXfrm>
    </dsp:sp>
    <dsp:sp modelId="{E5012432-5214-4232-863B-9A7E16488906}">
      <dsp:nvSpPr>
        <dsp:cNvPr id="0" name=""/>
        <dsp:cNvSpPr/>
      </dsp:nvSpPr>
      <dsp:spPr>
        <a:xfrm>
          <a:off x="6036583" y="2036683"/>
          <a:ext cx="452596" cy="45259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52C703-BAD9-4DAE-82F6-FBFB2AC313B7}">
      <dsp:nvSpPr>
        <dsp:cNvPr id="0" name=""/>
        <dsp:cNvSpPr/>
      </dsp:nvSpPr>
      <dsp:spPr>
        <a:xfrm>
          <a:off x="1512371" y="0"/>
          <a:ext cx="4525963" cy="4525963"/>
        </a:xfrm>
        <a:prstGeom prst="triangl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3F84B73-32EA-4F00-A1DB-C0CBD4AC4A9A}">
      <dsp:nvSpPr>
        <dsp:cNvPr id="0" name=""/>
        <dsp:cNvSpPr/>
      </dsp:nvSpPr>
      <dsp:spPr>
        <a:xfrm>
          <a:off x="3775352" y="453038"/>
          <a:ext cx="2941875" cy="643535"/>
        </a:xfrm>
        <a:prstGeom prst="round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smtClean="0"/>
            <a:t>Alien Enemies</a:t>
          </a:r>
          <a:endParaRPr lang="en-IN" sz="1500" kern="1200"/>
        </a:p>
      </dsp:txBody>
      <dsp:txXfrm>
        <a:off x="3806767" y="484453"/>
        <a:ext cx="2879045" cy="580705"/>
      </dsp:txXfrm>
    </dsp:sp>
    <dsp:sp modelId="{CA45094A-D32B-4038-B929-9E9CC8353D18}">
      <dsp:nvSpPr>
        <dsp:cNvPr id="0" name=""/>
        <dsp:cNvSpPr/>
      </dsp:nvSpPr>
      <dsp:spPr>
        <a:xfrm>
          <a:off x="3775352" y="1177015"/>
          <a:ext cx="2941875" cy="643535"/>
        </a:xfrm>
        <a:prstGeom prst="roundRect">
          <a:avLst/>
        </a:prstGeom>
        <a:solidFill>
          <a:schemeClr val="lt1">
            <a:alpha val="90000"/>
            <a:hueOff val="0"/>
            <a:satOff val="0"/>
            <a:lumOff val="0"/>
            <a:alphaOff val="0"/>
          </a:schemeClr>
        </a:solidFill>
        <a:ln w="9525" cap="flat" cmpd="sng" algn="ctr">
          <a:solidFill>
            <a:schemeClr val="accent2">
              <a:hueOff val="686585"/>
              <a:satOff val="-12202"/>
              <a:lumOff val="392"/>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smtClean="0"/>
            <a:t>Foreign Sovereigns and Accredited Representatives of a Foreign State</a:t>
          </a:r>
          <a:endParaRPr lang="en-IN" sz="1500" kern="1200"/>
        </a:p>
      </dsp:txBody>
      <dsp:txXfrm>
        <a:off x="3806767" y="1208430"/>
        <a:ext cx="2879045" cy="580705"/>
      </dsp:txXfrm>
    </dsp:sp>
    <dsp:sp modelId="{398A5FF4-80A5-4EAF-9EF7-CA17042DE743}">
      <dsp:nvSpPr>
        <dsp:cNvPr id="0" name=""/>
        <dsp:cNvSpPr/>
      </dsp:nvSpPr>
      <dsp:spPr>
        <a:xfrm>
          <a:off x="3775352" y="1900992"/>
          <a:ext cx="2941875" cy="643535"/>
        </a:xfrm>
        <a:prstGeom prst="roundRect">
          <a:avLst/>
        </a:prstGeom>
        <a:solidFill>
          <a:schemeClr val="lt1">
            <a:alpha val="90000"/>
            <a:hueOff val="0"/>
            <a:satOff val="0"/>
            <a:lumOff val="0"/>
            <a:alphaOff val="0"/>
          </a:schemeClr>
        </a:solidFill>
        <a:ln w="9525" cap="flat" cmpd="sng" algn="ctr">
          <a:solidFill>
            <a:schemeClr val="accent2">
              <a:hueOff val="1373170"/>
              <a:satOff val="-24404"/>
              <a:lumOff val="785"/>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smtClean="0"/>
            <a:t>Corporations </a:t>
          </a:r>
          <a:endParaRPr lang="en-IN" sz="1500" kern="1200"/>
        </a:p>
      </dsp:txBody>
      <dsp:txXfrm>
        <a:off x="3806767" y="1932407"/>
        <a:ext cx="2879045" cy="580705"/>
      </dsp:txXfrm>
    </dsp:sp>
    <dsp:sp modelId="{542DBBD8-6546-4841-B7FD-1280096E1402}">
      <dsp:nvSpPr>
        <dsp:cNvPr id="0" name=""/>
        <dsp:cNvSpPr/>
      </dsp:nvSpPr>
      <dsp:spPr>
        <a:xfrm>
          <a:off x="3775352" y="2624970"/>
          <a:ext cx="2941875" cy="643535"/>
        </a:xfrm>
        <a:prstGeom prst="roundRect">
          <a:avLst/>
        </a:prstGeom>
        <a:solidFill>
          <a:schemeClr val="lt1">
            <a:alpha val="90000"/>
            <a:hueOff val="0"/>
            <a:satOff val="0"/>
            <a:lumOff val="0"/>
            <a:alphaOff val="0"/>
          </a:schemeClr>
        </a:solidFill>
        <a:ln w="9525" cap="flat" cmpd="sng" algn="ctr">
          <a:solidFill>
            <a:schemeClr val="accent2">
              <a:hueOff val="2059755"/>
              <a:satOff val="-36606"/>
              <a:lumOff val="1177"/>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smtClean="0"/>
            <a:t>Insolvents</a:t>
          </a:r>
          <a:endParaRPr lang="en-IN" sz="1500" kern="1200"/>
        </a:p>
      </dsp:txBody>
      <dsp:txXfrm>
        <a:off x="3806767" y="2656385"/>
        <a:ext cx="2879045" cy="580705"/>
      </dsp:txXfrm>
    </dsp:sp>
    <dsp:sp modelId="{5F60F385-A088-4B57-B6DE-9F6E4AE99365}">
      <dsp:nvSpPr>
        <dsp:cNvPr id="0" name=""/>
        <dsp:cNvSpPr/>
      </dsp:nvSpPr>
      <dsp:spPr>
        <a:xfrm>
          <a:off x="3775352" y="3348947"/>
          <a:ext cx="2941875" cy="643535"/>
        </a:xfrm>
        <a:prstGeom prst="roundRect">
          <a:avLst/>
        </a:prstGeom>
        <a:solidFill>
          <a:schemeClr val="lt1">
            <a:alpha val="90000"/>
            <a:hueOff val="0"/>
            <a:satOff val="0"/>
            <a:lumOff val="0"/>
            <a:alphaOff val="0"/>
          </a:schemeClr>
        </a:solidFill>
        <a:ln w="9525" cap="flat" cmpd="sng" algn="ctr">
          <a:solidFill>
            <a:schemeClr val="accent2">
              <a:hueOff val="2746340"/>
              <a:satOff val="-48808"/>
              <a:lumOff val="1569"/>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smtClean="0"/>
            <a:t>Convicts</a:t>
          </a:r>
          <a:endParaRPr lang="en-IN" sz="1500" kern="1200"/>
        </a:p>
      </dsp:txBody>
      <dsp:txXfrm>
        <a:off x="3806767" y="3380362"/>
        <a:ext cx="2879045" cy="58070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08F0D4-448F-41C8-9C71-2CC68514E97E}">
      <dsp:nvSpPr>
        <dsp:cNvPr id="0" name=""/>
        <dsp:cNvSpPr/>
      </dsp:nvSpPr>
      <dsp:spPr>
        <a:xfrm>
          <a:off x="0" y="0"/>
          <a:ext cx="8305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FB92AC-5459-4ECB-895B-BBE6925C799C}">
      <dsp:nvSpPr>
        <dsp:cNvPr id="0" name=""/>
        <dsp:cNvSpPr/>
      </dsp:nvSpPr>
      <dsp:spPr>
        <a:xfrm>
          <a:off x="0" y="0"/>
          <a:ext cx="8305800" cy="1714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rtl="0">
            <a:lnSpc>
              <a:spcPct val="90000"/>
            </a:lnSpc>
            <a:spcBef>
              <a:spcPct val="0"/>
            </a:spcBef>
            <a:spcAft>
              <a:spcPct val="35000"/>
            </a:spcAft>
          </a:pPr>
          <a:r>
            <a:rPr lang="en-US" sz="2400" kern="1200" dirty="0" smtClean="0"/>
            <a:t>Consent – Section 13;  Two or more persons are said to consent when they agree upon the same thing in the same sense.</a:t>
          </a:r>
          <a:endParaRPr lang="en-IN" sz="2400" kern="1200" dirty="0"/>
        </a:p>
      </dsp:txBody>
      <dsp:txXfrm>
        <a:off x="0" y="0"/>
        <a:ext cx="8305800" cy="1714499"/>
      </dsp:txXfrm>
    </dsp:sp>
    <dsp:sp modelId="{8ACFF7D1-B952-408C-B203-E93D6A13B2AB}">
      <dsp:nvSpPr>
        <dsp:cNvPr id="0" name=""/>
        <dsp:cNvSpPr/>
      </dsp:nvSpPr>
      <dsp:spPr>
        <a:xfrm>
          <a:off x="0" y="1714499"/>
          <a:ext cx="8305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3D09B5-505B-4562-B338-26AF222E01F0}">
      <dsp:nvSpPr>
        <dsp:cNvPr id="0" name=""/>
        <dsp:cNvSpPr/>
      </dsp:nvSpPr>
      <dsp:spPr>
        <a:xfrm>
          <a:off x="0" y="1714499"/>
          <a:ext cx="1661160" cy="1714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just" defTabSz="844550" rtl="0">
            <a:lnSpc>
              <a:spcPct val="90000"/>
            </a:lnSpc>
            <a:spcBef>
              <a:spcPct val="0"/>
            </a:spcBef>
            <a:spcAft>
              <a:spcPct val="35000"/>
            </a:spcAft>
          </a:pPr>
          <a:r>
            <a:rPr lang="en-US" sz="1900" b="1" kern="1200" dirty="0" smtClean="0"/>
            <a:t>Free Consent</a:t>
          </a:r>
          <a:r>
            <a:rPr lang="en-US" sz="1900" kern="1200" dirty="0" smtClean="0"/>
            <a:t> – Consent is said to be free, when it is not caused by</a:t>
          </a:r>
          <a:endParaRPr lang="en-IN" sz="1900" kern="1200" dirty="0"/>
        </a:p>
      </dsp:txBody>
      <dsp:txXfrm>
        <a:off x="0" y="1714499"/>
        <a:ext cx="1661160" cy="1714499"/>
      </dsp:txXfrm>
    </dsp:sp>
    <dsp:sp modelId="{64B047FC-58A1-4BED-9C10-64A874B29371}">
      <dsp:nvSpPr>
        <dsp:cNvPr id="0" name=""/>
        <dsp:cNvSpPr/>
      </dsp:nvSpPr>
      <dsp:spPr>
        <a:xfrm>
          <a:off x="1785747" y="1730656"/>
          <a:ext cx="6520053" cy="323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kern="1200" dirty="0" smtClean="0"/>
            <a:t>Coercion (Section 15)</a:t>
          </a:r>
          <a:endParaRPr lang="en-IN" sz="1600" kern="1200" dirty="0"/>
        </a:p>
      </dsp:txBody>
      <dsp:txXfrm>
        <a:off x="1785747" y="1730656"/>
        <a:ext cx="6520053" cy="323142"/>
      </dsp:txXfrm>
    </dsp:sp>
    <dsp:sp modelId="{19EFED61-DC96-4CFD-9C93-EDBD182672D1}">
      <dsp:nvSpPr>
        <dsp:cNvPr id="0" name=""/>
        <dsp:cNvSpPr/>
      </dsp:nvSpPr>
      <dsp:spPr>
        <a:xfrm>
          <a:off x="1661160" y="2053799"/>
          <a:ext cx="66446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316BEE-5234-4F06-9F3E-40640E1BC49D}">
      <dsp:nvSpPr>
        <dsp:cNvPr id="0" name=""/>
        <dsp:cNvSpPr/>
      </dsp:nvSpPr>
      <dsp:spPr>
        <a:xfrm>
          <a:off x="1785747" y="2069956"/>
          <a:ext cx="6520053" cy="323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kern="1200" dirty="0" smtClean="0"/>
            <a:t>Undue Influence(Section 16)</a:t>
          </a:r>
          <a:endParaRPr lang="en-IN" sz="1600" kern="1200" dirty="0"/>
        </a:p>
      </dsp:txBody>
      <dsp:txXfrm>
        <a:off x="1785747" y="2069956"/>
        <a:ext cx="6520053" cy="323142"/>
      </dsp:txXfrm>
    </dsp:sp>
    <dsp:sp modelId="{639B1EDA-AF5F-4EF1-9C7B-FE696E4699B3}">
      <dsp:nvSpPr>
        <dsp:cNvPr id="0" name=""/>
        <dsp:cNvSpPr/>
      </dsp:nvSpPr>
      <dsp:spPr>
        <a:xfrm>
          <a:off x="1661160" y="2393099"/>
          <a:ext cx="66446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1D8E74-76A4-4CDF-A7A7-AC81909BEDE8}">
      <dsp:nvSpPr>
        <dsp:cNvPr id="0" name=""/>
        <dsp:cNvSpPr/>
      </dsp:nvSpPr>
      <dsp:spPr>
        <a:xfrm>
          <a:off x="1785747" y="2409256"/>
          <a:ext cx="6520053" cy="323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kern="1200" dirty="0" smtClean="0"/>
            <a:t>Fraud(Section 17)</a:t>
          </a:r>
          <a:endParaRPr lang="en-IN" sz="1600" kern="1200" dirty="0"/>
        </a:p>
      </dsp:txBody>
      <dsp:txXfrm>
        <a:off x="1785747" y="2409256"/>
        <a:ext cx="6520053" cy="323142"/>
      </dsp:txXfrm>
    </dsp:sp>
    <dsp:sp modelId="{E0EAD676-9682-4550-A8A4-52EB6FA14F1B}">
      <dsp:nvSpPr>
        <dsp:cNvPr id="0" name=""/>
        <dsp:cNvSpPr/>
      </dsp:nvSpPr>
      <dsp:spPr>
        <a:xfrm>
          <a:off x="1661160" y="2732399"/>
          <a:ext cx="66446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789A40-F069-4428-B646-21FC75C0131B}">
      <dsp:nvSpPr>
        <dsp:cNvPr id="0" name=""/>
        <dsp:cNvSpPr/>
      </dsp:nvSpPr>
      <dsp:spPr>
        <a:xfrm>
          <a:off x="1785747" y="2748557"/>
          <a:ext cx="6520053" cy="323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kern="1200" dirty="0" smtClean="0"/>
            <a:t>Misrepresentation(Section 18)</a:t>
          </a:r>
          <a:endParaRPr lang="en-IN" sz="1600" kern="1200" dirty="0"/>
        </a:p>
      </dsp:txBody>
      <dsp:txXfrm>
        <a:off x="1785747" y="2748557"/>
        <a:ext cx="6520053" cy="323142"/>
      </dsp:txXfrm>
    </dsp:sp>
    <dsp:sp modelId="{FAA5F244-96A4-4EDE-9490-9655B86B60E8}">
      <dsp:nvSpPr>
        <dsp:cNvPr id="0" name=""/>
        <dsp:cNvSpPr/>
      </dsp:nvSpPr>
      <dsp:spPr>
        <a:xfrm>
          <a:off x="1661160" y="3071699"/>
          <a:ext cx="66446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DF88A8-31D2-4220-9530-A53C328B9A14}">
      <dsp:nvSpPr>
        <dsp:cNvPr id="0" name=""/>
        <dsp:cNvSpPr/>
      </dsp:nvSpPr>
      <dsp:spPr>
        <a:xfrm>
          <a:off x="1785747" y="3087857"/>
          <a:ext cx="6520053" cy="323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kern="1200" dirty="0" smtClean="0"/>
            <a:t>Mistake, subject to the provisions of Sections 20, 21, 22 (Section 14)</a:t>
          </a:r>
          <a:endParaRPr lang="en-IN" sz="1600" kern="1200" dirty="0"/>
        </a:p>
      </dsp:txBody>
      <dsp:txXfrm>
        <a:off x="1785747" y="3087857"/>
        <a:ext cx="6520053" cy="323142"/>
      </dsp:txXfrm>
    </dsp:sp>
    <dsp:sp modelId="{C043731C-2109-4477-B2A2-99BF0FEBC8B8}">
      <dsp:nvSpPr>
        <dsp:cNvPr id="0" name=""/>
        <dsp:cNvSpPr/>
      </dsp:nvSpPr>
      <dsp:spPr>
        <a:xfrm>
          <a:off x="1661160" y="3411000"/>
          <a:ext cx="66446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117ADD-5804-4051-8E2E-5D8228EB9E8C}">
      <dsp:nvSpPr>
        <dsp:cNvPr id="0" name=""/>
        <dsp:cNvSpPr/>
      </dsp:nvSpPr>
      <dsp:spPr>
        <a:xfrm>
          <a:off x="7032223" y="1248940"/>
          <a:ext cx="154471" cy="1204876"/>
        </a:xfrm>
        <a:custGeom>
          <a:avLst/>
          <a:gdLst/>
          <a:ahLst/>
          <a:cxnLst/>
          <a:rect l="0" t="0" r="0" b="0"/>
          <a:pathLst>
            <a:path>
              <a:moveTo>
                <a:pt x="0" y="0"/>
              </a:moveTo>
              <a:lnTo>
                <a:pt x="0" y="1204876"/>
              </a:lnTo>
              <a:lnTo>
                <a:pt x="154471" y="120487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DFAB8F-A8B0-4B06-9A20-862E4797DCB0}">
      <dsp:nvSpPr>
        <dsp:cNvPr id="0" name=""/>
        <dsp:cNvSpPr/>
      </dsp:nvSpPr>
      <dsp:spPr>
        <a:xfrm>
          <a:off x="7032223" y="1248940"/>
          <a:ext cx="154471" cy="473712"/>
        </a:xfrm>
        <a:custGeom>
          <a:avLst/>
          <a:gdLst/>
          <a:ahLst/>
          <a:cxnLst/>
          <a:rect l="0" t="0" r="0" b="0"/>
          <a:pathLst>
            <a:path>
              <a:moveTo>
                <a:pt x="0" y="0"/>
              </a:moveTo>
              <a:lnTo>
                <a:pt x="0" y="473712"/>
              </a:lnTo>
              <a:lnTo>
                <a:pt x="154471" y="47371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4EF890-C8B7-431D-B326-5DB5C63CFCFE}">
      <dsp:nvSpPr>
        <dsp:cNvPr id="0" name=""/>
        <dsp:cNvSpPr/>
      </dsp:nvSpPr>
      <dsp:spPr>
        <a:xfrm>
          <a:off x="4328973" y="517776"/>
          <a:ext cx="3115172" cy="216259"/>
        </a:xfrm>
        <a:custGeom>
          <a:avLst/>
          <a:gdLst/>
          <a:ahLst/>
          <a:cxnLst/>
          <a:rect l="0" t="0" r="0" b="0"/>
          <a:pathLst>
            <a:path>
              <a:moveTo>
                <a:pt x="0" y="0"/>
              </a:moveTo>
              <a:lnTo>
                <a:pt x="0" y="108129"/>
              </a:lnTo>
              <a:lnTo>
                <a:pt x="3115172" y="108129"/>
              </a:lnTo>
              <a:lnTo>
                <a:pt x="3115172" y="21625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756ACA-6C99-4767-BC1C-699987D59699}">
      <dsp:nvSpPr>
        <dsp:cNvPr id="0" name=""/>
        <dsp:cNvSpPr/>
      </dsp:nvSpPr>
      <dsp:spPr>
        <a:xfrm>
          <a:off x="5786153" y="1248940"/>
          <a:ext cx="154471" cy="1204876"/>
        </a:xfrm>
        <a:custGeom>
          <a:avLst/>
          <a:gdLst/>
          <a:ahLst/>
          <a:cxnLst/>
          <a:rect l="0" t="0" r="0" b="0"/>
          <a:pathLst>
            <a:path>
              <a:moveTo>
                <a:pt x="0" y="0"/>
              </a:moveTo>
              <a:lnTo>
                <a:pt x="0" y="1204876"/>
              </a:lnTo>
              <a:lnTo>
                <a:pt x="154471" y="120487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67DD7D-EC7E-4CB7-94BA-2EDEDC55DC2B}">
      <dsp:nvSpPr>
        <dsp:cNvPr id="0" name=""/>
        <dsp:cNvSpPr/>
      </dsp:nvSpPr>
      <dsp:spPr>
        <a:xfrm>
          <a:off x="5786153" y="1248940"/>
          <a:ext cx="154471" cy="473712"/>
        </a:xfrm>
        <a:custGeom>
          <a:avLst/>
          <a:gdLst/>
          <a:ahLst/>
          <a:cxnLst/>
          <a:rect l="0" t="0" r="0" b="0"/>
          <a:pathLst>
            <a:path>
              <a:moveTo>
                <a:pt x="0" y="0"/>
              </a:moveTo>
              <a:lnTo>
                <a:pt x="0" y="473712"/>
              </a:lnTo>
              <a:lnTo>
                <a:pt x="154471" y="47371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BDF18A-7985-4114-A48F-C02FDBD7F047}">
      <dsp:nvSpPr>
        <dsp:cNvPr id="0" name=""/>
        <dsp:cNvSpPr/>
      </dsp:nvSpPr>
      <dsp:spPr>
        <a:xfrm>
          <a:off x="4328973" y="517776"/>
          <a:ext cx="1869103" cy="216259"/>
        </a:xfrm>
        <a:custGeom>
          <a:avLst/>
          <a:gdLst/>
          <a:ahLst/>
          <a:cxnLst/>
          <a:rect l="0" t="0" r="0" b="0"/>
          <a:pathLst>
            <a:path>
              <a:moveTo>
                <a:pt x="0" y="0"/>
              </a:moveTo>
              <a:lnTo>
                <a:pt x="0" y="108129"/>
              </a:lnTo>
              <a:lnTo>
                <a:pt x="1869103" y="108129"/>
              </a:lnTo>
              <a:lnTo>
                <a:pt x="1869103" y="21625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9E069F-8EB2-4451-84CC-2D9431FB2E06}">
      <dsp:nvSpPr>
        <dsp:cNvPr id="0" name=""/>
        <dsp:cNvSpPr/>
      </dsp:nvSpPr>
      <dsp:spPr>
        <a:xfrm>
          <a:off x="4540084" y="1248940"/>
          <a:ext cx="154471" cy="2667205"/>
        </a:xfrm>
        <a:custGeom>
          <a:avLst/>
          <a:gdLst/>
          <a:ahLst/>
          <a:cxnLst/>
          <a:rect l="0" t="0" r="0" b="0"/>
          <a:pathLst>
            <a:path>
              <a:moveTo>
                <a:pt x="0" y="0"/>
              </a:moveTo>
              <a:lnTo>
                <a:pt x="0" y="2667205"/>
              </a:lnTo>
              <a:lnTo>
                <a:pt x="154471" y="266720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558764-8DBC-45B1-9FD3-C170F6917490}">
      <dsp:nvSpPr>
        <dsp:cNvPr id="0" name=""/>
        <dsp:cNvSpPr/>
      </dsp:nvSpPr>
      <dsp:spPr>
        <a:xfrm>
          <a:off x="4540084" y="1248940"/>
          <a:ext cx="154471" cy="1936041"/>
        </a:xfrm>
        <a:custGeom>
          <a:avLst/>
          <a:gdLst/>
          <a:ahLst/>
          <a:cxnLst/>
          <a:rect l="0" t="0" r="0" b="0"/>
          <a:pathLst>
            <a:path>
              <a:moveTo>
                <a:pt x="0" y="0"/>
              </a:moveTo>
              <a:lnTo>
                <a:pt x="0" y="1936041"/>
              </a:lnTo>
              <a:lnTo>
                <a:pt x="154471" y="1936041"/>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8E2007-7370-4519-AE46-E7C8A8E1987F}">
      <dsp:nvSpPr>
        <dsp:cNvPr id="0" name=""/>
        <dsp:cNvSpPr/>
      </dsp:nvSpPr>
      <dsp:spPr>
        <a:xfrm>
          <a:off x="4540084" y="1248940"/>
          <a:ext cx="154471" cy="1204876"/>
        </a:xfrm>
        <a:custGeom>
          <a:avLst/>
          <a:gdLst/>
          <a:ahLst/>
          <a:cxnLst/>
          <a:rect l="0" t="0" r="0" b="0"/>
          <a:pathLst>
            <a:path>
              <a:moveTo>
                <a:pt x="0" y="0"/>
              </a:moveTo>
              <a:lnTo>
                <a:pt x="0" y="1204876"/>
              </a:lnTo>
              <a:lnTo>
                <a:pt x="154471" y="120487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46ADF0-FC2A-4566-B586-0DDFC5C101C8}">
      <dsp:nvSpPr>
        <dsp:cNvPr id="0" name=""/>
        <dsp:cNvSpPr/>
      </dsp:nvSpPr>
      <dsp:spPr>
        <a:xfrm>
          <a:off x="4540084" y="1248940"/>
          <a:ext cx="154471" cy="473712"/>
        </a:xfrm>
        <a:custGeom>
          <a:avLst/>
          <a:gdLst/>
          <a:ahLst/>
          <a:cxnLst/>
          <a:rect l="0" t="0" r="0" b="0"/>
          <a:pathLst>
            <a:path>
              <a:moveTo>
                <a:pt x="0" y="0"/>
              </a:moveTo>
              <a:lnTo>
                <a:pt x="0" y="473712"/>
              </a:lnTo>
              <a:lnTo>
                <a:pt x="154471" y="47371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1FD5D7-7F81-4D09-A6B6-C13D20C3FEE6}">
      <dsp:nvSpPr>
        <dsp:cNvPr id="0" name=""/>
        <dsp:cNvSpPr/>
      </dsp:nvSpPr>
      <dsp:spPr>
        <a:xfrm>
          <a:off x="4328973" y="517776"/>
          <a:ext cx="623034" cy="216259"/>
        </a:xfrm>
        <a:custGeom>
          <a:avLst/>
          <a:gdLst/>
          <a:ahLst/>
          <a:cxnLst/>
          <a:rect l="0" t="0" r="0" b="0"/>
          <a:pathLst>
            <a:path>
              <a:moveTo>
                <a:pt x="0" y="0"/>
              </a:moveTo>
              <a:lnTo>
                <a:pt x="0" y="108129"/>
              </a:lnTo>
              <a:lnTo>
                <a:pt x="623034" y="108129"/>
              </a:lnTo>
              <a:lnTo>
                <a:pt x="623034" y="21625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846638-E2F1-4A0A-9D23-6C8D000C9076}">
      <dsp:nvSpPr>
        <dsp:cNvPr id="0" name=""/>
        <dsp:cNvSpPr/>
      </dsp:nvSpPr>
      <dsp:spPr>
        <a:xfrm>
          <a:off x="3705939" y="517776"/>
          <a:ext cx="623034" cy="216259"/>
        </a:xfrm>
        <a:custGeom>
          <a:avLst/>
          <a:gdLst/>
          <a:ahLst/>
          <a:cxnLst/>
          <a:rect l="0" t="0" r="0" b="0"/>
          <a:pathLst>
            <a:path>
              <a:moveTo>
                <a:pt x="623034" y="0"/>
              </a:moveTo>
              <a:lnTo>
                <a:pt x="623034" y="108129"/>
              </a:lnTo>
              <a:lnTo>
                <a:pt x="0" y="108129"/>
              </a:lnTo>
              <a:lnTo>
                <a:pt x="0" y="21625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08460D-5119-476B-B55C-25B84FCE2199}">
      <dsp:nvSpPr>
        <dsp:cNvPr id="0" name=""/>
        <dsp:cNvSpPr/>
      </dsp:nvSpPr>
      <dsp:spPr>
        <a:xfrm>
          <a:off x="2047946" y="1248940"/>
          <a:ext cx="154471" cy="4129535"/>
        </a:xfrm>
        <a:custGeom>
          <a:avLst/>
          <a:gdLst/>
          <a:ahLst/>
          <a:cxnLst/>
          <a:rect l="0" t="0" r="0" b="0"/>
          <a:pathLst>
            <a:path>
              <a:moveTo>
                <a:pt x="0" y="0"/>
              </a:moveTo>
              <a:lnTo>
                <a:pt x="0" y="4129535"/>
              </a:lnTo>
              <a:lnTo>
                <a:pt x="154471" y="412953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D52699-DF19-4162-A11A-E869553CC359}">
      <dsp:nvSpPr>
        <dsp:cNvPr id="0" name=""/>
        <dsp:cNvSpPr/>
      </dsp:nvSpPr>
      <dsp:spPr>
        <a:xfrm>
          <a:off x="2047946" y="1248940"/>
          <a:ext cx="154471" cy="3398370"/>
        </a:xfrm>
        <a:custGeom>
          <a:avLst/>
          <a:gdLst/>
          <a:ahLst/>
          <a:cxnLst/>
          <a:rect l="0" t="0" r="0" b="0"/>
          <a:pathLst>
            <a:path>
              <a:moveTo>
                <a:pt x="0" y="0"/>
              </a:moveTo>
              <a:lnTo>
                <a:pt x="0" y="3398370"/>
              </a:lnTo>
              <a:lnTo>
                <a:pt x="154471" y="3398370"/>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94CDBD-5C92-4F83-AF20-75B3A9A3C65D}">
      <dsp:nvSpPr>
        <dsp:cNvPr id="0" name=""/>
        <dsp:cNvSpPr/>
      </dsp:nvSpPr>
      <dsp:spPr>
        <a:xfrm>
          <a:off x="2047946" y="1248940"/>
          <a:ext cx="154471" cy="2667205"/>
        </a:xfrm>
        <a:custGeom>
          <a:avLst/>
          <a:gdLst/>
          <a:ahLst/>
          <a:cxnLst/>
          <a:rect l="0" t="0" r="0" b="0"/>
          <a:pathLst>
            <a:path>
              <a:moveTo>
                <a:pt x="0" y="0"/>
              </a:moveTo>
              <a:lnTo>
                <a:pt x="0" y="2667205"/>
              </a:lnTo>
              <a:lnTo>
                <a:pt x="154471" y="266720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7E894B-E9F7-46B6-8125-88D80F0E2FB1}">
      <dsp:nvSpPr>
        <dsp:cNvPr id="0" name=""/>
        <dsp:cNvSpPr/>
      </dsp:nvSpPr>
      <dsp:spPr>
        <a:xfrm>
          <a:off x="2047946" y="1248940"/>
          <a:ext cx="154471" cy="1936041"/>
        </a:xfrm>
        <a:custGeom>
          <a:avLst/>
          <a:gdLst/>
          <a:ahLst/>
          <a:cxnLst/>
          <a:rect l="0" t="0" r="0" b="0"/>
          <a:pathLst>
            <a:path>
              <a:moveTo>
                <a:pt x="0" y="0"/>
              </a:moveTo>
              <a:lnTo>
                <a:pt x="0" y="1936041"/>
              </a:lnTo>
              <a:lnTo>
                <a:pt x="154471" y="1936041"/>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21489D-010D-4206-91FB-4DBDD3A57C82}">
      <dsp:nvSpPr>
        <dsp:cNvPr id="0" name=""/>
        <dsp:cNvSpPr/>
      </dsp:nvSpPr>
      <dsp:spPr>
        <a:xfrm>
          <a:off x="2047946" y="1248940"/>
          <a:ext cx="154471" cy="1204876"/>
        </a:xfrm>
        <a:custGeom>
          <a:avLst/>
          <a:gdLst/>
          <a:ahLst/>
          <a:cxnLst/>
          <a:rect l="0" t="0" r="0" b="0"/>
          <a:pathLst>
            <a:path>
              <a:moveTo>
                <a:pt x="0" y="0"/>
              </a:moveTo>
              <a:lnTo>
                <a:pt x="0" y="1204876"/>
              </a:lnTo>
              <a:lnTo>
                <a:pt x="154471" y="120487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8DE861-70AA-4149-A062-E9281147512D}">
      <dsp:nvSpPr>
        <dsp:cNvPr id="0" name=""/>
        <dsp:cNvSpPr/>
      </dsp:nvSpPr>
      <dsp:spPr>
        <a:xfrm>
          <a:off x="2047946" y="1248940"/>
          <a:ext cx="154471" cy="473712"/>
        </a:xfrm>
        <a:custGeom>
          <a:avLst/>
          <a:gdLst/>
          <a:ahLst/>
          <a:cxnLst/>
          <a:rect l="0" t="0" r="0" b="0"/>
          <a:pathLst>
            <a:path>
              <a:moveTo>
                <a:pt x="0" y="0"/>
              </a:moveTo>
              <a:lnTo>
                <a:pt x="0" y="473712"/>
              </a:lnTo>
              <a:lnTo>
                <a:pt x="154471" y="47371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6BA092-8182-44B2-BE34-61C04121BD99}">
      <dsp:nvSpPr>
        <dsp:cNvPr id="0" name=""/>
        <dsp:cNvSpPr/>
      </dsp:nvSpPr>
      <dsp:spPr>
        <a:xfrm>
          <a:off x="2459870" y="517776"/>
          <a:ext cx="1869103" cy="216259"/>
        </a:xfrm>
        <a:custGeom>
          <a:avLst/>
          <a:gdLst/>
          <a:ahLst/>
          <a:cxnLst/>
          <a:rect l="0" t="0" r="0" b="0"/>
          <a:pathLst>
            <a:path>
              <a:moveTo>
                <a:pt x="1869103" y="0"/>
              </a:moveTo>
              <a:lnTo>
                <a:pt x="1869103" y="108129"/>
              </a:lnTo>
              <a:lnTo>
                <a:pt x="0" y="108129"/>
              </a:lnTo>
              <a:lnTo>
                <a:pt x="0" y="21625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8C7180-4259-4BBC-BC21-7ABDD6EFD11E}">
      <dsp:nvSpPr>
        <dsp:cNvPr id="0" name=""/>
        <dsp:cNvSpPr/>
      </dsp:nvSpPr>
      <dsp:spPr>
        <a:xfrm>
          <a:off x="801877" y="1248940"/>
          <a:ext cx="154471" cy="1204876"/>
        </a:xfrm>
        <a:custGeom>
          <a:avLst/>
          <a:gdLst/>
          <a:ahLst/>
          <a:cxnLst/>
          <a:rect l="0" t="0" r="0" b="0"/>
          <a:pathLst>
            <a:path>
              <a:moveTo>
                <a:pt x="0" y="0"/>
              </a:moveTo>
              <a:lnTo>
                <a:pt x="0" y="1204876"/>
              </a:lnTo>
              <a:lnTo>
                <a:pt x="154471" y="120487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85C5A9-DC01-431C-ACB3-9CFAD783FD63}">
      <dsp:nvSpPr>
        <dsp:cNvPr id="0" name=""/>
        <dsp:cNvSpPr/>
      </dsp:nvSpPr>
      <dsp:spPr>
        <a:xfrm>
          <a:off x="801877" y="1248940"/>
          <a:ext cx="154471" cy="473712"/>
        </a:xfrm>
        <a:custGeom>
          <a:avLst/>
          <a:gdLst/>
          <a:ahLst/>
          <a:cxnLst/>
          <a:rect l="0" t="0" r="0" b="0"/>
          <a:pathLst>
            <a:path>
              <a:moveTo>
                <a:pt x="0" y="0"/>
              </a:moveTo>
              <a:lnTo>
                <a:pt x="0" y="473712"/>
              </a:lnTo>
              <a:lnTo>
                <a:pt x="154471" y="47371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4A228D-0B03-4F59-91DA-AEBE735459BC}">
      <dsp:nvSpPr>
        <dsp:cNvPr id="0" name=""/>
        <dsp:cNvSpPr/>
      </dsp:nvSpPr>
      <dsp:spPr>
        <a:xfrm>
          <a:off x="1213800" y="517776"/>
          <a:ext cx="3115172" cy="216259"/>
        </a:xfrm>
        <a:custGeom>
          <a:avLst/>
          <a:gdLst/>
          <a:ahLst/>
          <a:cxnLst/>
          <a:rect l="0" t="0" r="0" b="0"/>
          <a:pathLst>
            <a:path>
              <a:moveTo>
                <a:pt x="3115172" y="0"/>
              </a:moveTo>
              <a:lnTo>
                <a:pt x="3115172" y="108129"/>
              </a:lnTo>
              <a:lnTo>
                <a:pt x="0" y="108129"/>
              </a:lnTo>
              <a:lnTo>
                <a:pt x="0" y="21625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0096A2-C5AE-4A93-8E80-F704288E989B}">
      <dsp:nvSpPr>
        <dsp:cNvPr id="0" name=""/>
        <dsp:cNvSpPr/>
      </dsp:nvSpPr>
      <dsp:spPr>
        <a:xfrm>
          <a:off x="3814069" y="2871"/>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dirty="0" smtClean="0"/>
            <a:t>Modes of Discharge of Contract</a:t>
          </a:r>
          <a:endParaRPr lang="en-IN" sz="1100" kern="1200" dirty="0"/>
        </a:p>
      </dsp:txBody>
      <dsp:txXfrm>
        <a:off x="3814069" y="2871"/>
        <a:ext cx="1029809" cy="514904"/>
      </dsp:txXfrm>
    </dsp:sp>
    <dsp:sp modelId="{BEEBBC6A-0FB8-4AEE-873F-56044EE29E9C}">
      <dsp:nvSpPr>
        <dsp:cNvPr id="0" name=""/>
        <dsp:cNvSpPr/>
      </dsp:nvSpPr>
      <dsp:spPr>
        <a:xfrm>
          <a:off x="698896" y="734036"/>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Performance</a:t>
          </a:r>
          <a:endParaRPr lang="en-IN" sz="1100" kern="1200"/>
        </a:p>
      </dsp:txBody>
      <dsp:txXfrm>
        <a:off x="698896" y="734036"/>
        <a:ext cx="1029809" cy="514904"/>
      </dsp:txXfrm>
    </dsp:sp>
    <dsp:sp modelId="{DDC8DC5B-6E19-4E55-B335-37BFA2EDBD19}">
      <dsp:nvSpPr>
        <dsp:cNvPr id="0" name=""/>
        <dsp:cNvSpPr/>
      </dsp:nvSpPr>
      <dsp:spPr>
        <a:xfrm>
          <a:off x="956348" y="1465200"/>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Actual</a:t>
          </a:r>
          <a:endParaRPr lang="en-IN" sz="1100" kern="1200"/>
        </a:p>
      </dsp:txBody>
      <dsp:txXfrm>
        <a:off x="956348" y="1465200"/>
        <a:ext cx="1029809" cy="514904"/>
      </dsp:txXfrm>
    </dsp:sp>
    <dsp:sp modelId="{DA7BB442-66BF-4C1B-B1E5-17BE56377219}">
      <dsp:nvSpPr>
        <dsp:cNvPr id="0" name=""/>
        <dsp:cNvSpPr/>
      </dsp:nvSpPr>
      <dsp:spPr>
        <a:xfrm>
          <a:off x="956348" y="2196365"/>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Attempted</a:t>
          </a:r>
          <a:endParaRPr lang="en-IN" sz="1100" kern="1200"/>
        </a:p>
      </dsp:txBody>
      <dsp:txXfrm>
        <a:off x="956348" y="2196365"/>
        <a:ext cx="1029809" cy="514904"/>
      </dsp:txXfrm>
    </dsp:sp>
    <dsp:sp modelId="{5C74179A-5CB5-4F3C-998E-7C64B3990C1B}">
      <dsp:nvSpPr>
        <dsp:cNvPr id="0" name=""/>
        <dsp:cNvSpPr/>
      </dsp:nvSpPr>
      <dsp:spPr>
        <a:xfrm>
          <a:off x="1944965" y="734036"/>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Mutual Consent</a:t>
          </a:r>
          <a:endParaRPr lang="en-IN" sz="1100" kern="1200"/>
        </a:p>
      </dsp:txBody>
      <dsp:txXfrm>
        <a:off x="1944965" y="734036"/>
        <a:ext cx="1029809" cy="514904"/>
      </dsp:txXfrm>
    </dsp:sp>
    <dsp:sp modelId="{1F8E0A65-802A-45C9-BEF7-A3FB1DCF7E07}">
      <dsp:nvSpPr>
        <dsp:cNvPr id="0" name=""/>
        <dsp:cNvSpPr/>
      </dsp:nvSpPr>
      <dsp:spPr>
        <a:xfrm>
          <a:off x="2202417" y="1465200"/>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Novation</a:t>
          </a:r>
          <a:endParaRPr lang="en-IN" sz="1100" kern="1200"/>
        </a:p>
      </dsp:txBody>
      <dsp:txXfrm>
        <a:off x="2202417" y="1465200"/>
        <a:ext cx="1029809" cy="514904"/>
      </dsp:txXfrm>
    </dsp:sp>
    <dsp:sp modelId="{88C392A2-8612-4F41-ACC8-2A3BA31601AF}">
      <dsp:nvSpPr>
        <dsp:cNvPr id="0" name=""/>
        <dsp:cNvSpPr/>
      </dsp:nvSpPr>
      <dsp:spPr>
        <a:xfrm>
          <a:off x="2202417" y="2196365"/>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Alteration</a:t>
          </a:r>
          <a:endParaRPr lang="en-IN" sz="1100" kern="1200"/>
        </a:p>
      </dsp:txBody>
      <dsp:txXfrm>
        <a:off x="2202417" y="2196365"/>
        <a:ext cx="1029809" cy="514904"/>
      </dsp:txXfrm>
    </dsp:sp>
    <dsp:sp modelId="{AA5F18E1-B48C-4BDA-8AFF-5EDB24F43665}">
      <dsp:nvSpPr>
        <dsp:cNvPr id="0" name=""/>
        <dsp:cNvSpPr/>
      </dsp:nvSpPr>
      <dsp:spPr>
        <a:xfrm>
          <a:off x="2202417" y="2927529"/>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Rescission</a:t>
          </a:r>
          <a:endParaRPr lang="en-IN" sz="1100" kern="1200"/>
        </a:p>
      </dsp:txBody>
      <dsp:txXfrm>
        <a:off x="2202417" y="2927529"/>
        <a:ext cx="1029809" cy="514904"/>
      </dsp:txXfrm>
    </dsp:sp>
    <dsp:sp modelId="{9A109CE6-EE44-4707-A2DB-B8A18EB11EE3}">
      <dsp:nvSpPr>
        <dsp:cNvPr id="0" name=""/>
        <dsp:cNvSpPr/>
      </dsp:nvSpPr>
      <dsp:spPr>
        <a:xfrm>
          <a:off x="2202417" y="3658694"/>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Remission</a:t>
          </a:r>
          <a:endParaRPr lang="en-IN" sz="1100" kern="1200"/>
        </a:p>
      </dsp:txBody>
      <dsp:txXfrm>
        <a:off x="2202417" y="3658694"/>
        <a:ext cx="1029809" cy="514904"/>
      </dsp:txXfrm>
    </dsp:sp>
    <dsp:sp modelId="{F85C48EF-2438-443A-80DB-BFB6807819EA}">
      <dsp:nvSpPr>
        <dsp:cNvPr id="0" name=""/>
        <dsp:cNvSpPr/>
      </dsp:nvSpPr>
      <dsp:spPr>
        <a:xfrm>
          <a:off x="2202417" y="4389859"/>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Waiver</a:t>
          </a:r>
          <a:endParaRPr lang="en-IN" sz="1100" kern="1200"/>
        </a:p>
      </dsp:txBody>
      <dsp:txXfrm>
        <a:off x="2202417" y="4389859"/>
        <a:ext cx="1029809" cy="514904"/>
      </dsp:txXfrm>
    </dsp:sp>
    <dsp:sp modelId="{ED7DCFD1-2ED5-43BD-85D9-1F1C678E749D}">
      <dsp:nvSpPr>
        <dsp:cNvPr id="0" name=""/>
        <dsp:cNvSpPr/>
      </dsp:nvSpPr>
      <dsp:spPr>
        <a:xfrm>
          <a:off x="2202417" y="5121023"/>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Merger</a:t>
          </a:r>
          <a:endParaRPr lang="en-IN" sz="1100" kern="1200"/>
        </a:p>
      </dsp:txBody>
      <dsp:txXfrm>
        <a:off x="2202417" y="5121023"/>
        <a:ext cx="1029809" cy="514904"/>
      </dsp:txXfrm>
    </dsp:sp>
    <dsp:sp modelId="{0A0B5936-9E46-4F25-A686-D2D725C97398}">
      <dsp:nvSpPr>
        <dsp:cNvPr id="0" name=""/>
        <dsp:cNvSpPr/>
      </dsp:nvSpPr>
      <dsp:spPr>
        <a:xfrm>
          <a:off x="3191034" y="734036"/>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Lapse of Time</a:t>
          </a:r>
          <a:endParaRPr lang="en-IN" sz="1100" kern="1200"/>
        </a:p>
      </dsp:txBody>
      <dsp:txXfrm>
        <a:off x="3191034" y="734036"/>
        <a:ext cx="1029809" cy="514904"/>
      </dsp:txXfrm>
    </dsp:sp>
    <dsp:sp modelId="{D266158C-CB49-432B-98C6-F83C12922DB1}">
      <dsp:nvSpPr>
        <dsp:cNvPr id="0" name=""/>
        <dsp:cNvSpPr/>
      </dsp:nvSpPr>
      <dsp:spPr>
        <a:xfrm>
          <a:off x="4437103" y="734036"/>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Operation of Law</a:t>
          </a:r>
          <a:endParaRPr lang="en-IN" sz="1100" kern="1200"/>
        </a:p>
      </dsp:txBody>
      <dsp:txXfrm>
        <a:off x="4437103" y="734036"/>
        <a:ext cx="1029809" cy="514904"/>
      </dsp:txXfrm>
    </dsp:sp>
    <dsp:sp modelId="{4A34A119-EA4A-4D8D-A46A-C12D9F2E0C7D}">
      <dsp:nvSpPr>
        <dsp:cNvPr id="0" name=""/>
        <dsp:cNvSpPr/>
      </dsp:nvSpPr>
      <dsp:spPr>
        <a:xfrm>
          <a:off x="4694556" y="1465200"/>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Death</a:t>
          </a:r>
          <a:endParaRPr lang="en-IN" sz="1100" kern="1200"/>
        </a:p>
      </dsp:txBody>
      <dsp:txXfrm>
        <a:off x="4694556" y="1465200"/>
        <a:ext cx="1029809" cy="514904"/>
      </dsp:txXfrm>
    </dsp:sp>
    <dsp:sp modelId="{E78281AE-5D8A-4B89-910F-F8289A7AE4A1}">
      <dsp:nvSpPr>
        <dsp:cNvPr id="0" name=""/>
        <dsp:cNvSpPr/>
      </dsp:nvSpPr>
      <dsp:spPr>
        <a:xfrm>
          <a:off x="4694556" y="2196365"/>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Insolvency</a:t>
          </a:r>
          <a:endParaRPr lang="en-IN" sz="1100" kern="1200"/>
        </a:p>
      </dsp:txBody>
      <dsp:txXfrm>
        <a:off x="4694556" y="2196365"/>
        <a:ext cx="1029809" cy="514904"/>
      </dsp:txXfrm>
    </dsp:sp>
    <dsp:sp modelId="{E3A23251-7AF0-4294-83F6-779D526B4972}">
      <dsp:nvSpPr>
        <dsp:cNvPr id="0" name=""/>
        <dsp:cNvSpPr/>
      </dsp:nvSpPr>
      <dsp:spPr>
        <a:xfrm>
          <a:off x="4694556" y="2927529"/>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Merger</a:t>
          </a:r>
          <a:endParaRPr lang="en-IN" sz="1100" kern="1200"/>
        </a:p>
      </dsp:txBody>
      <dsp:txXfrm>
        <a:off x="4694556" y="2927529"/>
        <a:ext cx="1029809" cy="514904"/>
      </dsp:txXfrm>
    </dsp:sp>
    <dsp:sp modelId="{AA59BD1B-1DA3-4E7E-8DDF-6D0D5ADD4B27}">
      <dsp:nvSpPr>
        <dsp:cNvPr id="0" name=""/>
        <dsp:cNvSpPr/>
      </dsp:nvSpPr>
      <dsp:spPr>
        <a:xfrm>
          <a:off x="4694556" y="3658694"/>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Unauthorised Material Alteration</a:t>
          </a:r>
          <a:endParaRPr lang="en-IN" sz="1100" kern="1200"/>
        </a:p>
      </dsp:txBody>
      <dsp:txXfrm>
        <a:off x="4694556" y="3658694"/>
        <a:ext cx="1029809" cy="514904"/>
      </dsp:txXfrm>
    </dsp:sp>
    <dsp:sp modelId="{9430D4EE-7144-47C1-9DCF-751EA81EAD8B}">
      <dsp:nvSpPr>
        <dsp:cNvPr id="0" name=""/>
        <dsp:cNvSpPr/>
      </dsp:nvSpPr>
      <dsp:spPr>
        <a:xfrm>
          <a:off x="5683172" y="734036"/>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Impossibility</a:t>
          </a:r>
          <a:endParaRPr lang="en-IN" sz="1100" kern="1200"/>
        </a:p>
      </dsp:txBody>
      <dsp:txXfrm>
        <a:off x="5683172" y="734036"/>
        <a:ext cx="1029809" cy="514904"/>
      </dsp:txXfrm>
    </dsp:sp>
    <dsp:sp modelId="{B2BE5A94-0B57-4334-BA19-FCB01A235853}">
      <dsp:nvSpPr>
        <dsp:cNvPr id="0" name=""/>
        <dsp:cNvSpPr/>
      </dsp:nvSpPr>
      <dsp:spPr>
        <a:xfrm>
          <a:off x="5940625" y="1465200"/>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Initial</a:t>
          </a:r>
          <a:endParaRPr lang="en-IN" sz="1100" kern="1200"/>
        </a:p>
      </dsp:txBody>
      <dsp:txXfrm>
        <a:off x="5940625" y="1465200"/>
        <a:ext cx="1029809" cy="514904"/>
      </dsp:txXfrm>
    </dsp:sp>
    <dsp:sp modelId="{F1E2F52C-EBA9-4EAA-99D2-E3A7AC6130C0}">
      <dsp:nvSpPr>
        <dsp:cNvPr id="0" name=""/>
        <dsp:cNvSpPr/>
      </dsp:nvSpPr>
      <dsp:spPr>
        <a:xfrm>
          <a:off x="5940625" y="2196365"/>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Supervening</a:t>
          </a:r>
          <a:endParaRPr lang="en-IN" sz="1100" kern="1200"/>
        </a:p>
      </dsp:txBody>
      <dsp:txXfrm>
        <a:off x="5940625" y="2196365"/>
        <a:ext cx="1029809" cy="514904"/>
      </dsp:txXfrm>
    </dsp:sp>
    <dsp:sp modelId="{29730FFF-224C-49C4-B457-5F4E43860104}">
      <dsp:nvSpPr>
        <dsp:cNvPr id="0" name=""/>
        <dsp:cNvSpPr/>
      </dsp:nvSpPr>
      <dsp:spPr>
        <a:xfrm>
          <a:off x="6929242" y="734036"/>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Breach</a:t>
          </a:r>
          <a:endParaRPr lang="en-IN" sz="1100" kern="1200"/>
        </a:p>
      </dsp:txBody>
      <dsp:txXfrm>
        <a:off x="6929242" y="734036"/>
        <a:ext cx="1029809" cy="514904"/>
      </dsp:txXfrm>
    </dsp:sp>
    <dsp:sp modelId="{CFE984F0-A23D-4C16-AF3E-9E3799FDDB47}">
      <dsp:nvSpPr>
        <dsp:cNvPr id="0" name=""/>
        <dsp:cNvSpPr/>
      </dsp:nvSpPr>
      <dsp:spPr>
        <a:xfrm>
          <a:off x="7186694" y="1465200"/>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Actual</a:t>
          </a:r>
          <a:endParaRPr lang="en-IN" sz="1100" kern="1200"/>
        </a:p>
      </dsp:txBody>
      <dsp:txXfrm>
        <a:off x="7186694" y="1465200"/>
        <a:ext cx="1029809" cy="514904"/>
      </dsp:txXfrm>
    </dsp:sp>
    <dsp:sp modelId="{851ABD50-2222-4EC5-B741-E2A081905406}">
      <dsp:nvSpPr>
        <dsp:cNvPr id="0" name=""/>
        <dsp:cNvSpPr/>
      </dsp:nvSpPr>
      <dsp:spPr>
        <a:xfrm>
          <a:off x="7186694" y="2196365"/>
          <a:ext cx="1029809" cy="514904"/>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en-US" sz="1100" kern="1200" smtClean="0"/>
            <a:t>Anticipatory</a:t>
          </a:r>
          <a:endParaRPr lang="en-IN" sz="1100" kern="1200"/>
        </a:p>
      </dsp:txBody>
      <dsp:txXfrm>
        <a:off x="7186694" y="2196365"/>
        <a:ext cx="1029809" cy="51490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C55B8-C7E3-407D-8D08-3B784C745987}">
      <dsp:nvSpPr>
        <dsp:cNvPr id="0" name=""/>
        <dsp:cNvSpPr/>
      </dsp:nvSpPr>
      <dsp:spPr>
        <a:xfrm>
          <a:off x="0" y="0"/>
          <a:ext cx="8229600" cy="0"/>
        </a:xfrm>
        <a:prstGeom prst="line">
          <a:avLst/>
        </a:prstGeom>
        <a:solidFill>
          <a:schemeClr val="accent2">
            <a:shade val="8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FC418F-95CF-4543-A5F7-B178A3E91B90}">
      <dsp:nvSpPr>
        <dsp:cNvPr id="0" name=""/>
        <dsp:cNvSpPr/>
      </dsp:nvSpPr>
      <dsp:spPr>
        <a:xfrm>
          <a:off x="0" y="0"/>
          <a:ext cx="1645920" cy="4525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rtl="0">
            <a:lnSpc>
              <a:spcPct val="90000"/>
            </a:lnSpc>
            <a:spcBef>
              <a:spcPct val="0"/>
            </a:spcBef>
            <a:spcAft>
              <a:spcPct val="35000"/>
            </a:spcAft>
          </a:pPr>
          <a:r>
            <a:rPr lang="en-US" sz="2000" kern="1200" dirty="0" smtClean="0"/>
            <a:t>A contract is said to be discharged when it ceases to operate, i.e. when the rights and obligations created by it come to an end. A contract may be discharged by – </a:t>
          </a:r>
          <a:endParaRPr lang="en-IN" sz="2000" kern="1200" dirty="0"/>
        </a:p>
      </dsp:txBody>
      <dsp:txXfrm>
        <a:off x="0" y="0"/>
        <a:ext cx="1645920" cy="4525963"/>
      </dsp:txXfrm>
    </dsp:sp>
    <dsp:sp modelId="{E217C4B9-1FAF-4FE5-B317-AA5B0DC7E748}">
      <dsp:nvSpPr>
        <dsp:cNvPr id="0" name=""/>
        <dsp:cNvSpPr/>
      </dsp:nvSpPr>
      <dsp:spPr>
        <a:xfrm>
          <a:off x="1769364" y="35635"/>
          <a:ext cx="6460236" cy="712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lvl="0" algn="l" defTabSz="1466850" rtl="0">
            <a:lnSpc>
              <a:spcPct val="90000"/>
            </a:lnSpc>
            <a:spcBef>
              <a:spcPct val="0"/>
            </a:spcBef>
            <a:spcAft>
              <a:spcPct val="35000"/>
            </a:spcAft>
          </a:pPr>
          <a:r>
            <a:rPr lang="en-US" sz="3300" kern="1200" dirty="0" smtClean="0"/>
            <a:t>1. By performance</a:t>
          </a:r>
          <a:endParaRPr lang="en-IN" sz="3300" kern="1200" dirty="0"/>
        </a:p>
      </dsp:txBody>
      <dsp:txXfrm>
        <a:off x="1769364" y="35635"/>
        <a:ext cx="6460236" cy="712706"/>
      </dsp:txXfrm>
    </dsp:sp>
    <dsp:sp modelId="{81A295A5-C9D0-4084-8067-E2594ECB0073}">
      <dsp:nvSpPr>
        <dsp:cNvPr id="0" name=""/>
        <dsp:cNvSpPr/>
      </dsp:nvSpPr>
      <dsp:spPr>
        <a:xfrm>
          <a:off x="1645920" y="748341"/>
          <a:ext cx="658368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353678-8791-49CB-A292-36AE8121323D}">
      <dsp:nvSpPr>
        <dsp:cNvPr id="0" name=""/>
        <dsp:cNvSpPr/>
      </dsp:nvSpPr>
      <dsp:spPr>
        <a:xfrm>
          <a:off x="1769364" y="783977"/>
          <a:ext cx="6460236" cy="712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lvl="0" algn="l" defTabSz="1466850" rtl="0">
            <a:lnSpc>
              <a:spcPct val="90000"/>
            </a:lnSpc>
            <a:spcBef>
              <a:spcPct val="0"/>
            </a:spcBef>
            <a:spcAft>
              <a:spcPct val="35000"/>
            </a:spcAft>
          </a:pPr>
          <a:r>
            <a:rPr lang="en-US" sz="3300" kern="1200" dirty="0" smtClean="0"/>
            <a:t>2. By agreement of consent</a:t>
          </a:r>
          <a:endParaRPr lang="en-IN" sz="3300" kern="1200" dirty="0"/>
        </a:p>
      </dsp:txBody>
      <dsp:txXfrm>
        <a:off x="1769364" y="783977"/>
        <a:ext cx="6460236" cy="712706"/>
      </dsp:txXfrm>
    </dsp:sp>
    <dsp:sp modelId="{E7AC4595-0C02-488F-81F9-635EFA8B6E3A}">
      <dsp:nvSpPr>
        <dsp:cNvPr id="0" name=""/>
        <dsp:cNvSpPr/>
      </dsp:nvSpPr>
      <dsp:spPr>
        <a:xfrm>
          <a:off x="1645920" y="1496683"/>
          <a:ext cx="658368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6ED7DD-2073-474F-ABBF-13455B96FB84}">
      <dsp:nvSpPr>
        <dsp:cNvPr id="0" name=""/>
        <dsp:cNvSpPr/>
      </dsp:nvSpPr>
      <dsp:spPr>
        <a:xfrm>
          <a:off x="1769364" y="1532319"/>
          <a:ext cx="6460236" cy="712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lvl="0" algn="l" defTabSz="1466850" rtl="0">
            <a:lnSpc>
              <a:spcPct val="90000"/>
            </a:lnSpc>
            <a:spcBef>
              <a:spcPct val="0"/>
            </a:spcBef>
            <a:spcAft>
              <a:spcPct val="35000"/>
            </a:spcAft>
          </a:pPr>
          <a:r>
            <a:rPr lang="en-US" sz="3300" kern="1200" smtClean="0"/>
            <a:t>3. By impossibility</a:t>
          </a:r>
          <a:endParaRPr lang="en-IN" sz="3300" kern="1200"/>
        </a:p>
      </dsp:txBody>
      <dsp:txXfrm>
        <a:off x="1769364" y="1532319"/>
        <a:ext cx="6460236" cy="712706"/>
      </dsp:txXfrm>
    </dsp:sp>
    <dsp:sp modelId="{FD3B2207-EFF1-43D9-9708-9493CC169080}">
      <dsp:nvSpPr>
        <dsp:cNvPr id="0" name=""/>
        <dsp:cNvSpPr/>
      </dsp:nvSpPr>
      <dsp:spPr>
        <a:xfrm>
          <a:off x="1645920" y="2245025"/>
          <a:ext cx="658368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2EFC20-48AD-4102-AF6A-E01383F29FFD}">
      <dsp:nvSpPr>
        <dsp:cNvPr id="0" name=""/>
        <dsp:cNvSpPr/>
      </dsp:nvSpPr>
      <dsp:spPr>
        <a:xfrm>
          <a:off x="1769364" y="2280661"/>
          <a:ext cx="6460236" cy="712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lvl="0" algn="l" defTabSz="1466850" rtl="0">
            <a:lnSpc>
              <a:spcPct val="90000"/>
            </a:lnSpc>
            <a:spcBef>
              <a:spcPct val="0"/>
            </a:spcBef>
            <a:spcAft>
              <a:spcPct val="35000"/>
            </a:spcAft>
          </a:pPr>
          <a:r>
            <a:rPr lang="en-US" sz="3300" kern="1200" smtClean="0"/>
            <a:t>4. By lapse of time</a:t>
          </a:r>
          <a:endParaRPr lang="en-IN" sz="3300" kern="1200"/>
        </a:p>
      </dsp:txBody>
      <dsp:txXfrm>
        <a:off x="1769364" y="2280661"/>
        <a:ext cx="6460236" cy="712706"/>
      </dsp:txXfrm>
    </dsp:sp>
    <dsp:sp modelId="{3B455CB0-1AFE-4B99-8002-FCD9852B6E92}">
      <dsp:nvSpPr>
        <dsp:cNvPr id="0" name=""/>
        <dsp:cNvSpPr/>
      </dsp:nvSpPr>
      <dsp:spPr>
        <a:xfrm>
          <a:off x="1645920" y="2993367"/>
          <a:ext cx="658368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6FEE25-F716-4733-8F83-0673B1B50A54}">
      <dsp:nvSpPr>
        <dsp:cNvPr id="0" name=""/>
        <dsp:cNvSpPr/>
      </dsp:nvSpPr>
      <dsp:spPr>
        <a:xfrm>
          <a:off x="1769364" y="3029002"/>
          <a:ext cx="6460236" cy="712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lvl="0" algn="l" defTabSz="1466850" rtl="0">
            <a:lnSpc>
              <a:spcPct val="90000"/>
            </a:lnSpc>
            <a:spcBef>
              <a:spcPct val="0"/>
            </a:spcBef>
            <a:spcAft>
              <a:spcPct val="35000"/>
            </a:spcAft>
          </a:pPr>
          <a:r>
            <a:rPr lang="en-US" sz="3300" kern="1200" smtClean="0"/>
            <a:t>5. By operation of law</a:t>
          </a:r>
          <a:endParaRPr lang="en-IN" sz="3300" kern="1200"/>
        </a:p>
      </dsp:txBody>
      <dsp:txXfrm>
        <a:off x="1769364" y="3029002"/>
        <a:ext cx="6460236" cy="712706"/>
      </dsp:txXfrm>
    </dsp:sp>
    <dsp:sp modelId="{27D6BBE1-06C3-46A8-8D50-C78A0C5E7B55}">
      <dsp:nvSpPr>
        <dsp:cNvPr id="0" name=""/>
        <dsp:cNvSpPr/>
      </dsp:nvSpPr>
      <dsp:spPr>
        <a:xfrm>
          <a:off x="1645920" y="3741709"/>
          <a:ext cx="658368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F25FDB-D865-4F93-A936-0FC7DCE85F91}">
      <dsp:nvSpPr>
        <dsp:cNvPr id="0" name=""/>
        <dsp:cNvSpPr/>
      </dsp:nvSpPr>
      <dsp:spPr>
        <a:xfrm>
          <a:off x="1769364" y="3777344"/>
          <a:ext cx="6460236" cy="712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lvl="0" algn="l" defTabSz="1466850" rtl="0">
            <a:lnSpc>
              <a:spcPct val="90000"/>
            </a:lnSpc>
            <a:spcBef>
              <a:spcPct val="0"/>
            </a:spcBef>
            <a:spcAft>
              <a:spcPct val="35000"/>
            </a:spcAft>
          </a:pPr>
          <a:r>
            <a:rPr lang="en-US" sz="3300" kern="1200" smtClean="0"/>
            <a:t>6. By breach of contract</a:t>
          </a:r>
          <a:endParaRPr lang="en-IN" sz="3300" kern="1200"/>
        </a:p>
      </dsp:txBody>
      <dsp:txXfrm>
        <a:off x="1769364" y="3777344"/>
        <a:ext cx="6460236" cy="712706"/>
      </dsp:txXfrm>
    </dsp:sp>
    <dsp:sp modelId="{4EBBC5CF-CCA8-4B2A-A88A-9382166A7BF7}">
      <dsp:nvSpPr>
        <dsp:cNvPr id="0" name=""/>
        <dsp:cNvSpPr/>
      </dsp:nvSpPr>
      <dsp:spPr>
        <a:xfrm>
          <a:off x="1645920" y="4490051"/>
          <a:ext cx="658368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66F2B0-DF25-4831-ADEA-473BFB63F68D}">
      <dsp:nvSpPr>
        <dsp:cNvPr id="0" name=""/>
        <dsp:cNvSpPr/>
      </dsp:nvSpPr>
      <dsp:spPr>
        <a:xfrm>
          <a:off x="0" y="0"/>
          <a:ext cx="82296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6130704-9541-4229-BFF3-E44570117DF9}">
      <dsp:nvSpPr>
        <dsp:cNvPr id="0" name=""/>
        <dsp:cNvSpPr/>
      </dsp:nvSpPr>
      <dsp:spPr>
        <a:xfrm>
          <a:off x="0" y="0"/>
          <a:ext cx="1812072"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just" defTabSz="711200" rtl="0">
            <a:lnSpc>
              <a:spcPct val="90000"/>
            </a:lnSpc>
            <a:spcBef>
              <a:spcPct val="0"/>
            </a:spcBef>
            <a:spcAft>
              <a:spcPct val="35000"/>
            </a:spcAft>
          </a:pPr>
          <a:r>
            <a:rPr lang="en-US" sz="1600" kern="1200" dirty="0" smtClean="0"/>
            <a:t>Performance means the doing of that which is required by a contract. </a:t>
          </a:r>
        </a:p>
        <a:p>
          <a:pPr lvl="0" algn="just" defTabSz="711200" rtl="0">
            <a:lnSpc>
              <a:spcPct val="90000"/>
            </a:lnSpc>
            <a:spcBef>
              <a:spcPct val="0"/>
            </a:spcBef>
            <a:spcAft>
              <a:spcPct val="35000"/>
            </a:spcAft>
          </a:pPr>
          <a:r>
            <a:rPr lang="en-US" sz="1600" kern="1200" dirty="0" smtClean="0"/>
            <a:t>Discharge by performance takes place when the parties to the </a:t>
          </a:r>
          <a:r>
            <a:rPr lang="en-US" sz="1600" kern="1200" smtClean="0"/>
            <a:t>contract fulfil </a:t>
          </a:r>
          <a:r>
            <a:rPr lang="en-US" sz="1600" kern="1200" dirty="0" smtClean="0"/>
            <a:t>their obligations arising under the contract within the time and in the mode prescribed. </a:t>
          </a:r>
          <a:endParaRPr lang="en-IN" sz="1600" kern="1200" dirty="0"/>
        </a:p>
      </dsp:txBody>
      <dsp:txXfrm>
        <a:off x="0" y="0"/>
        <a:ext cx="1812072" cy="2262981"/>
      </dsp:txXfrm>
    </dsp:sp>
    <dsp:sp modelId="{52C2B068-315F-4C65-A616-D7E57C52C51C}">
      <dsp:nvSpPr>
        <dsp:cNvPr id="0" name=""/>
        <dsp:cNvSpPr/>
      </dsp:nvSpPr>
      <dsp:spPr>
        <a:xfrm>
          <a:off x="1932381" y="102762"/>
          <a:ext cx="6296206" cy="2055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kern="1200" dirty="0" smtClean="0"/>
            <a:t>1. Actual Performance – When both the parties perform their promises, the contract is discharged. Performance should be complete, precise and according to the terms of the agreement.</a:t>
          </a:r>
          <a:endParaRPr lang="en-IN" sz="2100" kern="1200" dirty="0"/>
        </a:p>
      </dsp:txBody>
      <dsp:txXfrm>
        <a:off x="1932381" y="102762"/>
        <a:ext cx="6296206" cy="2055246"/>
      </dsp:txXfrm>
    </dsp:sp>
    <dsp:sp modelId="{799F3A5D-110D-4F31-AB02-96010B6BD7A6}">
      <dsp:nvSpPr>
        <dsp:cNvPr id="0" name=""/>
        <dsp:cNvSpPr/>
      </dsp:nvSpPr>
      <dsp:spPr>
        <a:xfrm>
          <a:off x="1812072" y="2158009"/>
          <a:ext cx="641651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63E4234B-D93F-492F-A380-0956D4CD212E}">
      <dsp:nvSpPr>
        <dsp:cNvPr id="0" name=""/>
        <dsp:cNvSpPr/>
      </dsp:nvSpPr>
      <dsp:spPr>
        <a:xfrm>
          <a:off x="0" y="2262981"/>
          <a:ext cx="8229600" cy="0"/>
        </a:xfrm>
        <a:prstGeom prst="lin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A648A01-2036-4698-8834-AFBEF0B3500F}">
      <dsp:nvSpPr>
        <dsp:cNvPr id="0" name=""/>
        <dsp:cNvSpPr/>
      </dsp:nvSpPr>
      <dsp:spPr>
        <a:xfrm>
          <a:off x="0" y="2262981"/>
          <a:ext cx="1645920"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lvl="0" algn="l" defTabSz="2889250" rtl="0">
            <a:lnSpc>
              <a:spcPct val="90000"/>
            </a:lnSpc>
            <a:spcBef>
              <a:spcPct val="0"/>
            </a:spcBef>
            <a:spcAft>
              <a:spcPct val="35000"/>
            </a:spcAft>
          </a:pPr>
          <a:endParaRPr lang="en-IN" sz="6500" kern="1200"/>
        </a:p>
      </dsp:txBody>
      <dsp:txXfrm>
        <a:off x="0" y="2262981"/>
        <a:ext cx="1645920" cy="2262981"/>
      </dsp:txXfrm>
    </dsp:sp>
    <dsp:sp modelId="{B4FE88C5-9A36-4BEF-962D-96D7ED09E976}">
      <dsp:nvSpPr>
        <dsp:cNvPr id="0" name=""/>
        <dsp:cNvSpPr/>
      </dsp:nvSpPr>
      <dsp:spPr>
        <a:xfrm>
          <a:off x="1769364" y="2365743"/>
          <a:ext cx="6460236" cy="2055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just" defTabSz="933450" rtl="0">
            <a:lnSpc>
              <a:spcPct val="90000"/>
            </a:lnSpc>
            <a:spcBef>
              <a:spcPct val="0"/>
            </a:spcBef>
            <a:spcAft>
              <a:spcPct val="35000"/>
            </a:spcAft>
          </a:pPr>
          <a:r>
            <a:rPr lang="en-US" sz="2100" kern="1200" dirty="0" smtClean="0"/>
            <a:t>2. Attempted Performance / Tender – Tender is not actual performance but is only an offer to perform the obligation under the contract. Where the promisor offers to perform his obligation, but the </a:t>
          </a:r>
          <a:r>
            <a:rPr lang="en-US" sz="2100" kern="1200" dirty="0" err="1" smtClean="0"/>
            <a:t>promisee</a:t>
          </a:r>
          <a:r>
            <a:rPr lang="en-US" sz="2100" kern="1200" dirty="0" smtClean="0"/>
            <a:t> refuses to accept the performance, tender is the equivalent to actual performance, except in the tender of money. </a:t>
          </a:r>
          <a:endParaRPr lang="en-IN" sz="2100" kern="1200" dirty="0"/>
        </a:p>
      </dsp:txBody>
      <dsp:txXfrm>
        <a:off x="1769364" y="2365743"/>
        <a:ext cx="6460236" cy="2055246"/>
      </dsp:txXfrm>
    </dsp:sp>
    <dsp:sp modelId="{C48A7F15-87CF-436E-8D0E-562F165D8C46}">
      <dsp:nvSpPr>
        <dsp:cNvPr id="0" name=""/>
        <dsp:cNvSpPr/>
      </dsp:nvSpPr>
      <dsp:spPr>
        <a:xfrm>
          <a:off x="1645920" y="4420990"/>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B00D7-5AF2-4236-91F6-C0D17F40DB44}">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C64C6B-4492-4D56-8CCA-2BF5E1238406}">
      <dsp:nvSpPr>
        <dsp:cNvPr id="0" name=""/>
        <dsp:cNvSpPr/>
      </dsp:nvSpPr>
      <dsp:spPr>
        <a:xfrm>
          <a:off x="0" y="0"/>
          <a:ext cx="164592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rtl="0">
            <a:lnSpc>
              <a:spcPct val="90000"/>
            </a:lnSpc>
            <a:spcBef>
              <a:spcPct val="0"/>
            </a:spcBef>
            <a:spcAft>
              <a:spcPct val="35000"/>
            </a:spcAft>
          </a:pPr>
          <a:r>
            <a:rPr lang="en-US" sz="2200" b="1" kern="1200" dirty="0" smtClean="0"/>
            <a:t>a.</a:t>
          </a:r>
          <a:r>
            <a:rPr lang="en-US" sz="2200" kern="1200" dirty="0" smtClean="0"/>
            <a:t> </a:t>
          </a:r>
          <a:r>
            <a:rPr lang="en-US" sz="2200" b="1" kern="1200" dirty="0" smtClean="0"/>
            <a:t>Novation (Section 62) </a:t>
          </a:r>
          <a:endParaRPr lang="en-IN" sz="2200" kern="1200" dirty="0"/>
        </a:p>
      </dsp:txBody>
      <dsp:txXfrm>
        <a:off x="0" y="0"/>
        <a:ext cx="1645920" cy="1131490"/>
      </dsp:txXfrm>
    </dsp:sp>
    <dsp:sp modelId="{C83107D6-DA71-4E8B-A772-7812606D00D6}">
      <dsp:nvSpPr>
        <dsp:cNvPr id="0" name=""/>
        <dsp:cNvSpPr/>
      </dsp:nvSpPr>
      <dsp:spPr>
        <a:xfrm>
          <a:off x="1769364" y="51381"/>
          <a:ext cx="6460236" cy="1027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just" defTabSz="1244600" rtl="0">
            <a:lnSpc>
              <a:spcPct val="90000"/>
            </a:lnSpc>
            <a:spcBef>
              <a:spcPct val="0"/>
            </a:spcBef>
            <a:spcAft>
              <a:spcPct val="35000"/>
            </a:spcAft>
          </a:pPr>
          <a:r>
            <a:rPr lang="en-US" sz="2800" kern="1200" dirty="0" smtClean="0"/>
            <a:t>Substitution of a new contract in place of the original contract</a:t>
          </a:r>
          <a:endParaRPr lang="en-IN" sz="2800" kern="1200" dirty="0"/>
        </a:p>
      </dsp:txBody>
      <dsp:txXfrm>
        <a:off x="1769364" y="51381"/>
        <a:ext cx="6460236" cy="1027623"/>
      </dsp:txXfrm>
    </dsp:sp>
    <dsp:sp modelId="{763AC7A2-2317-42AA-AE89-7E5695A72DD5}">
      <dsp:nvSpPr>
        <dsp:cNvPr id="0" name=""/>
        <dsp:cNvSpPr/>
      </dsp:nvSpPr>
      <dsp:spPr>
        <a:xfrm>
          <a:off x="1645920" y="1079004"/>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A04984B-51D6-41B1-A1A0-AC372C7DF77A}">
      <dsp:nvSpPr>
        <dsp:cNvPr id="0" name=""/>
        <dsp:cNvSpPr/>
      </dsp:nvSpPr>
      <dsp:spPr>
        <a:xfrm>
          <a:off x="0" y="113149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65CDDC-9054-45B2-B298-0520C22FA3BE}">
      <dsp:nvSpPr>
        <dsp:cNvPr id="0" name=""/>
        <dsp:cNvSpPr/>
      </dsp:nvSpPr>
      <dsp:spPr>
        <a:xfrm>
          <a:off x="0" y="1131490"/>
          <a:ext cx="164592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rtl="0">
            <a:lnSpc>
              <a:spcPct val="90000"/>
            </a:lnSpc>
            <a:spcBef>
              <a:spcPct val="0"/>
            </a:spcBef>
            <a:spcAft>
              <a:spcPct val="35000"/>
            </a:spcAft>
          </a:pPr>
          <a:r>
            <a:rPr lang="en-US" sz="2200" b="1" kern="1200" dirty="0" smtClean="0"/>
            <a:t>b</a:t>
          </a:r>
          <a:r>
            <a:rPr lang="en-US" sz="2200" kern="1200" dirty="0" smtClean="0"/>
            <a:t>. </a:t>
          </a:r>
          <a:r>
            <a:rPr lang="en-US" sz="2200" b="1" kern="1200" dirty="0" smtClean="0"/>
            <a:t>Rescission (Section 62) </a:t>
          </a:r>
          <a:endParaRPr lang="en-IN" sz="2200" kern="1200" dirty="0"/>
        </a:p>
      </dsp:txBody>
      <dsp:txXfrm>
        <a:off x="0" y="1131490"/>
        <a:ext cx="1645920" cy="1131490"/>
      </dsp:txXfrm>
    </dsp:sp>
    <dsp:sp modelId="{DF881B7F-E67E-44DE-B4E4-FCBB01FCA90D}">
      <dsp:nvSpPr>
        <dsp:cNvPr id="0" name=""/>
        <dsp:cNvSpPr/>
      </dsp:nvSpPr>
      <dsp:spPr>
        <a:xfrm>
          <a:off x="1769364" y="1182871"/>
          <a:ext cx="6460236" cy="1027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just" defTabSz="1244600" rtl="0">
            <a:lnSpc>
              <a:spcPct val="90000"/>
            </a:lnSpc>
            <a:spcBef>
              <a:spcPct val="0"/>
            </a:spcBef>
            <a:spcAft>
              <a:spcPct val="35000"/>
            </a:spcAft>
          </a:pPr>
          <a:r>
            <a:rPr lang="en-US" sz="2800" kern="1200" dirty="0" smtClean="0"/>
            <a:t>Cancellation of the contract by the parties to the contract. </a:t>
          </a:r>
          <a:endParaRPr lang="en-IN" sz="2800" kern="1200" dirty="0"/>
        </a:p>
      </dsp:txBody>
      <dsp:txXfrm>
        <a:off x="1769364" y="1182871"/>
        <a:ext cx="6460236" cy="1027623"/>
      </dsp:txXfrm>
    </dsp:sp>
    <dsp:sp modelId="{4566DF38-0DF4-44C7-9EB9-DB1A1E3188C2}">
      <dsp:nvSpPr>
        <dsp:cNvPr id="0" name=""/>
        <dsp:cNvSpPr/>
      </dsp:nvSpPr>
      <dsp:spPr>
        <a:xfrm>
          <a:off x="1645920" y="2210495"/>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AC51212-6AA9-4ADC-9154-8EB747418A01}">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12F906-E212-4A9A-B326-9B8A6FEB2C60}">
      <dsp:nvSpPr>
        <dsp:cNvPr id="0" name=""/>
        <dsp:cNvSpPr/>
      </dsp:nvSpPr>
      <dsp:spPr>
        <a:xfrm>
          <a:off x="0" y="2262981"/>
          <a:ext cx="164592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rtl="0">
            <a:lnSpc>
              <a:spcPct val="90000"/>
            </a:lnSpc>
            <a:spcBef>
              <a:spcPct val="0"/>
            </a:spcBef>
            <a:spcAft>
              <a:spcPct val="35000"/>
            </a:spcAft>
          </a:pPr>
          <a:r>
            <a:rPr lang="en-US" sz="2200" b="1" kern="1200" dirty="0" smtClean="0"/>
            <a:t>c</a:t>
          </a:r>
          <a:r>
            <a:rPr lang="en-US" sz="2200" kern="1200" dirty="0" smtClean="0"/>
            <a:t>. </a:t>
          </a:r>
          <a:r>
            <a:rPr lang="en-US" sz="2200" b="1" kern="1200" dirty="0" smtClean="0"/>
            <a:t>Alteration (Section 63) </a:t>
          </a:r>
          <a:endParaRPr lang="en-IN" sz="2200" kern="1200" dirty="0"/>
        </a:p>
      </dsp:txBody>
      <dsp:txXfrm>
        <a:off x="0" y="2262981"/>
        <a:ext cx="1645920" cy="1131490"/>
      </dsp:txXfrm>
    </dsp:sp>
    <dsp:sp modelId="{8DDCA6E8-D255-47E7-A42C-BACE203A9C39}">
      <dsp:nvSpPr>
        <dsp:cNvPr id="0" name=""/>
        <dsp:cNvSpPr/>
      </dsp:nvSpPr>
      <dsp:spPr>
        <a:xfrm>
          <a:off x="1769364" y="2314362"/>
          <a:ext cx="6460236" cy="1027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just" defTabSz="1244600" rtl="0">
            <a:lnSpc>
              <a:spcPct val="90000"/>
            </a:lnSpc>
            <a:spcBef>
              <a:spcPct val="0"/>
            </a:spcBef>
            <a:spcAft>
              <a:spcPct val="35000"/>
            </a:spcAft>
          </a:pPr>
          <a:r>
            <a:rPr lang="en-US" sz="2800" kern="1200" dirty="0" smtClean="0"/>
            <a:t>Changes made in one or more terms of the contract with mutual consent. </a:t>
          </a:r>
          <a:endParaRPr lang="en-IN" sz="2800" kern="1200" dirty="0"/>
        </a:p>
      </dsp:txBody>
      <dsp:txXfrm>
        <a:off x="1769364" y="2314362"/>
        <a:ext cx="6460236" cy="1027623"/>
      </dsp:txXfrm>
    </dsp:sp>
    <dsp:sp modelId="{D2A6DE3A-13BF-4477-B09B-D46387CCCD4E}">
      <dsp:nvSpPr>
        <dsp:cNvPr id="0" name=""/>
        <dsp:cNvSpPr/>
      </dsp:nvSpPr>
      <dsp:spPr>
        <a:xfrm>
          <a:off x="1645920" y="3341986"/>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42EABD-7378-42A9-BA52-7BB0F869555C}">
      <dsp:nvSpPr>
        <dsp:cNvPr id="0" name=""/>
        <dsp:cNvSpPr/>
      </dsp:nvSpPr>
      <dsp:spPr>
        <a:xfrm>
          <a:off x="0" y="3394472"/>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92963-E973-4DF0-A416-5B9010581B1F}">
      <dsp:nvSpPr>
        <dsp:cNvPr id="0" name=""/>
        <dsp:cNvSpPr/>
      </dsp:nvSpPr>
      <dsp:spPr>
        <a:xfrm>
          <a:off x="0" y="3394472"/>
          <a:ext cx="164592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rtl="0">
            <a:lnSpc>
              <a:spcPct val="90000"/>
            </a:lnSpc>
            <a:spcBef>
              <a:spcPct val="0"/>
            </a:spcBef>
            <a:spcAft>
              <a:spcPct val="35000"/>
            </a:spcAft>
          </a:pPr>
          <a:r>
            <a:rPr lang="en-US" sz="2200" b="1" kern="1200" dirty="0" smtClean="0"/>
            <a:t>d. Remission (Section 63) </a:t>
          </a:r>
          <a:endParaRPr lang="en-IN" sz="2200" kern="1200" dirty="0"/>
        </a:p>
      </dsp:txBody>
      <dsp:txXfrm>
        <a:off x="0" y="3394472"/>
        <a:ext cx="1645920" cy="1131490"/>
      </dsp:txXfrm>
    </dsp:sp>
    <dsp:sp modelId="{628C7E1B-41AA-4513-872E-A9E27E2E2227}">
      <dsp:nvSpPr>
        <dsp:cNvPr id="0" name=""/>
        <dsp:cNvSpPr/>
      </dsp:nvSpPr>
      <dsp:spPr>
        <a:xfrm>
          <a:off x="1769364" y="3445853"/>
          <a:ext cx="6460236" cy="1027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just" defTabSz="1244600" rtl="0">
            <a:lnSpc>
              <a:spcPct val="90000"/>
            </a:lnSpc>
            <a:spcBef>
              <a:spcPct val="0"/>
            </a:spcBef>
            <a:spcAft>
              <a:spcPct val="35000"/>
            </a:spcAft>
          </a:pPr>
          <a:r>
            <a:rPr lang="en-US" sz="2800" kern="1200" dirty="0" smtClean="0"/>
            <a:t>Acceptance of a lesser consideration than agreed in the contract.</a:t>
          </a:r>
          <a:endParaRPr lang="en-IN" sz="2800" kern="1200" dirty="0"/>
        </a:p>
      </dsp:txBody>
      <dsp:txXfrm>
        <a:off x="1769364" y="3445853"/>
        <a:ext cx="6460236" cy="1027623"/>
      </dsp:txXfrm>
    </dsp:sp>
    <dsp:sp modelId="{2563BD7E-74CE-4BB2-9B27-57777D8F8FF8}">
      <dsp:nvSpPr>
        <dsp:cNvPr id="0" name=""/>
        <dsp:cNvSpPr/>
      </dsp:nvSpPr>
      <dsp:spPr>
        <a:xfrm>
          <a:off x="1645920" y="4473476"/>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44A2D-7404-4AD9-A1B8-39ABD9C3DEE6}">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7D85C7-7232-4829-ACA9-62575A19E3A0}">
      <dsp:nvSpPr>
        <dsp:cNvPr id="0" name=""/>
        <dsp:cNvSpPr/>
      </dsp:nvSpPr>
      <dsp:spPr>
        <a:xfrm>
          <a:off x="0" y="0"/>
          <a:ext cx="1645920"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rtl="0">
            <a:lnSpc>
              <a:spcPct val="90000"/>
            </a:lnSpc>
            <a:spcBef>
              <a:spcPct val="0"/>
            </a:spcBef>
            <a:spcAft>
              <a:spcPct val="35000"/>
            </a:spcAft>
          </a:pPr>
          <a:r>
            <a:rPr lang="en-US" sz="2800" kern="1200" dirty="0" smtClean="0"/>
            <a:t>e.</a:t>
          </a:r>
          <a:r>
            <a:rPr lang="en-US" sz="2800" b="1" kern="1200" dirty="0" smtClean="0"/>
            <a:t> Waiver  </a:t>
          </a:r>
          <a:endParaRPr lang="en-IN" sz="2800" kern="1200" dirty="0"/>
        </a:p>
      </dsp:txBody>
      <dsp:txXfrm>
        <a:off x="0" y="0"/>
        <a:ext cx="1645920" cy="2262981"/>
      </dsp:txXfrm>
    </dsp:sp>
    <dsp:sp modelId="{7E05358F-FB36-43CE-BE4B-0DACD5C87E15}">
      <dsp:nvSpPr>
        <dsp:cNvPr id="0" name=""/>
        <dsp:cNvSpPr/>
      </dsp:nvSpPr>
      <dsp:spPr>
        <a:xfrm>
          <a:off x="1769364" y="102762"/>
          <a:ext cx="6460236" cy="2055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kern="1200" dirty="0" smtClean="0"/>
            <a:t>Intentional relinquishment of a right under a contract</a:t>
          </a:r>
          <a:endParaRPr lang="en-IN" sz="2100" kern="1200" dirty="0"/>
        </a:p>
      </dsp:txBody>
      <dsp:txXfrm>
        <a:off x="1769364" y="102762"/>
        <a:ext cx="6460236" cy="2055246"/>
      </dsp:txXfrm>
    </dsp:sp>
    <dsp:sp modelId="{ACB305AF-E958-4D8A-B760-D06945A0D9BF}">
      <dsp:nvSpPr>
        <dsp:cNvPr id="0" name=""/>
        <dsp:cNvSpPr/>
      </dsp:nvSpPr>
      <dsp:spPr>
        <a:xfrm>
          <a:off x="1645920" y="2158009"/>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0E389C-BE81-4CB1-8E3A-45482581250D}">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E935D6-85A8-4D43-9561-BFAE2790ABEF}">
      <dsp:nvSpPr>
        <dsp:cNvPr id="0" name=""/>
        <dsp:cNvSpPr/>
      </dsp:nvSpPr>
      <dsp:spPr>
        <a:xfrm>
          <a:off x="0" y="2262981"/>
          <a:ext cx="1645920"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rtl="0">
            <a:lnSpc>
              <a:spcPct val="90000"/>
            </a:lnSpc>
            <a:spcBef>
              <a:spcPct val="0"/>
            </a:spcBef>
            <a:spcAft>
              <a:spcPct val="35000"/>
            </a:spcAft>
          </a:pPr>
          <a:r>
            <a:rPr lang="en-US" sz="2800" kern="1200" dirty="0" smtClean="0"/>
            <a:t>f. </a:t>
          </a:r>
          <a:r>
            <a:rPr lang="en-US" sz="2800" b="1" kern="1200" dirty="0" smtClean="0"/>
            <a:t>Merger  </a:t>
          </a:r>
          <a:endParaRPr lang="en-IN" sz="2800" kern="1200" dirty="0"/>
        </a:p>
      </dsp:txBody>
      <dsp:txXfrm>
        <a:off x="0" y="2262981"/>
        <a:ext cx="1645920" cy="2262981"/>
      </dsp:txXfrm>
    </dsp:sp>
    <dsp:sp modelId="{8DEB971F-32EC-40CA-8907-0789C80FF41D}">
      <dsp:nvSpPr>
        <dsp:cNvPr id="0" name=""/>
        <dsp:cNvSpPr/>
      </dsp:nvSpPr>
      <dsp:spPr>
        <a:xfrm>
          <a:off x="1769364" y="2315578"/>
          <a:ext cx="6460236" cy="1051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just" defTabSz="933450" rtl="0">
            <a:lnSpc>
              <a:spcPct val="90000"/>
            </a:lnSpc>
            <a:spcBef>
              <a:spcPct val="0"/>
            </a:spcBef>
            <a:spcAft>
              <a:spcPct val="35000"/>
            </a:spcAft>
          </a:pPr>
          <a:r>
            <a:rPr lang="en-US" sz="2100" kern="1200" dirty="0" smtClean="0"/>
            <a:t>When an inferior right accruing to a party under a contract merges into a superior right accruing to the same party.</a:t>
          </a:r>
          <a:endParaRPr lang="en-IN" sz="2100" kern="1200" dirty="0"/>
        </a:p>
      </dsp:txBody>
      <dsp:txXfrm>
        <a:off x="1769364" y="2315578"/>
        <a:ext cx="6460236" cy="1051932"/>
      </dsp:txXfrm>
    </dsp:sp>
    <dsp:sp modelId="{FD1A3381-7050-4156-9040-46BCC0202D31}">
      <dsp:nvSpPr>
        <dsp:cNvPr id="0" name=""/>
        <dsp:cNvSpPr/>
      </dsp:nvSpPr>
      <dsp:spPr>
        <a:xfrm>
          <a:off x="1645920" y="3367510"/>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7B1417E-C547-4CE4-9189-BC3802A77AA8}">
      <dsp:nvSpPr>
        <dsp:cNvPr id="0" name=""/>
        <dsp:cNvSpPr/>
      </dsp:nvSpPr>
      <dsp:spPr>
        <a:xfrm>
          <a:off x="1769364" y="3420107"/>
          <a:ext cx="6460236" cy="1051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just" defTabSz="933450" rtl="0">
            <a:lnSpc>
              <a:spcPct val="90000"/>
            </a:lnSpc>
            <a:spcBef>
              <a:spcPct val="0"/>
            </a:spcBef>
            <a:spcAft>
              <a:spcPct val="35000"/>
            </a:spcAft>
          </a:pPr>
          <a:r>
            <a:rPr lang="en-US" sz="2100" kern="1200" dirty="0" smtClean="0"/>
            <a:t>e.g. Roman holds a lease of some property at Jamnagar. He later buys the same property. His rights as a lessee merge into his rights as an owner. </a:t>
          </a:r>
          <a:endParaRPr lang="en-IN" sz="2100" kern="1200" dirty="0"/>
        </a:p>
      </dsp:txBody>
      <dsp:txXfrm>
        <a:off x="1769364" y="3420107"/>
        <a:ext cx="6460236" cy="1051932"/>
      </dsp:txXfrm>
    </dsp:sp>
    <dsp:sp modelId="{9444A29A-BB89-4E92-A904-25201EE742C9}">
      <dsp:nvSpPr>
        <dsp:cNvPr id="0" name=""/>
        <dsp:cNvSpPr/>
      </dsp:nvSpPr>
      <dsp:spPr>
        <a:xfrm>
          <a:off x="1645920" y="4472040"/>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5E5A8-4940-420D-9C23-2B00CF4C51F9}">
      <dsp:nvSpPr>
        <dsp:cNvPr id="0" name=""/>
        <dsp:cNvSpPr/>
      </dsp:nvSpPr>
      <dsp:spPr>
        <a:xfrm>
          <a:off x="3291839" y="552"/>
          <a:ext cx="4937760" cy="2154694"/>
        </a:xfrm>
        <a:prstGeom prst="rightArrow">
          <a:avLst>
            <a:gd name="adj1" fmla="val 75000"/>
            <a:gd name="adj2" fmla="val 50000"/>
          </a:avLst>
        </a:prstGeom>
        <a:solidFill>
          <a:schemeClr val="accent6">
            <a:alpha val="90000"/>
            <a:tint val="55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0" marR="0" lvl="1" indent="0" algn="just" defTabSz="914400" rtl="0" eaLnBrk="1" fontAlgn="auto" latinLnBrk="0" hangingPunct="1">
            <a:lnSpc>
              <a:spcPct val="100000"/>
            </a:lnSpc>
            <a:spcBef>
              <a:spcPct val="0"/>
            </a:spcBef>
            <a:spcAft>
              <a:spcPts val="0"/>
            </a:spcAft>
            <a:buClrTx/>
            <a:buSzTx/>
            <a:buFontTx/>
            <a:buChar char="••"/>
            <a:tabLst/>
            <a:defRPr/>
          </a:pPr>
          <a:r>
            <a:rPr lang="en-US" sz="1800" kern="1200" dirty="0" smtClean="0"/>
            <a:t>Parties forget the contract and do not intend to bring a new contract to replace it. A promise not to demand performance from each other becomes the mutual consideration for discharge of contract. </a:t>
          </a:r>
          <a:endParaRPr lang="en-IN" sz="1800" kern="1200" dirty="0" smtClean="0"/>
        </a:p>
        <a:p>
          <a:pPr marL="285750" lvl="1" indent="0" algn="l" defTabSz="2889250">
            <a:lnSpc>
              <a:spcPct val="90000"/>
            </a:lnSpc>
            <a:spcBef>
              <a:spcPct val="0"/>
            </a:spcBef>
            <a:spcAft>
              <a:spcPct val="15000"/>
            </a:spcAft>
            <a:buChar char="••"/>
          </a:pPr>
          <a:endParaRPr lang="en-IN" sz="1800" kern="1200" dirty="0"/>
        </a:p>
      </dsp:txBody>
      <dsp:txXfrm>
        <a:off x="3291839" y="269889"/>
        <a:ext cx="4129750" cy="1616020"/>
      </dsp:txXfrm>
    </dsp:sp>
    <dsp:sp modelId="{1B8DFE66-F304-474B-A510-65E8B8377D69}">
      <dsp:nvSpPr>
        <dsp:cNvPr id="0" name=""/>
        <dsp:cNvSpPr/>
      </dsp:nvSpPr>
      <dsp:spPr>
        <a:xfrm>
          <a:off x="0" y="552"/>
          <a:ext cx="3291840" cy="2154694"/>
        </a:xfrm>
        <a:prstGeom prst="roundRect">
          <a:avLst/>
        </a:prstGeom>
        <a:solidFill>
          <a:schemeClr val="accent6">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87630" rIns="175260" bIns="87630" numCol="1" spcCol="1270" anchor="ctr" anchorCtr="0">
          <a:noAutofit/>
        </a:bodyPr>
        <a:lstStyle/>
        <a:p>
          <a:pPr lvl="0" algn="ctr" defTabSz="2044700" rtl="0">
            <a:lnSpc>
              <a:spcPct val="90000"/>
            </a:lnSpc>
            <a:spcBef>
              <a:spcPct val="0"/>
            </a:spcBef>
            <a:spcAft>
              <a:spcPct val="35000"/>
            </a:spcAft>
          </a:pPr>
          <a:r>
            <a:rPr lang="en-US" sz="4600" kern="1200" dirty="0" smtClean="0"/>
            <a:t>Rescission:</a:t>
          </a:r>
          <a:endParaRPr lang="en-IN" sz="4600" kern="1200" dirty="0"/>
        </a:p>
      </dsp:txBody>
      <dsp:txXfrm>
        <a:off x="105183" y="105735"/>
        <a:ext cx="3081474" cy="1944328"/>
      </dsp:txXfrm>
    </dsp:sp>
    <dsp:sp modelId="{D5C7282E-BF2B-4132-A43D-2F97905E4FFF}">
      <dsp:nvSpPr>
        <dsp:cNvPr id="0" name=""/>
        <dsp:cNvSpPr/>
      </dsp:nvSpPr>
      <dsp:spPr>
        <a:xfrm>
          <a:off x="3291839" y="2370716"/>
          <a:ext cx="4937760" cy="2154694"/>
        </a:xfrm>
        <a:prstGeom prst="rightArrow">
          <a:avLst>
            <a:gd name="adj1" fmla="val 75000"/>
            <a:gd name="adj2" fmla="val 50000"/>
          </a:avLst>
        </a:prstGeom>
        <a:solidFill>
          <a:schemeClr val="accent6">
            <a:alpha val="90000"/>
            <a:tint val="55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t" anchorCtr="0">
          <a:noAutofit/>
        </a:bodyPr>
        <a:lstStyle/>
        <a:p>
          <a:pPr marL="0" marR="0" lvl="1" indent="0" algn="just" defTabSz="914400" rtl="0" eaLnBrk="1" fontAlgn="auto" latinLnBrk="0" hangingPunct="1">
            <a:lnSpc>
              <a:spcPct val="100000"/>
            </a:lnSpc>
            <a:spcBef>
              <a:spcPct val="0"/>
            </a:spcBef>
            <a:spcAft>
              <a:spcPts val="0"/>
            </a:spcAft>
            <a:buClrTx/>
            <a:buSzTx/>
            <a:buFontTx/>
            <a:buChar char="••"/>
            <a:tabLst/>
            <a:defRPr/>
          </a:pPr>
          <a:r>
            <a:rPr lang="en-US" sz="2100" kern="1200" dirty="0" smtClean="0"/>
            <a:t>One sided concession through a unilateral declaration of renunciation. (one-sided abandonment)</a:t>
          </a:r>
          <a:endParaRPr lang="en-IN" sz="2100" kern="1200" dirty="0" smtClean="0"/>
        </a:p>
        <a:p>
          <a:pPr marL="171450" lvl="1" indent="0" algn="l" defTabSz="755650">
            <a:lnSpc>
              <a:spcPct val="90000"/>
            </a:lnSpc>
            <a:spcBef>
              <a:spcPct val="0"/>
            </a:spcBef>
            <a:spcAft>
              <a:spcPct val="15000"/>
            </a:spcAft>
            <a:buChar char="••"/>
          </a:pPr>
          <a:endParaRPr lang="en-IN" sz="2100" kern="1200" dirty="0"/>
        </a:p>
      </dsp:txBody>
      <dsp:txXfrm>
        <a:off x="3291839" y="2640053"/>
        <a:ext cx="4129750" cy="1616020"/>
      </dsp:txXfrm>
    </dsp:sp>
    <dsp:sp modelId="{6B618780-35ED-48A7-958D-6F18BAB0869D}">
      <dsp:nvSpPr>
        <dsp:cNvPr id="0" name=""/>
        <dsp:cNvSpPr/>
      </dsp:nvSpPr>
      <dsp:spPr>
        <a:xfrm>
          <a:off x="0" y="2370716"/>
          <a:ext cx="3291840" cy="2154694"/>
        </a:xfrm>
        <a:prstGeom prst="roundRect">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87630" rIns="175260" bIns="87630" numCol="1" spcCol="1270" anchor="ctr" anchorCtr="0">
          <a:noAutofit/>
        </a:bodyPr>
        <a:lstStyle/>
        <a:p>
          <a:pPr lvl="0" algn="ctr" defTabSz="2044700" rtl="0">
            <a:lnSpc>
              <a:spcPct val="90000"/>
            </a:lnSpc>
            <a:spcBef>
              <a:spcPct val="0"/>
            </a:spcBef>
            <a:spcAft>
              <a:spcPct val="35000"/>
            </a:spcAft>
          </a:pPr>
          <a:r>
            <a:rPr lang="en-US" sz="4600" kern="1200" dirty="0" smtClean="0"/>
            <a:t>Waiver:</a:t>
          </a:r>
          <a:endParaRPr lang="en-IN" sz="4600" kern="1200" dirty="0"/>
        </a:p>
      </dsp:txBody>
      <dsp:txXfrm>
        <a:off x="105183" y="2475899"/>
        <a:ext cx="3081474" cy="194432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4030D-A8B7-4284-B7CB-A9F86F2B9D8B}">
      <dsp:nvSpPr>
        <dsp:cNvPr id="0" name=""/>
        <dsp:cNvSpPr/>
      </dsp:nvSpPr>
      <dsp:spPr>
        <a:xfrm>
          <a:off x="4114800" y="1872170"/>
          <a:ext cx="2251813" cy="781621"/>
        </a:xfrm>
        <a:custGeom>
          <a:avLst/>
          <a:gdLst/>
          <a:ahLst/>
          <a:cxnLst/>
          <a:rect l="0" t="0" r="0" b="0"/>
          <a:pathLst>
            <a:path>
              <a:moveTo>
                <a:pt x="0" y="0"/>
              </a:moveTo>
              <a:lnTo>
                <a:pt x="0" y="390810"/>
              </a:lnTo>
              <a:lnTo>
                <a:pt x="2251813" y="390810"/>
              </a:lnTo>
              <a:lnTo>
                <a:pt x="2251813" y="781621"/>
              </a:lnTo>
            </a:path>
          </a:pathLst>
        </a:custGeom>
        <a:noFill/>
        <a:ln w="25400" cap="flat" cmpd="sng" algn="ctr">
          <a:solidFill>
            <a:schemeClr val="accent2">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EBED48A-04C8-41C6-83D5-A59AD46C157A}">
      <dsp:nvSpPr>
        <dsp:cNvPr id="0" name=""/>
        <dsp:cNvSpPr/>
      </dsp:nvSpPr>
      <dsp:spPr>
        <a:xfrm>
          <a:off x="1862986" y="1872170"/>
          <a:ext cx="2251813" cy="781621"/>
        </a:xfrm>
        <a:custGeom>
          <a:avLst/>
          <a:gdLst/>
          <a:ahLst/>
          <a:cxnLst/>
          <a:rect l="0" t="0" r="0" b="0"/>
          <a:pathLst>
            <a:path>
              <a:moveTo>
                <a:pt x="2251813" y="0"/>
              </a:moveTo>
              <a:lnTo>
                <a:pt x="2251813" y="390810"/>
              </a:lnTo>
              <a:lnTo>
                <a:pt x="0" y="390810"/>
              </a:lnTo>
              <a:lnTo>
                <a:pt x="0" y="781621"/>
              </a:lnTo>
            </a:path>
          </a:pathLst>
        </a:custGeom>
        <a:noFill/>
        <a:ln w="25400" cap="flat" cmpd="sng" algn="ctr">
          <a:solidFill>
            <a:schemeClr val="accent2">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60B2CA6-158C-4A5F-AB10-F2B34DDF981B}">
      <dsp:nvSpPr>
        <dsp:cNvPr id="0" name=""/>
        <dsp:cNvSpPr/>
      </dsp:nvSpPr>
      <dsp:spPr>
        <a:xfrm>
          <a:off x="2253797" y="11168"/>
          <a:ext cx="3722005" cy="1861002"/>
        </a:xfrm>
        <a:prstGeom prst="rect">
          <a:avLst/>
        </a:prstGeom>
        <a:gradFill rotWithShape="0">
          <a:gsLst>
            <a:gs pos="0">
              <a:schemeClr val="accent2">
                <a:alpha val="80000"/>
                <a:hueOff val="0"/>
                <a:satOff val="0"/>
                <a:lumOff val="0"/>
                <a:alphaOff val="0"/>
                <a:shade val="51000"/>
                <a:satMod val="130000"/>
              </a:schemeClr>
            </a:gs>
            <a:gs pos="80000">
              <a:schemeClr val="accent2">
                <a:alpha val="80000"/>
                <a:hueOff val="0"/>
                <a:satOff val="0"/>
                <a:lumOff val="0"/>
                <a:alphaOff val="0"/>
                <a:shade val="93000"/>
                <a:satMod val="130000"/>
              </a:schemeClr>
            </a:gs>
            <a:gs pos="100000">
              <a:schemeClr val="accent2">
                <a:alpha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rtl="0">
            <a:lnSpc>
              <a:spcPct val="90000"/>
            </a:lnSpc>
            <a:spcBef>
              <a:spcPct val="0"/>
            </a:spcBef>
            <a:spcAft>
              <a:spcPct val="35000"/>
            </a:spcAft>
          </a:pPr>
          <a:r>
            <a:rPr lang="en-US" sz="2600" kern="1200" smtClean="0"/>
            <a:t>If an agreement contains an undertaking to perform an impossibility, it is void ab initio. This rule is based on :</a:t>
          </a:r>
          <a:endParaRPr lang="en-IN" sz="2600" kern="1200"/>
        </a:p>
      </dsp:txBody>
      <dsp:txXfrm>
        <a:off x="2253797" y="11168"/>
        <a:ext cx="3722005" cy="1861002"/>
      </dsp:txXfrm>
    </dsp:sp>
    <dsp:sp modelId="{1B60B62B-2134-42D9-8988-291CA2C95F5B}">
      <dsp:nvSpPr>
        <dsp:cNvPr id="0" name=""/>
        <dsp:cNvSpPr/>
      </dsp:nvSpPr>
      <dsp:spPr>
        <a:xfrm>
          <a:off x="1984" y="2653792"/>
          <a:ext cx="3722005" cy="1861002"/>
        </a:xfrm>
        <a:prstGeom prst="rect">
          <a:avLst/>
        </a:prstGeom>
        <a:gradFill rotWithShape="0">
          <a:gsLst>
            <a:gs pos="0">
              <a:schemeClr val="accent2">
                <a:alpha val="70000"/>
                <a:hueOff val="0"/>
                <a:satOff val="0"/>
                <a:lumOff val="0"/>
                <a:alphaOff val="0"/>
                <a:shade val="51000"/>
                <a:satMod val="130000"/>
              </a:schemeClr>
            </a:gs>
            <a:gs pos="80000">
              <a:schemeClr val="accent2">
                <a:alpha val="70000"/>
                <a:hueOff val="0"/>
                <a:satOff val="0"/>
                <a:lumOff val="0"/>
                <a:alphaOff val="0"/>
                <a:shade val="93000"/>
                <a:satMod val="130000"/>
              </a:schemeClr>
            </a:gs>
            <a:gs pos="100000">
              <a:schemeClr val="accent2">
                <a:alpha val="70000"/>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rtl="0">
            <a:lnSpc>
              <a:spcPct val="90000"/>
            </a:lnSpc>
            <a:spcBef>
              <a:spcPct val="0"/>
            </a:spcBef>
            <a:spcAft>
              <a:spcPct val="35000"/>
            </a:spcAft>
          </a:pPr>
          <a:r>
            <a:rPr lang="en-US" sz="2600" kern="1200" dirty="0" smtClean="0"/>
            <a:t>a. </a:t>
          </a:r>
          <a:r>
            <a:rPr lang="en-US" sz="2600" i="1" kern="1200" dirty="0" smtClean="0"/>
            <a:t>lexicon </a:t>
          </a:r>
          <a:r>
            <a:rPr lang="en-US" sz="2600" i="1" kern="1200" dirty="0" err="1" smtClean="0"/>
            <a:t>cogit</a:t>
          </a:r>
          <a:r>
            <a:rPr lang="en-US" sz="2600" i="1" kern="1200" dirty="0" smtClean="0"/>
            <a:t> ad </a:t>
          </a:r>
          <a:r>
            <a:rPr lang="en-US" sz="2600" i="1" kern="1200" dirty="0" err="1" smtClean="0"/>
            <a:t>impossibilia</a:t>
          </a:r>
          <a:r>
            <a:rPr lang="en-US" sz="2600" kern="1200" dirty="0" smtClean="0"/>
            <a:t>  - the law does not recognize what is impossible.</a:t>
          </a:r>
          <a:endParaRPr lang="en-IN" sz="2600" kern="1200" dirty="0"/>
        </a:p>
      </dsp:txBody>
      <dsp:txXfrm>
        <a:off x="1984" y="2653792"/>
        <a:ext cx="3722005" cy="1861002"/>
      </dsp:txXfrm>
    </dsp:sp>
    <dsp:sp modelId="{F1F60B8C-89FB-4865-B2E0-9F976FE2AE30}">
      <dsp:nvSpPr>
        <dsp:cNvPr id="0" name=""/>
        <dsp:cNvSpPr/>
      </dsp:nvSpPr>
      <dsp:spPr>
        <a:xfrm>
          <a:off x="4505610" y="2653792"/>
          <a:ext cx="3722005" cy="1861002"/>
        </a:xfrm>
        <a:prstGeom prst="rect">
          <a:avLst/>
        </a:prstGeom>
        <a:gradFill rotWithShape="0">
          <a:gsLst>
            <a:gs pos="0">
              <a:schemeClr val="accent2">
                <a:alpha val="70000"/>
                <a:hueOff val="0"/>
                <a:satOff val="0"/>
                <a:lumOff val="0"/>
                <a:alphaOff val="0"/>
                <a:shade val="51000"/>
                <a:satMod val="130000"/>
              </a:schemeClr>
            </a:gs>
            <a:gs pos="80000">
              <a:schemeClr val="accent2">
                <a:alpha val="70000"/>
                <a:hueOff val="0"/>
                <a:satOff val="0"/>
                <a:lumOff val="0"/>
                <a:alphaOff val="0"/>
                <a:shade val="93000"/>
                <a:satMod val="130000"/>
              </a:schemeClr>
            </a:gs>
            <a:gs pos="100000">
              <a:schemeClr val="accent2">
                <a:alpha val="70000"/>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rtl="0">
            <a:lnSpc>
              <a:spcPct val="90000"/>
            </a:lnSpc>
            <a:spcBef>
              <a:spcPct val="0"/>
            </a:spcBef>
            <a:spcAft>
              <a:spcPct val="35000"/>
            </a:spcAft>
          </a:pPr>
          <a:r>
            <a:rPr lang="en-US" sz="2600" kern="1200" dirty="0" smtClean="0"/>
            <a:t>b. </a:t>
          </a:r>
          <a:r>
            <a:rPr lang="en-US" sz="2600" i="1" kern="1200" dirty="0" err="1" smtClean="0"/>
            <a:t>impossibilium</a:t>
          </a:r>
          <a:r>
            <a:rPr lang="en-US" sz="2600" i="1" kern="1200" dirty="0" smtClean="0"/>
            <a:t> </a:t>
          </a:r>
          <a:r>
            <a:rPr lang="en-US" sz="2600" i="1" kern="1200" dirty="0" err="1" smtClean="0"/>
            <a:t>nulla</a:t>
          </a:r>
          <a:r>
            <a:rPr lang="en-US" sz="2600" i="1" kern="1200" dirty="0" smtClean="0"/>
            <a:t> </a:t>
          </a:r>
          <a:r>
            <a:rPr lang="en-US" sz="2600" i="1" kern="1200" dirty="0" err="1" smtClean="0"/>
            <a:t>obligato</a:t>
          </a:r>
          <a:r>
            <a:rPr lang="en-US" sz="2600" i="1" kern="1200" dirty="0" smtClean="0"/>
            <a:t> </a:t>
          </a:r>
          <a:r>
            <a:rPr lang="en-US" sz="2600" i="1" kern="1200" dirty="0" err="1" smtClean="0"/>
            <a:t>est</a:t>
          </a:r>
          <a:r>
            <a:rPr lang="en-US" sz="2600" kern="1200" dirty="0" smtClean="0"/>
            <a:t> – what is impossible does not create an obligation.</a:t>
          </a:r>
          <a:endParaRPr lang="en-IN" sz="2600" kern="1200" dirty="0"/>
        </a:p>
      </dsp:txBody>
      <dsp:txXfrm>
        <a:off x="4505610" y="2653792"/>
        <a:ext cx="3722005" cy="186100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42243-76C5-49F7-8A98-7D562526E67C}">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69ACCA-A58C-42DB-843E-5C792FA92F85}">
      <dsp:nvSpPr>
        <dsp:cNvPr id="0" name=""/>
        <dsp:cNvSpPr/>
      </dsp:nvSpPr>
      <dsp:spPr>
        <a:xfrm>
          <a:off x="0" y="0"/>
          <a:ext cx="1645920" cy="4525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smtClean="0"/>
            <a:t>The Limitation Act, 1963 lays down that a contract should be performed within a specified period, called the period of limitation. If it is not performed, and if no action is taken by the promisee within the period of limitation, he is deprived of his remedy at law. </a:t>
          </a:r>
          <a:endParaRPr lang="en-IN" sz="1700" kern="1200"/>
        </a:p>
      </dsp:txBody>
      <dsp:txXfrm>
        <a:off x="0" y="0"/>
        <a:ext cx="1645920" cy="4525963"/>
      </dsp:txXfrm>
    </dsp:sp>
    <dsp:sp modelId="{29A2B3C8-3A49-45FF-A4A4-5ACCCDDA1C26}">
      <dsp:nvSpPr>
        <dsp:cNvPr id="0" name=""/>
        <dsp:cNvSpPr/>
      </dsp:nvSpPr>
      <dsp:spPr>
        <a:xfrm>
          <a:off x="1769364" y="205524"/>
          <a:ext cx="6460236" cy="4110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just" defTabSz="1111250" rtl="0">
            <a:lnSpc>
              <a:spcPct val="90000"/>
            </a:lnSpc>
            <a:spcBef>
              <a:spcPct val="0"/>
            </a:spcBef>
            <a:spcAft>
              <a:spcPct val="35000"/>
            </a:spcAft>
          </a:pPr>
          <a:r>
            <a:rPr lang="en-US" sz="2500" i="1" kern="1200" dirty="0" smtClean="0"/>
            <a:t>e.g. The price of goods sold without any stipulation as to the credit should be paid within three years of the delivery of the goods. Where goods are sold on credit to be paid for after a fixed period of credit, the price should be paid within three years of the expiry of the credit. If the price is not paid and the creditor does not file a suit against the buyer for the recovery of the price within three years, the debt becomes time-barred and hence irrecoverable.</a:t>
          </a:r>
          <a:endParaRPr lang="en-IN" sz="2500" kern="1200" dirty="0"/>
        </a:p>
      </dsp:txBody>
      <dsp:txXfrm>
        <a:off x="1769364" y="205524"/>
        <a:ext cx="6460236" cy="4110493"/>
      </dsp:txXfrm>
    </dsp:sp>
    <dsp:sp modelId="{D842AA44-CF56-44D5-AE90-ED6A64A0045F}">
      <dsp:nvSpPr>
        <dsp:cNvPr id="0" name=""/>
        <dsp:cNvSpPr/>
      </dsp:nvSpPr>
      <dsp:spPr>
        <a:xfrm>
          <a:off x="1645920" y="4316018"/>
          <a:ext cx="65836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9CF0F-72FF-4E10-8C6E-B9EB980D45F7}">
      <dsp:nvSpPr>
        <dsp:cNvPr id="0" name=""/>
        <dsp:cNvSpPr/>
      </dsp:nvSpPr>
      <dsp:spPr>
        <a:xfrm rot="5400000">
          <a:off x="5248282" y="-2196676"/>
          <a:ext cx="695690" cy="5266944"/>
        </a:xfrm>
        <a:prstGeom prst="round2Same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14300" lvl="1" indent="-114300" algn="just" defTabSz="622300" rtl="0">
            <a:lnSpc>
              <a:spcPct val="90000"/>
            </a:lnSpc>
            <a:spcBef>
              <a:spcPct val="0"/>
            </a:spcBef>
            <a:spcAft>
              <a:spcPct val="15000"/>
            </a:spcAft>
            <a:buChar char="••"/>
          </a:pPr>
          <a:r>
            <a:rPr lang="en-US" sz="1400" kern="1200" dirty="0" smtClean="0"/>
            <a:t>In contracts that involve personal skill and ability, the contract is terminated on death of the promisor. In other contracts, the rights and liabilities of a deceased person pass on to the legal representatives of the deceased person.</a:t>
          </a:r>
          <a:endParaRPr lang="en-IN" sz="1400" kern="1200" dirty="0"/>
        </a:p>
      </dsp:txBody>
      <dsp:txXfrm rot="-5400000">
        <a:off x="2962656" y="122911"/>
        <a:ext cx="5232983" cy="627768"/>
      </dsp:txXfrm>
    </dsp:sp>
    <dsp:sp modelId="{9C693D29-9C86-4F95-9734-69C2302D8073}">
      <dsp:nvSpPr>
        <dsp:cNvPr id="0" name=""/>
        <dsp:cNvSpPr/>
      </dsp:nvSpPr>
      <dsp:spPr>
        <a:xfrm>
          <a:off x="0" y="1988"/>
          <a:ext cx="2962656" cy="869612"/>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smtClean="0"/>
            <a:t>1. Death  </a:t>
          </a:r>
          <a:endParaRPr lang="en-IN" sz="1700" kern="1200" dirty="0"/>
        </a:p>
      </dsp:txBody>
      <dsp:txXfrm>
        <a:off x="42451" y="44439"/>
        <a:ext cx="2877754" cy="784710"/>
      </dsp:txXfrm>
    </dsp:sp>
    <dsp:sp modelId="{C6FC0EA8-E107-4B5B-AD6D-B778606AC2FF}">
      <dsp:nvSpPr>
        <dsp:cNvPr id="0" name=""/>
        <dsp:cNvSpPr/>
      </dsp:nvSpPr>
      <dsp:spPr>
        <a:xfrm rot="5400000">
          <a:off x="5248282" y="-1283583"/>
          <a:ext cx="695690" cy="5266944"/>
        </a:xfrm>
        <a:prstGeom prst="round2SameRect">
          <a:avLst/>
        </a:prstGeom>
        <a:solidFill>
          <a:schemeClr val="accent4">
            <a:tint val="40000"/>
            <a:alpha val="90000"/>
            <a:hueOff val="1925438"/>
            <a:satOff val="-9129"/>
            <a:lumOff val="-490"/>
            <a:alphaOff val="0"/>
          </a:schemeClr>
        </a:solidFill>
        <a:ln w="9525" cap="flat" cmpd="sng" algn="ctr">
          <a:solidFill>
            <a:schemeClr val="accent4">
              <a:tint val="40000"/>
              <a:alpha val="90000"/>
              <a:hueOff val="1925438"/>
              <a:satOff val="-9129"/>
              <a:lumOff val="-49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just" defTabSz="711200" rtl="0">
            <a:lnSpc>
              <a:spcPct val="90000"/>
            </a:lnSpc>
            <a:spcBef>
              <a:spcPct val="0"/>
            </a:spcBef>
            <a:spcAft>
              <a:spcPct val="15000"/>
            </a:spcAft>
            <a:buChar char="••"/>
          </a:pPr>
          <a:r>
            <a:rPr lang="en-US" sz="1600" kern="1200" dirty="0" smtClean="0"/>
            <a:t>This indicates the rights of a party getting added to form higher rights.</a:t>
          </a:r>
          <a:endParaRPr lang="en-IN" sz="1600" kern="1200" dirty="0"/>
        </a:p>
      </dsp:txBody>
      <dsp:txXfrm rot="-5400000">
        <a:off x="2962656" y="1036004"/>
        <a:ext cx="5232983" cy="627768"/>
      </dsp:txXfrm>
    </dsp:sp>
    <dsp:sp modelId="{AA1DFB0B-FD15-4A7C-8A19-98EBF55B44FD}">
      <dsp:nvSpPr>
        <dsp:cNvPr id="0" name=""/>
        <dsp:cNvSpPr/>
      </dsp:nvSpPr>
      <dsp:spPr>
        <a:xfrm>
          <a:off x="0" y="915082"/>
          <a:ext cx="2962656" cy="869612"/>
        </a:xfrm>
        <a:prstGeom prst="roundRect">
          <a:avLst/>
        </a:prstGeom>
        <a:gradFill rotWithShape="0">
          <a:gsLst>
            <a:gs pos="0">
              <a:schemeClr val="accent4">
                <a:hueOff val="1871245"/>
                <a:satOff val="-10347"/>
                <a:lumOff val="-882"/>
                <a:alphaOff val="0"/>
                <a:shade val="51000"/>
                <a:satMod val="130000"/>
              </a:schemeClr>
            </a:gs>
            <a:gs pos="80000">
              <a:schemeClr val="accent4">
                <a:hueOff val="1871245"/>
                <a:satOff val="-10347"/>
                <a:lumOff val="-882"/>
                <a:alphaOff val="0"/>
                <a:shade val="93000"/>
                <a:satMod val="130000"/>
              </a:schemeClr>
            </a:gs>
            <a:gs pos="100000">
              <a:schemeClr val="accent4">
                <a:hueOff val="1871245"/>
                <a:satOff val="-10347"/>
                <a:lumOff val="-882"/>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smtClean="0"/>
            <a:t>2. Merger </a:t>
          </a:r>
          <a:endParaRPr lang="en-IN" sz="1700" kern="1200" dirty="0"/>
        </a:p>
      </dsp:txBody>
      <dsp:txXfrm>
        <a:off x="42451" y="957533"/>
        <a:ext cx="2877754" cy="784710"/>
      </dsp:txXfrm>
    </dsp:sp>
    <dsp:sp modelId="{96B7B481-D138-47A8-9EC7-1B6A3A7C790B}">
      <dsp:nvSpPr>
        <dsp:cNvPr id="0" name=""/>
        <dsp:cNvSpPr/>
      </dsp:nvSpPr>
      <dsp:spPr>
        <a:xfrm rot="5400000">
          <a:off x="5248282" y="-370490"/>
          <a:ext cx="695690" cy="5266944"/>
        </a:xfrm>
        <a:prstGeom prst="round2SameRect">
          <a:avLst/>
        </a:prstGeom>
        <a:solidFill>
          <a:schemeClr val="accent4">
            <a:tint val="40000"/>
            <a:alpha val="90000"/>
            <a:hueOff val="3850876"/>
            <a:satOff val="-18259"/>
            <a:lumOff val="-979"/>
            <a:alphaOff val="0"/>
          </a:schemeClr>
        </a:solidFill>
        <a:ln w="9525" cap="flat" cmpd="sng" algn="ctr">
          <a:solidFill>
            <a:schemeClr val="accent4">
              <a:tint val="40000"/>
              <a:alpha val="90000"/>
              <a:hueOff val="3850876"/>
              <a:satOff val="-18259"/>
              <a:lumOff val="-97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just" defTabSz="711200" rtl="0">
            <a:lnSpc>
              <a:spcPct val="90000"/>
            </a:lnSpc>
            <a:spcBef>
              <a:spcPct val="0"/>
            </a:spcBef>
            <a:spcAft>
              <a:spcPct val="15000"/>
            </a:spcAft>
            <a:buChar char="••"/>
          </a:pPr>
          <a:r>
            <a:rPr lang="en-US" sz="1600" kern="1200" dirty="0" smtClean="0"/>
            <a:t>When a person is adjudged insolvent, he is discharged from all liabilities incurred prior to his adjudication.</a:t>
          </a:r>
          <a:endParaRPr lang="en-IN" sz="1600" kern="1200" dirty="0"/>
        </a:p>
      </dsp:txBody>
      <dsp:txXfrm rot="-5400000">
        <a:off x="2962656" y="1949097"/>
        <a:ext cx="5232983" cy="627768"/>
      </dsp:txXfrm>
    </dsp:sp>
    <dsp:sp modelId="{46BA8C6B-18AD-4CC6-B669-8C08B7F31C70}">
      <dsp:nvSpPr>
        <dsp:cNvPr id="0" name=""/>
        <dsp:cNvSpPr/>
      </dsp:nvSpPr>
      <dsp:spPr>
        <a:xfrm>
          <a:off x="0" y="1828175"/>
          <a:ext cx="2962656" cy="869612"/>
        </a:xfrm>
        <a:prstGeom prst="roundRect">
          <a:avLst/>
        </a:prstGeom>
        <a:gradFill rotWithShape="0">
          <a:gsLst>
            <a:gs pos="0">
              <a:schemeClr val="accent4">
                <a:hueOff val="3742489"/>
                <a:satOff val="-20694"/>
                <a:lumOff val="-1765"/>
                <a:alphaOff val="0"/>
                <a:shade val="51000"/>
                <a:satMod val="130000"/>
              </a:schemeClr>
            </a:gs>
            <a:gs pos="80000">
              <a:schemeClr val="accent4">
                <a:hueOff val="3742489"/>
                <a:satOff val="-20694"/>
                <a:lumOff val="-1765"/>
                <a:alphaOff val="0"/>
                <a:shade val="93000"/>
                <a:satMod val="130000"/>
              </a:schemeClr>
            </a:gs>
            <a:gs pos="100000">
              <a:schemeClr val="accent4">
                <a:hueOff val="3742489"/>
                <a:satOff val="-20694"/>
                <a:lumOff val="-176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smtClean="0"/>
            <a:t>3. Insolvency </a:t>
          </a:r>
          <a:endParaRPr lang="en-IN" sz="1700" kern="1200" dirty="0"/>
        </a:p>
      </dsp:txBody>
      <dsp:txXfrm>
        <a:off x="42451" y="1870626"/>
        <a:ext cx="2877754" cy="784710"/>
      </dsp:txXfrm>
    </dsp:sp>
    <dsp:sp modelId="{8EEA68A9-3489-4743-98C7-505746B05088}">
      <dsp:nvSpPr>
        <dsp:cNvPr id="0" name=""/>
        <dsp:cNvSpPr/>
      </dsp:nvSpPr>
      <dsp:spPr>
        <a:xfrm rot="5400000">
          <a:off x="5248282" y="542602"/>
          <a:ext cx="695690" cy="5266944"/>
        </a:xfrm>
        <a:prstGeom prst="round2SameRect">
          <a:avLst/>
        </a:prstGeom>
        <a:solidFill>
          <a:schemeClr val="accent4">
            <a:tint val="40000"/>
            <a:alpha val="90000"/>
            <a:hueOff val="5776315"/>
            <a:satOff val="-27388"/>
            <a:lumOff val="-1469"/>
            <a:alphaOff val="0"/>
          </a:schemeClr>
        </a:solidFill>
        <a:ln w="9525" cap="flat" cmpd="sng" algn="ctr">
          <a:solidFill>
            <a:schemeClr val="accent4">
              <a:tint val="40000"/>
              <a:alpha val="90000"/>
              <a:hueOff val="5776315"/>
              <a:satOff val="-27388"/>
              <a:lumOff val="-146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0970" tIns="70485" rIns="140970" bIns="70485" numCol="1" spcCol="1270" anchor="ctr" anchorCtr="0">
          <a:noAutofit/>
        </a:bodyPr>
        <a:lstStyle/>
        <a:p>
          <a:pPr marL="171450" lvl="1" indent="-171450" algn="just" defTabSz="711200" rtl="0">
            <a:lnSpc>
              <a:spcPct val="90000"/>
            </a:lnSpc>
            <a:spcBef>
              <a:spcPct val="0"/>
            </a:spcBef>
            <a:spcAft>
              <a:spcPct val="15000"/>
            </a:spcAft>
            <a:buChar char="••"/>
          </a:pPr>
          <a:r>
            <a:rPr lang="en-US" sz="1600" kern="1200" dirty="0" smtClean="0"/>
            <a:t>Where a party to a contract makes any material alteration in the contract without the consent of the other party, then the other party can avoid the contract.</a:t>
          </a:r>
          <a:endParaRPr lang="en-IN" sz="1600" kern="1200" dirty="0"/>
        </a:p>
      </dsp:txBody>
      <dsp:txXfrm rot="-5400000">
        <a:off x="2962656" y="2862190"/>
        <a:ext cx="5232983" cy="627768"/>
      </dsp:txXfrm>
    </dsp:sp>
    <dsp:sp modelId="{33CA0367-91F4-4FB8-A19C-778D80B5238F}">
      <dsp:nvSpPr>
        <dsp:cNvPr id="0" name=""/>
        <dsp:cNvSpPr/>
      </dsp:nvSpPr>
      <dsp:spPr>
        <a:xfrm>
          <a:off x="0" y="2741268"/>
          <a:ext cx="2962656" cy="869612"/>
        </a:xfrm>
        <a:prstGeom prst="roundRect">
          <a:avLst/>
        </a:prstGeom>
        <a:gradFill rotWithShape="0">
          <a:gsLst>
            <a:gs pos="0">
              <a:schemeClr val="accent4">
                <a:hueOff val="5613734"/>
                <a:satOff val="-31040"/>
                <a:lumOff val="-2647"/>
                <a:alphaOff val="0"/>
                <a:shade val="51000"/>
                <a:satMod val="130000"/>
              </a:schemeClr>
            </a:gs>
            <a:gs pos="80000">
              <a:schemeClr val="accent4">
                <a:hueOff val="5613734"/>
                <a:satOff val="-31040"/>
                <a:lumOff val="-2647"/>
                <a:alphaOff val="0"/>
                <a:shade val="93000"/>
                <a:satMod val="130000"/>
              </a:schemeClr>
            </a:gs>
            <a:gs pos="100000">
              <a:schemeClr val="accent4">
                <a:hueOff val="5613734"/>
                <a:satOff val="-31040"/>
                <a:lumOff val="-2647"/>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smtClean="0"/>
            <a:t>4. </a:t>
          </a:r>
          <a:r>
            <a:rPr lang="en-US" sz="1700" kern="1200" dirty="0" err="1" smtClean="0"/>
            <a:t>Unauthorised</a:t>
          </a:r>
          <a:r>
            <a:rPr lang="en-US" sz="1700" kern="1200" dirty="0" smtClean="0"/>
            <a:t> alteration of the terms of a written agreement </a:t>
          </a:r>
          <a:endParaRPr lang="en-IN" sz="1700" kern="1200" dirty="0"/>
        </a:p>
      </dsp:txBody>
      <dsp:txXfrm>
        <a:off x="42451" y="2783719"/>
        <a:ext cx="2877754" cy="784710"/>
      </dsp:txXfrm>
    </dsp:sp>
    <dsp:sp modelId="{8E50E328-E96A-4D9B-8DD3-19FC1D359E82}">
      <dsp:nvSpPr>
        <dsp:cNvPr id="0" name=""/>
        <dsp:cNvSpPr/>
      </dsp:nvSpPr>
      <dsp:spPr>
        <a:xfrm rot="5400000">
          <a:off x="5248282" y="1455695"/>
          <a:ext cx="695690" cy="5266944"/>
        </a:xfrm>
        <a:prstGeom prst="round2SameRect">
          <a:avLst/>
        </a:prstGeom>
        <a:solidFill>
          <a:schemeClr val="accent4">
            <a:tint val="40000"/>
            <a:alpha val="90000"/>
            <a:hueOff val="7701753"/>
            <a:satOff val="-36518"/>
            <a:lumOff val="-1959"/>
            <a:alphaOff val="0"/>
          </a:schemeClr>
        </a:solidFill>
        <a:ln w="9525" cap="flat" cmpd="sng" algn="ctr">
          <a:solidFill>
            <a:schemeClr val="accent4">
              <a:tint val="40000"/>
              <a:alpha val="90000"/>
              <a:hueOff val="7701753"/>
              <a:satOff val="-36518"/>
              <a:lumOff val="-195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rtl="0">
            <a:lnSpc>
              <a:spcPct val="90000"/>
            </a:lnSpc>
            <a:spcBef>
              <a:spcPct val="0"/>
            </a:spcBef>
            <a:spcAft>
              <a:spcPct val="15000"/>
            </a:spcAft>
            <a:buChar char="••"/>
          </a:pPr>
          <a:r>
            <a:rPr lang="en-US" sz="1600" kern="1200" dirty="0" smtClean="0"/>
            <a:t>Where the rights and liabilities under a contract vest in the same person. This is done to avoid the circuitry of action.</a:t>
          </a:r>
          <a:endParaRPr lang="en-IN" sz="1600" kern="1200" dirty="0"/>
        </a:p>
      </dsp:txBody>
      <dsp:txXfrm rot="-5400000">
        <a:off x="2962656" y="3775283"/>
        <a:ext cx="5232983" cy="627768"/>
      </dsp:txXfrm>
    </dsp:sp>
    <dsp:sp modelId="{CCB91FB7-3BBA-491D-BD45-CE86D8AC1C7E}">
      <dsp:nvSpPr>
        <dsp:cNvPr id="0" name=""/>
        <dsp:cNvSpPr/>
      </dsp:nvSpPr>
      <dsp:spPr>
        <a:xfrm>
          <a:off x="0" y="3654361"/>
          <a:ext cx="2962656" cy="869612"/>
        </a:xfrm>
        <a:prstGeom prst="roundRect">
          <a:avLst/>
        </a:prstGeom>
        <a:gradFill rotWithShape="0">
          <a:gsLst>
            <a:gs pos="0">
              <a:schemeClr val="accent4">
                <a:hueOff val="7484979"/>
                <a:satOff val="-41387"/>
                <a:lumOff val="-3529"/>
                <a:alphaOff val="0"/>
                <a:shade val="51000"/>
                <a:satMod val="130000"/>
              </a:schemeClr>
            </a:gs>
            <a:gs pos="80000">
              <a:schemeClr val="accent4">
                <a:hueOff val="7484979"/>
                <a:satOff val="-41387"/>
                <a:lumOff val="-3529"/>
                <a:alphaOff val="0"/>
                <a:shade val="93000"/>
                <a:satMod val="130000"/>
              </a:schemeClr>
            </a:gs>
            <a:gs pos="100000">
              <a:schemeClr val="accent4">
                <a:hueOff val="7484979"/>
                <a:satOff val="-41387"/>
                <a:lumOff val="-352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smtClean="0"/>
            <a:t>5. Rights and Liabilities becoming vested in the same person </a:t>
          </a:r>
          <a:endParaRPr lang="en-IN" sz="1700" kern="1200" dirty="0"/>
        </a:p>
      </dsp:txBody>
      <dsp:txXfrm>
        <a:off x="42451" y="3696812"/>
        <a:ext cx="2877754" cy="78471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E0736A-CB06-4050-B221-E02D4D178AEE}">
      <dsp:nvSpPr>
        <dsp:cNvPr id="0" name=""/>
        <dsp:cNvSpPr/>
      </dsp:nvSpPr>
      <dsp:spPr>
        <a:xfrm>
          <a:off x="0" y="661"/>
          <a:ext cx="8229600" cy="87395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smtClean="0"/>
            <a:t>Where there is a right, there is a remedy.</a:t>
          </a:r>
          <a:endParaRPr lang="en-IN" sz="2200" kern="1200"/>
        </a:p>
      </dsp:txBody>
      <dsp:txXfrm>
        <a:off x="42663" y="43324"/>
        <a:ext cx="8144274" cy="788627"/>
      </dsp:txXfrm>
    </dsp:sp>
    <dsp:sp modelId="{FABCC051-FE3A-4610-8EF7-25390C835F46}">
      <dsp:nvSpPr>
        <dsp:cNvPr id="0" name=""/>
        <dsp:cNvSpPr/>
      </dsp:nvSpPr>
      <dsp:spPr>
        <a:xfrm>
          <a:off x="0" y="937974"/>
          <a:ext cx="8229600" cy="873953"/>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smtClean="0"/>
            <a:t>A remedy is the means given by law for the enforcement of a right. </a:t>
          </a:r>
          <a:endParaRPr lang="en-IN" sz="2200" kern="1200"/>
        </a:p>
      </dsp:txBody>
      <dsp:txXfrm>
        <a:off x="42663" y="980637"/>
        <a:ext cx="8144274" cy="788627"/>
      </dsp:txXfrm>
    </dsp:sp>
    <dsp:sp modelId="{04350DFC-CA58-4EB7-AC23-3192AAF1F013}">
      <dsp:nvSpPr>
        <dsp:cNvPr id="0" name=""/>
        <dsp:cNvSpPr/>
      </dsp:nvSpPr>
      <dsp:spPr>
        <a:xfrm>
          <a:off x="0" y="1875288"/>
          <a:ext cx="8229600" cy="87395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rtl="0">
            <a:lnSpc>
              <a:spcPct val="90000"/>
            </a:lnSpc>
            <a:spcBef>
              <a:spcPct val="0"/>
            </a:spcBef>
            <a:spcAft>
              <a:spcPct val="35000"/>
            </a:spcAft>
          </a:pPr>
          <a:r>
            <a:rPr lang="en-US" sz="2200" kern="1200" dirty="0" smtClean="0"/>
            <a:t>When a contract is broken, the injured party (that is, the party who is not in breach) has one or more of the following remedies:</a:t>
          </a:r>
          <a:endParaRPr lang="en-IN" sz="2200" kern="1200" dirty="0"/>
        </a:p>
      </dsp:txBody>
      <dsp:txXfrm>
        <a:off x="42663" y="1917951"/>
        <a:ext cx="8144274" cy="788627"/>
      </dsp:txXfrm>
    </dsp:sp>
    <dsp:sp modelId="{065F5127-E626-4AD1-9780-46C775A43274}">
      <dsp:nvSpPr>
        <dsp:cNvPr id="0" name=""/>
        <dsp:cNvSpPr/>
      </dsp:nvSpPr>
      <dsp:spPr>
        <a:xfrm>
          <a:off x="0" y="2749241"/>
          <a:ext cx="8229600" cy="177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dirty="0" smtClean="0">
              <a:effectLst>
                <a:outerShdw blurRad="38100" dist="38100" dir="2700000" algn="tl">
                  <a:srgbClr val="000000">
                    <a:alpha val="43137"/>
                  </a:srgbClr>
                </a:outerShdw>
              </a:effectLst>
            </a:rPr>
            <a:t>Rescission of the contract</a:t>
          </a:r>
          <a:endParaRPr lang="en-IN" sz="1700" kern="1200" dirty="0">
            <a:effectLst>
              <a:outerShdw blurRad="38100" dist="38100" dir="2700000" algn="tl">
                <a:srgbClr val="000000">
                  <a:alpha val="43137"/>
                </a:srgbClr>
              </a:outerShdw>
            </a:effectLst>
          </a:endParaRPr>
        </a:p>
        <a:p>
          <a:pPr marL="171450" lvl="1" indent="-171450" algn="l" defTabSz="755650" rtl="0">
            <a:lnSpc>
              <a:spcPct val="90000"/>
            </a:lnSpc>
            <a:spcBef>
              <a:spcPct val="0"/>
            </a:spcBef>
            <a:spcAft>
              <a:spcPct val="20000"/>
            </a:spcAft>
            <a:buChar char="••"/>
          </a:pPr>
          <a:r>
            <a:rPr lang="en-US" sz="1700" kern="1200" dirty="0" smtClean="0">
              <a:effectLst>
                <a:outerShdw blurRad="38100" dist="38100" dir="2700000" algn="tl">
                  <a:srgbClr val="000000">
                    <a:alpha val="43137"/>
                  </a:srgbClr>
                </a:outerShdw>
              </a:effectLst>
            </a:rPr>
            <a:t>Suit for Damages</a:t>
          </a:r>
          <a:endParaRPr lang="en-IN" sz="1700" kern="1200" dirty="0">
            <a:effectLst>
              <a:outerShdw blurRad="38100" dist="38100" dir="2700000" algn="tl">
                <a:srgbClr val="000000">
                  <a:alpha val="43137"/>
                </a:srgbClr>
              </a:outerShdw>
            </a:effectLst>
          </a:endParaRPr>
        </a:p>
        <a:p>
          <a:pPr marL="171450" lvl="1" indent="-171450" algn="l" defTabSz="755650" rtl="0">
            <a:lnSpc>
              <a:spcPct val="90000"/>
            </a:lnSpc>
            <a:spcBef>
              <a:spcPct val="0"/>
            </a:spcBef>
            <a:spcAft>
              <a:spcPct val="20000"/>
            </a:spcAft>
            <a:buChar char="••"/>
          </a:pPr>
          <a:r>
            <a:rPr lang="en-US" sz="1700" kern="1200" dirty="0" smtClean="0">
              <a:effectLst>
                <a:outerShdw blurRad="38100" dist="38100" dir="2700000" algn="tl">
                  <a:srgbClr val="000000">
                    <a:alpha val="43137"/>
                  </a:srgbClr>
                </a:outerShdw>
              </a:effectLst>
            </a:rPr>
            <a:t>Suit upon quantum merit</a:t>
          </a:r>
          <a:endParaRPr lang="en-IN" sz="1700" kern="1200" dirty="0">
            <a:effectLst>
              <a:outerShdw blurRad="38100" dist="38100" dir="2700000" algn="tl">
                <a:srgbClr val="000000">
                  <a:alpha val="43137"/>
                </a:srgbClr>
              </a:outerShdw>
            </a:effectLst>
          </a:endParaRPr>
        </a:p>
        <a:p>
          <a:pPr marL="171450" lvl="1" indent="-171450" algn="l" defTabSz="755650" rtl="0">
            <a:lnSpc>
              <a:spcPct val="90000"/>
            </a:lnSpc>
            <a:spcBef>
              <a:spcPct val="0"/>
            </a:spcBef>
            <a:spcAft>
              <a:spcPct val="20000"/>
            </a:spcAft>
            <a:buChar char="••"/>
          </a:pPr>
          <a:r>
            <a:rPr lang="en-US" sz="1700" kern="1200" dirty="0" smtClean="0">
              <a:effectLst>
                <a:outerShdw blurRad="38100" dist="38100" dir="2700000" algn="tl">
                  <a:srgbClr val="000000">
                    <a:alpha val="43137"/>
                  </a:srgbClr>
                </a:outerShdw>
              </a:effectLst>
            </a:rPr>
            <a:t>Suit for specific performance of the contract</a:t>
          </a:r>
          <a:endParaRPr lang="en-IN" sz="1700" kern="1200" dirty="0">
            <a:effectLst>
              <a:outerShdw blurRad="38100" dist="38100" dir="2700000" algn="tl">
                <a:srgbClr val="000000">
                  <a:alpha val="43137"/>
                </a:srgbClr>
              </a:outerShdw>
            </a:effectLst>
          </a:endParaRPr>
        </a:p>
        <a:p>
          <a:pPr marL="171450" lvl="1" indent="-171450" algn="l" defTabSz="755650" rtl="0">
            <a:lnSpc>
              <a:spcPct val="90000"/>
            </a:lnSpc>
            <a:spcBef>
              <a:spcPct val="0"/>
            </a:spcBef>
            <a:spcAft>
              <a:spcPct val="20000"/>
            </a:spcAft>
            <a:buChar char="••"/>
          </a:pPr>
          <a:r>
            <a:rPr lang="en-US" sz="1700" kern="1200" dirty="0" smtClean="0">
              <a:effectLst>
                <a:outerShdw blurRad="38100" dist="38100" dir="2700000" algn="tl">
                  <a:srgbClr val="000000">
                    <a:alpha val="43137"/>
                  </a:srgbClr>
                </a:outerShdw>
              </a:effectLst>
            </a:rPr>
            <a:t>Suit for Injunction</a:t>
          </a:r>
          <a:endParaRPr lang="en-IN" sz="1700" kern="1200" dirty="0">
            <a:effectLst>
              <a:outerShdw blurRad="38100" dist="38100" dir="2700000" algn="tl">
                <a:srgbClr val="000000">
                  <a:alpha val="43137"/>
                </a:srgbClr>
              </a:outerShdw>
            </a:effectLst>
          </a:endParaRPr>
        </a:p>
        <a:p>
          <a:pPr marL="171450" lvl="1" indent="-171450" algn="l" defTabSz="755650" rtl="0">
            <a:lnSpc>
              <a:spcPct val="90000"/>
            </a:lnSpc>
            <a:spcBef>
              <a:spcPct val="0"/>
            </a:spcBef>
            <a:spcAft>
              <a:spcPct val="20000"/>
            </a:spcAft>
            <a:buChar char="••"/>
          </a:pPr>
          <a:r>
            <a:rPr lang="en-US" sz="1700" kern="1200" dirty="0" smtClean="0">
              <a:effectLst>
                <a:outerShdw blurRad="38100" dist="38100" dir="2700000" algn="tl">
                  <a:srgbClr val="000000">
                    <a:alpha val="43137"/>
                  </a:srgbClr>
                </a:outerShdw>
              </a:effectLst>
            </a:rPr>
            <a:t>Rectification/Cancellation</a:t>
          </a:r>
          <a:endParaRPr lang="en-IN" sz="1700" kern="1200" dirty="0">
            <a:effectLst>
              <a:outerShdw blurRad="38100" dist="38100" dir="2700000" algn="tl">
                <a:srgbClr val="000000">
                  <a:alpha val="43137"/>
                </a:srgbClr>
              </a:outerShdw>
            </a:effectLst>
          </a:endParaRPr>
        </a:p>
      </dsp:txBody>
      <dsp:txXfrm>
        <a:off x="0" y="2749241"/>
        <a:ext cx="8229600" cy="1776060"/>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8FD8A8-1740-4E8E-87C2-6A16DE69CC91}" type="datetimeFigureOut">
              <a:rPr lang="en-IN" smtClean="0"/>
              <a:t>24-11-2025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DAFED5-02B2-4AFF-BBD9-8C232134BA79}" type="slidenum">
              <a:rPr lang="en-IN" smtClean="0"/>
              <a:t>‹#›</a:t>
            </a:fld>
            <a:endParaRPr lang="en-IN"/>
          </a:p>
        </p:txBody>
      </p:sp>
    </p:spTree>
    <p:extLst>
      <p:ext uri="{BB962C8B-B14F-4D97-AF65-F5344CB8AC3E}">
        <p14:creationId xmlns:p14="http://schemas.microsoft.com/office/powerpoint/2010/main" val="2910024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2DAFED5-02B2-4AFF-BBD9-8C232134BA79}" type="slidenum">
              <a:rPr lang="en-IN" smtClean="0"/>
              <a:t>1</a:t>
            </a:fld>
            <a:endParaRPr lang="en-IN"/>
          </a:p>
        </p:txBody>
      </p:sp>
    </p:spTree>
    <p:extLst>
      <p:ext uri="{BB962C8B-B14F-4D97-AF65-F5344CB8AC3E}">
        <p14:creationId xmlns:p14="http://schemas.microsoft.com/office/powerpoint/2010/main" val="1412778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DC4651A-DC18-4CF9-8B25-0971EEF2E301}"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495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8952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C9A592-C16C-49D9-99EE-BDEDAC279E24}"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58632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6A1B56C-0419-4E1C-BA23-2B70A0257553}" type="datetime2">
              <a:rPr lang="en-US" smtClean="0"/>
              <a:t>Monday, November 24, 2025</a:t>
            </a:fld>
            <a:endParaRPr lang="en-US"/>
          </a:p>
        </p:txBody>
      </p:sp>
      <p:sp>
        <p:nvSpPr>
          <p:cNvPr id="6" name="Footer Placeholder 5"/>
          <p:cNvSpPr>
            <a:spLocks noGrp="1"/>
          </p:cNvSpPr>
          <p:nvPr>
            <p:ph type="ftr" sz="quarter" idx="11"/>
          </p:nvPr>
        </p:nvSpPr>
        <p:spPr/>
        <p:txBody>
          <a:bodyPr/>
          <a:lstStyle/>
          <a:p>
            <a:r>
              <a:rPr lang="en-US" smtClean="0"/>
              <a:t>Dr. Shilpa Sankpal / SVKM's NMIMS Indore Campus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7955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A022A8C-C012-499E-BDC2-8B6682B98D68}" type="datetime2">
              <a:rPr lang="en-US" smtClean="0"/>
              <a:t>Monday, November 24, 2025</a:t>
            </a:fld>
            <a:endParaRPr lang="en-US"/>
          </a:p>
        </p:txBody>
      </p:sp>
      <p:sp>
        <p:nvSpPr>
          <p:cNvPr id="8" name="Footer Placeholder 7"/>
          <p:cNvSpPr>
            <a:spLocks noGrp="1"/>
          </p:cNvSpPr>
          <p:nvPr>
            <p:ph type="ftr" sz="quarter" idx="11"/>
          </p:nvPr>
        </p:nvSpPr>
        <p:spPr/>
        <p:txBody>
          <a:bodyPr/>
          <a:lstStyle/>
          <a:p>
            <a:r>
              <a:rPr lang="en-US" smtClean="0"/>
              <a:t>Dr. Shilpa Sankpal / SVKM's NMIMS Indore Campus</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86739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34C6D63-D262-451C-B496-B14C6CDAF187}" type="datetime2">
              <a:rPr lang="en-US" smtClean="0"/>
              <a:t>Monday, November 24, 2025</a:t>
            </a:fld>
            <a:endParaRPr lang="en-US"/>
          </a:p>
        </p:txBody>
      </p:sp>
      <p:sp>
        <p:nvSpPr>
          <p:cNvPr id="4" name="Footer Placeholder 3"/>
          <p:cNvSpPr>
            <a:spLocks noGrp="1"/>
          </p:cNvSpPr>
          <p:nvPr>
            <p:ph type="ftr" sz="quarter" idx="11"/>
          </p:nvPr>
        </p:nvSpPr>
        <p:spPr/>
        <p:txBody>
          <a:bodyPr/>
          <a:lstStyle/>
          <a:p>
            <a:r>
              <a:rPr lang="en-US" smtClean="0"/>
              <a:t>Dr. Shilpa Sankpal / SVKM's NMIMS Indore Campus</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53012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A4523E-F726-46EE-B704-6FC493F015BE}" type="datetime2">
              <a:rPr lang="en-US" smtClean="0"/>
              <a:t>Monday, November 24, 2025</a:t>
            </a:fld>
            <a:endParaRPr lang="en-US"/>
          </a:p>
        </p:txBody>
      </p:sp>
      <p:sp>
        <p:nvSpPr>
          <p:cNvPr id="3" name="Footer Placeholder 2"/>
          <p:cNvSpPr>
            <a:spLocks noGrp="1"/>
          </p:cNvSpPr>
          <p:nvPr>
            <p:ph type="ftr" sz="quarter" idx="11"/>
          </p:nvPr>
        </p:nvSpPr>
        <p:spPr/>
        <p:txBody>
          <a:bodyPr/>
          <a:lstStyle/>
          <a:p>
            <a:r>
              <a:rPr lang="en-US" smtClean="0"/>
              <a:t>Dr. Shilpa Sankpal / SVKM's NMIMS Indore Campus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6989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8821FF-EE3A-43D5-8FD9-C9A08CDF4416}" type="datetime2">
              <a:rPr lang="en-US" smtClean="0"/>
              <a:t>Monday, November 24, 2025</a:t>
            </a:fld>
            <a:endParaRPr lang="en-US"/>
          </a:p>
        </p:txBody>
      </p:sp>
      <p:sp>
        <p:nvSpPr>
          <p:cNvPr id="6" name="Footer Placeholder 5"/>
          <p:cNvSpPr>
            <a:spLocks noGrp="1"/>
          </p:cNvSpPr>
          <p:nvPr>
            <p:ph type="ftr" sz="quarter" idx="11"/>
          </p:nvPr>
        </p:nvSpPr>
        <p:spPr/>
        <p:txBody>
          <a:bodyPr/>
          <a:lstStyle/>
          <a:p>
            <a:r>
              <a:rPr lang="en-US" smtClean="0"/>
              <a:t>Dr. Shilpa Sankpal / SVKM's NMIMS Indore Campus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13564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DA1E95-68E0-472F-B46F-B148CC04C811}" type="datetime2">
              <a:rPr lang="en-US" smtClean="0"/>
              <a:t>Monday, November 24, 2025</a:t>
            </a:fld>
            <a:endParaRPr lang="en-US"/>
          </a:p>
        </p:txBody>
      </p:sp>
      <p:sp>
        <p:nvSpPr>
          <p:cNvPr id="6" name="Footer Placeholder 5"/>
          <p:cNvSpPr>
            <a:spLocks noGrp="1"/>
          </p:cNvSpPr>
          <p:nvPr>
            <p:ph type="ftr" sz="quarter" idx="11"/>
          </p:nvPr>
        </p:nvSpPr>
        <p:spPr/>
        <p:txBody>
          <a:bodyPr/>
          <a:lstStyle/>
          <a:p>
            <a:r>
              <a:rPr lang="en-US" smtClean="0"/>
              <a:t>Dr. Shilpa Sankpal / SVKM's NMIMS Indore Campus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4366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58BF13A-7086-4077-81CB-4C683B7205F1}"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95505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0F6B85B-7AC3-481E-B86F-CFEDA9CC518E}"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5954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0">
          <a:fgClr>
            <a:srgbClr val="FF0000"/>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63C02-2528-4816-96A1-4620CC216D09}" type="datetime2">
              <a:rPr lang="en-US" smtClean="0"/>
              <a:t>Monday, November 24,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Dr. Shilpa Sankpal / SVKM's NMIMS Indore Campus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696204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BUSINESS LAWS</a:t>
            </a:r>
            <a:endParaRPr lang="en-IN" dirty="0"/>
          </a:p>
        </p:txBody>
      </p:sp>
      <p:sp>
        <p:nvSpPr>
          <p:cNvPr id="3" name="Subtitle 2"/>
          <p:cNvSpPr>
            <a:spLocks noGrp="1"/>
          </p:cNvSpPr>
          <p:nvPr>
            <p:ph type="subTitle" idx="1"/>
          </p:nvPr>
        </p:nvSpPr>
        <p:spPr/>
        <p:txBody>
          <a:bodyPr/>
          <a:lstStyle/>
          <a:p>
            <a:r>
              <a:rPr lang="en-US" dirty="0" smtClean="0"/>
              <a:t>Module 1: The Indian Contract Act, 1872</a:t>
            </a:r>
            <a:endParaRPr lang="en-IN" dirty="0"/>
          </a:p>
        </p:txBody>
      </p:sp>
      <p:sp>
        <p:nvSpPr>
          <p:cNvPr id="4" name="Date Placeholder 3"/>
          <p:cNvSpPr>
            <a:spLocks noGrp="1"/>
          </p:cNvSpPr>
          <p:nvPr>
            <p:ph type="dt" sz="half" idx="10"/>
          </p:nvPr>
        </p:nvSpPr>
        <p:spPr/>
        <p:txBody>
          <a:bodyPr/>
          <a:lstStyle/>
          <a:p>
            <a:fld id="{3F37D644-2E5D-4E79-A133-E9C27A29C17A}"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13654072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rmAutofit/>
          </a:bodyPr>
          <a:lstStyle/>
          <a:p>
            <a:pPr algn="just"/>
            <a:r>
              <a:rPr lang="en-US" dirty="0"/>
              <a:t>“Law is the body of principles recognized and applied by the State in the administration of justice.” (</a:t>
            </a:r>
            <a:r>
              <a:rPr lang="en-US" dirty="0" err="1"/>
              <a:t>Salmond</a:t>
            </a:r>
            <a:r>
              <a:rPr lang="en-US" dirty="0" smtClean="0"/>
              <a:t>)</a:t>
            </a:r>
          </a:p>
          <a:p>
            <a:pPr algn="just"/>
            <a:endParaRPr lang="en-IN" dirty="0" smtClean="0"/>
          </a:p>
          <a:p>
            <a:pPr algn="just"/>
            <a:endParaRPr lang="en-IN" dirty="0"/>
          </a:p>
          <a:p>
            <a:r>
              <a:rPr lang="en-US" dirty="0" smtClean="0"/>
              <a:t>‘</a:t>
            </a:r>
            <a:r>
              <a:rPr lang="en-US" dirty="0" err="1"/>
              <a:t>Ignorantia</a:t>
            </a:r>
            <a:r>
              <a:rPr lang="en-US" dirty="0"/>
              <a:t> </a:t>
            </a:r>
            <a:r>
              <a:rPr lang="en-US" dirty="0" err="1"/>
              <a:t>juris</a:t>
            </a:r>
            <a:r>
              <a:rPr lang="en-US" dirty="0"/>
              <a:t> not </a:t>
            </a:r>
            <a:r>
              <a:rPr lang="en-US" dirty="0" err="1"/>
              <a:t>excusat</a:t>
            </a:r>
            <a:r>
              <a:rPr lang="en-US" dirty="0" smtClean="0"/>
              <a:t>’</a:t>
            </a:r>
          </a:p>
          <a:p>
            <a:endParaRPr lang="en-US" dirty="0"/>
          </a:p>
          <a:p>
            <a:endParaRPr lang="en-IN" dirty="0"/>
          </a:p>
        </p:txBody>
      </p:sp>
      <p:sp>
        <p:nvSpPr>
          <p:cNvPr id="4" name="Date Placeholder 3"/>
          <p:cNvSpPr>
            <a:spLocks noGrp="1"/>
          </p:cNvSpPr>
          <p:nvPr>
            <p:ph type="dt" sz="half" idx="10"/>
          </p:nvPr>
        </p:nvSpPr>
        <p:spPr/>
        <p:txBody>
          <a:bodyPr/>
          <a:lstStyle/>
          <a:p>
            <a:fld id="{4A0030E5-738B-4FB5-9B21-643E3FDF4887}"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803800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Indian Contract Act, 1872</a:t>
            </a:r>
            <a:endParaRPr lang="en-IN" dirty="0"/>
          </a:p>
        </p:txBody>
      </p:sp>
      <p:sp>
        <p:nvSpPr>
          <p:cNvPr id="3" name="Content Placeholder 2"/>
          <p:cNvSpPr>
            <a:spLocks noGrp="1"/>
          </p:cNvSpPr>
          <p:nvPr>
            <p:ph idx="1"/>
          </p:nvPr>
        </p:nvSpPr>
        <p:spPr>
          <a:xfrm>
            <a:off x="457200" y="1600201"/>
            <a:ext cx="8458200" cy="4495799"/>
          </a:xfrm>
        </p:spPr>
        <p:txBody>
          <a:bodyPr>
            <a:normAutofit fontScale="85000" lnSpcReduction="20000"/>
          </a:bodyPr>
          <a:lstStyle/>
          <a:p>
            <a:pPr algn="just"/>
            <a:r>
              <a:rPr lang="en-US" dirty="0"/>
              <a:t>The law of contract is that branch of law which determines the circumstances in which promises made by the parties to a contract shall be legally binding on them. </a:t>
            </a:r>
            <a:endParaRPr lang="en-US" dirty="0" smtClean="0"/>
          </a:p>
          <a:p>
            <a:pPr algn="just"/>
            <a:endParaRPr lang="en-IN" dirty="0"/>
          </a:p>
          <a:p>
            <a:pPr algn="just"/>
            <a:r>
              <a:rPr lang="en-US" dirty="0"/>
              <a:t>The Indian Contract Act, 1872 deals with </a:t>
            </a:r>
            <a:endParaRPr lang="en-IN" dirty="0"/>
          </a:p>
          <a:p>
            <a:pPr lvl="0" algn="just">
              <a:buFont typeface="Wingdings" pitchFamily="2" charset="2"/>
              <a:buChar char="q"/>
            </a:pPr>
            <a:r>
              <a:rPr lang="en-US" dirty="0"/>
              <a:t>General principles of the law of contract (Section 1 to 75)</a:t>
            </a:r>
            <a:endParaRPr lang="en-IN" dirty="0"/>
          </a:p>
          <a:p>
            <a:pPr lvl="0" algn="just">
              <a:buFont typeface="Wingdings" pitchFamily="2" charset="2"/>
              <a:buChar char="q"/>
            </a:pPr>
            <a:r>
              <a:rPr lang="en-US" dirty="0"/>
              <a:t>Some special contracts (Section 124 to 238</a:t>
            </a:r>
            <a:r>
              <a:rPr lang="en-US" dirty="0" smtClean="0"/>
              <a:t>)</a:t>
            </a:r>
          </a:p>
          <a:p>
            <a:pPr lvl="0" algn="just">
              <a:buFont typeface="Wingdings" pitchFamily="2" charset="2"/>
              <a:buChar char="q"/>
            </a:pPr>
            <a:endParaRPr lang="en-US" dirty="0" smtClean="0"/>
          </a:p>
          <a:p>
            <a:pPr lvl="0" algn="just"/>
            <a:r>
              <a:rPr lang="en-US" dirty="0"/>
              <a:t>Law of contract creates </a:t>
            </a:r>
            <a:r>
              <a:rPr lang="en-US" dirty="0" smtClean="0"/>
              <a:t>rights </a:t>
            </a:r>
            <a:r>
              <a:rPr lang="en-US" u="sng" dirty="0" smtClean="0"/>
              <a:t>jus </a:t>
            </a:r>
            <a:r>
              <a:rPr lang="en-US" u="sng" dirty="0"/>
              <a:t>in </a:t>
            </a:r>
            <a:r>
              <a:rPr lang="en-US" u="sng" dirty="0" err="1"/>
              <a:t>personam</a:t>
            </a:r>
            <a:r>
              <a:rPr lang="en-US" dirty="0"/>
              <a:t> rather than </a:t>
            </a:r>
            <a:r>
              <a:rPr lang="en-US" u="sng" dirty="0"/>
              <a:t>jus in rem</a:t>
            </a:r>
            <a:r>
              <a:rPr lang="en-US" dirty="0"/>
              <a:t>.</a:t>
            </a:r>
            <a:endParaRPr lang="en-IN" dirty="0"/>
          </a:p>
          <a:p>
            <a:pPr algn="just"/>
            <a:endParaRPr lang="en-IN" dirty="0"/>
          </a:p>
        </p:txBody>
      </p:sp>
      <p:sp>
        <p:nvSpPr>
          <p:cNvPr id="4" name="Date Placeholder 3"/>
          <p:cNvSpPr>
            <a:spLocks noGrp="1"/>
          </p:cNvSpPr>
          <p:nvPr>
            <p:ph type="dt" sz="half" idx="10"/>
          </p:nvPr>
        </p:nvSpPr>
        <p:spPr/>
        <p:txBody>
          <a:bodyPr/>
          <a:lstStyle/>
          <a:p>
            <a:fld id="{8785D81B-F530-4191-92A1-F22DB1C73187}"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4437651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Indian Contract Act, 1872</a:t>
            </a:r>
            <a:endParaRPr lang="en-IN" dirty="0"/>
          </a:p>
        </p:txBody>
      </p:sp>
      <p:sp>
        <p:nvSpPr>
          <p:cNvPr id="3" name="Content Placeholder 2"/>
          <p:cNvSpPr>
            <a:spLocks noGrp="1"/>
          </p:cNvSpPr>
          <p:nvPr>
            <p:ph idx="1"/>
          </p:nvPr>
        </p:nvSpPr>
        <p:spPr>
          <a:xfrm>
            <a:off x="457200" y="1600201"/>
            <a:ext cx="8382000" cy="4419599"/>
          </a:xfrm>
        </p:spPr>
        <p:txBody>
          <a:bodyPr>
            <a:normAutofit fontScale="70000" lnSpcReduction="20000"/>
          </a:bodyPr>
          <a:lstStyle/>
          <a:p>
            <a:pPr algn="just"/>
            <a:r>
              <a:rPr lang="en-US" dirty="0"/>
              <a:t>Section 2(h): “A contract is an agreement enforceable by law</a:t>
            </a:r>
            <a:r>
              <a:rPr lang="en-US" dirty="0" smtClean="0"/>
              <a:t>”.</a:t>
            </a:r>
          </a:p>
          <a:p>
            <a:pPr algn="just"/>
            <a:endParaRPr lang="en-IN" dirty="0"/>
          </a:p>
          <a:p>
            <a:pPr algn="just"/>
            <a:r>
              <a:rPr lang="en-US" dirty="0" err="1"/>
              <a:t>Salmond</a:t>
            </a:r>
            <a:r>
              <a:rPr lang="en-US" dirty="0"/>
              <a:t>: A contract is an agreement creating and defining obligations between the parties.</a:t>
            </a:r>
            <a:endParaRPr lang="en-IN" dirty="0"/>
          </a:p>
          <a:p>
            <a:pPr marL="0" indent="0" algn="just">
              <a:buNone/>
            </a:pPr>
            <a:r>
              <a:rPr lang="en-US" sz="2800" i="1" dirty="0"/>
              <a:t>e.g. X agrees to sell his house to Y for </a:t>
            </a:r>
            <a:r>
              <a:rPr lang="en-US" sz="2800" i="1" dirty="0" err="1"/>
              <a:t>Rs</a:t>
            </a:r>
            <a:r>
              <a:rPr lang="en-US" sz="2800" i="1" dirty="0"/>
              <a:t> </a:t>
            </a:r>
            <a:r>
              <a:rPr lang="en-US" sz="2800" i="1" dirty="0" smtClean="0"/>
              <a:t>5,00,000</a:t>
            </a:r>
            <a:r>
              <a:rPr lang="en-US" sz="2800" i="1" dirty="0"/>
              <a:t>/- . This agreement results into a contract where X is obliged to handover the house to Y and Y is obliged to pay </a:t>
            </a:r>
            <a:r>
              <a:rPr lang="en-US" sz="2800" i="1" dirty="0" err="1"/>
              <a:t>Rs</a:t>
            </a:r>
            <a:r>
              <a:rPr lang="en-US" sz="2800" i="1" dirty="0"/>
              <a:t> </a:t>
            </a:r>
            <a:r>
              <a:rPr lang="en-US" sz="2800" i="1" dirty="0" smtClean="0"/>
              <a:t>5,00,000 </a:t>
            </a:r>
            <a:r>
              <a:rPr lang="en-US" sz="2800" i="1" dirty="0"/>
              <a:t>to X</a:t>
            </a:r>
            <a:r>
              <a:rPr lang="en-US" sz="2800" i="1" dirty="0" smtClean="0"/>
              <a:t>.</a:t>
            </a:r>
          </a:p>
          <a:p>
            <a:pPr algn="just"/>
            <a:endParaRPr lang="en-IN" sz="2800" dirty="0"/>
          </a:p>
          <a:p>
            <a:pPr algn="just"/>
            <a:r>
              <a:rPr lang="en-US" dirty="0"/>
              <a:t>All contracts are agreements but all agreements are not contracts. </a:t>
            </a:r>
            <a:endParaRPr lang="en-US" dirty="0" smtClean="0"/>
          </a:p>
          <a:p>
            <a:pPr algn="just"/>
            <a:endParaRPr lang="en-IN" dirty="0"/>
          </a:p>
          <a:p>
            <a:pPr algn="just"/>
            <a:r>
              <a:rPr lang="en-US" dirty="0">
                <a:effectLst>
                  <a:outerShdw blurRad="38100" dist="38100" dir="2700000" algn="tl">
                    <a:srgbClr val="000000">
                      <a:alpha val="43137"/>
                    </a:srgbClr>
                  </a:outerShdw>
                </a:effectLst>
              </a:rPr>
              <a:t>Contract = Agreement + Enforceability</a:t>
            </a:r>
            <a:endParaRPr lang="en-IN" dirty="0">
              <a:effectLst>
                <a:outerShdw blurRad="38100" dist="38100" dir="2700000" algn="tl">
                  <a:srgbClr val="000000">
                    <a:alpha val="43137"/>
                  </a:srgbClr>
                </a:outerShdw>
              </a:effectLst>
            </a:endParaRPr>
          </a:p>
          <a:p>
            <a:pPr algn="just"/>
            <a:r>
              <a:rPr lang="en-US" dirty="0">
                <a:effectLst>
                  <a:outerShdw blurRad="38100" dist="38100" dir="2700000" algn="tl">
                    <a:srgbClr val="000000">
                      <a:alpha val="43137"/>
                    </a:srgbClr>
                  </a:outerShdw>
                </a:effectLst>
              </a:rPr>
              <a:t>Agreement = Offer + Acceptance</a:t>
            </a:r>
            <a:endParaRPr lang="en-IN" dirty="0">
              <a:effectLst>
                <a:outerShdw blurRad="38100" dist="38100" dir="2700000" algn="tl">
                  <a:srgbClr val="000000">
                    <a:alpha val="43137"/>
                  </a:srgbClr>
                </a:outerShdw>
              </a:effectLst>
            </a:endParaRPr>
          </a:p>
          <a:p>
            <a:pPr algn="just"/>
            <a:endParaRPr lang="en-IN" dirty="0"/>
          </a:p>
        </p:txBody>
      </p:sp>
      <p:sp>
        <p:nvSpPr>
          <p:cNvPr id="4" name="Date Placeholder 3"/>
          <p:cNvSpPr>
            <a:spLocks noGrp="1"/>
          </p:cNvSpPr>
          <p:nvPr>
            <p:ph type="dt" sz="half" idx="10"/>
          </p:nvPr>
        </p:nvSpPr>
        <p:spPr/>
        <p:txBody>
          <a:bodyPr/>
          <a:lstStyle/>
          <a:p>
            <a:fld id="{DBBD8493-8FB4-4527-86BD-46CBE5B85BF3}"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5263230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Class Activity</a:t>
            </a:r>
            <a:endParaRPr lang="en-IN" dirty="0"/>
          </a:p>
        </p:txBody>
      </p:sp>
      <p:sp>
        <p:nvSpPr>
          <p:cNvPr id="3" name="Content Placeholder 2"/>
          <p:cNvSpPr>
            <a:spLocks noGrp="1"/>
          </p:cNvSpPr>
          <p:nvPr>
            <p:ph idx="1"/>
          </p:nvPr>
        </p:nvSpPr>
        <p:spPr/>
        <p:style>
          <a:lnRef idx="2">
            <a:schemeClr val="accent5"/>
          </a:lnRef>
          <a:fillRef idx="1">
            <a:schemeClr val="lt1"/>
          </a:fillRef>
          <a:effectRef idx="0">
            <a:schemeClr val="accent5"/>
          </a:effectRef>
          <a:fontRef idx="minor">
            <a:schemeClr val="dk1"/>
          </a:fontRef>
        </p:style>
        <p:txBody>
          <a:bodyPr>
            <a:normAutofit fontScale="92500"/>
          </a:bodyPr>
          <a:lstStyle/>
          <a:p>
            <a:pPr algn="just"/>
            <a:r>
              <a:rPr lang="en-US" b="1" dirty="0" smtClean="0">
                <a:solidFill>
                  <a:schemeClr val="tx2"/>
                </a:solidFill>
              </a:rPr>
              <a:t>Indicate which of the following is an agreement and which of them can become a contract?</a:t>
            </a:r>
          </a:p>
          <a:p>
            <a:pPr marL="0" indent="0" algn="just">
              <a:buNone/>
            </a:pPr>
            <a:r>
              <a:rPr lang="en-US" dirty="0" smtClean="0"/>
              <a:t>A: Ram and </a:t>
            </a:r>
            <a:r>
              <a:rPr lang="en-US" dirty="0" smtClean="0"/>
              <a:t>Xerxes </a:t>
            </a:r>
            <a:r>
              <a:rPr lang="en-US" dirty="0" smtClean="0"/>
              <a:t>have decided that they will help each other become very successful in life. </a:t>
            </a:r>
          </a:p>
          <a:p>
            <a:pPr marL="0" indent="0" algn="just">
              <a:buNone/>
            </a:pPr>
            <a:r>
              <a:rPr lang="en-US" dirty="0" smtClean="0"/>
              <a:t>B: </a:t>
            </a:r>
            <a:r>
              <a:rPr lang="en-US" dirty="0" smtClean="0"/>
              <a:t>B agrees to purchase </a:t>
            </a:r>
            <a:r>
              <a:rPr lang="en-US" dirty="0" err="1" smtClean="0"/>
              <a:t>Baleno</a:t>
            </a:r>
            <a:r>
              <a:rPr lang="en-US" dirty="0" smtClean="0"/>
              <a:t> from K for </a:t>
            </a:r>
            <a:r>
              <a:rPr lang="en-US" dirty="0" err="1" smtClean="0"/>
              <a:t>Rs</a:t>
            </a:r>
            <a:r>
              <a:rPr lang="en-US" dirty="0" smtClean="0"/>
              <a:t> 4 lakh which he will pay through instalments.</a:t>
            </a:r>
            <a:endParaRPr lang="en-US" dirty="0" smtClean="0"/>
          </a:p>
          <a:p>
            <a:pPr marL="0" indent="0" algn="just">
              <a:buNone/>
            </a:pPr>
            <a:r>
              <a:rPr lang="en-US" dirty="0" smtClean="0"/>
              <a:t>C: Two friends Raven and </a:t>
            </a:r>
            <a:r>
              <a:rPr lang="en-US" dirty="0" err="1" smtClean="0"/>
              <a:t>Nishchay</a:t>
            </a:r>
            <a:r>
              <a:rPr lang="en-US" dirty="0" smtClean="0"/>
              <a:t> decide to go for a movie next time they are in their hometown together.</a:t>
            </a:r>
            <a:endParaRPr lang="en-IN" dirty="0"/>
          </a:p>
        </p:txBody>
      </p:sp>
      <p:sp>
        <p:nvSpPr>
          <p:cNvPr id="4" name="Date Placeholder 3"/>
          <p:cNvSpPr>
            <a:spLocks noGrp="1"/>
          </p:cNvSpPr>
          <p:nvPr>
            <p:ph type="dt" sz="half" idx="10"/>
          </p:nvPr>
        </p:nvSpPr>
        <p:spPr/>
        <p:txBody>
          <a:bodyPr/>
          <a:lstStyle/>
          <a:p>
            <a:fld id="{D27B4763-49F3-4FAC-8D91-9334441D7A75}"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2397846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Essentials of a Valid Contract</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2550692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D7ABA20-D3DB-43A3-B788-F179931D5E2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790105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Contracts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839191692"/>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38643375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Contracts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205067597"/>
              </p:ext>
            </p:extLst>
          </p:nvPr>
        </p:nvGraphicFramePr>
        <p:xfrm>
          <a:off x="228600" y="1219200"/>
          <a:ext cx="8610600" cy="5486400"/>
        </p:xfrm>
        <a:graphic>
          <a:graphicData uri="http://schemas.openxmlformats.org/drawingml/2006/table">
            <a:tbl>
              <a:tblPr firstRow="1" bandRow="1">
                <a:tableStyleId>{5C22544A-7EE6-4342-B048-85BDC9FD1C3A}</a:tableStyleId>
              </a:tblPr>
              <a:tblGrid>
                <a:gridCol w="215265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2152650">
                  <a:extLst>
                    <a:ext uri="{9D8B030D-6E8A-4147-A177-3AD203B41FA5}">
                      <a16:colId xmlns:a16="http://schemas.microsoft.com/office/drawing/2014/main" val="20002"/>
                    </a:ext>
                  </a:extLst>
                </a:gridCol>
                <a:gridCol w="2152650">
                  <a:extLst>
                    <a:ext uri="{9D8B030D-6E8A-4147-A177-3AD203B41FA5}">
                      <a16:colId xmlns:a16="http://schemas.microsoft.com/office/drawing/2014/main" val="20003"/>
                    </a:ext>
                  </a:extLst>
                </a:gridCol>
              </a:tblGrid>
              <a:tr h="37084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lt1"/>
                          </a:solidFill>
                          <a:effectLst/>
                          <a:latin typeface="+mn-lt"/>
                          <a:ea typeface="+mn-ea"/>
                          <a:cs typeface="+mn-cs"/>
                        </a:rPr>
                        <a:t>On the basis of Validity</a:t>
                      </a:r>
                      <a:endParaRPr lang="en-IN" sz="1800" b="1" kern="1200" dirty="0" smtClean="0">
                        <a:solidFill>
                          <a:schemeClr val="lt1"/>
                        </a:solidFill>
                        <a:effectLst/>
                        <a:latin typeface="+mn-lt"/>
                        <a:ea typeface="+mn-ea"/>
                        <a:cs typeface="+mn-cs"/>
                      </a:endParaRPr>
                    </a:p>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dk1"/>
                          </a:solidFill>
                          <a:effectLst/>
                          <a:latin typeface="+mn-lt"/>
                          <a:ea typeface="+mn-ea"/>
                          <a:cs typeface="+mn-cs"/>
                        </a:rPr>
                        <a:t>Voidable Contract – </a:t>
                      </a:r>
                      <a:endParaRPr lang="en-IN" sz="1800" kern="1200" dirty="0" smtClean="0">
                        <a:solidFill>
                          <a:schemeClr val="dk1"/>
                        </a:solidFill>
                        <a:effectLst/>
                        <a:latin typeface="+mn-lt"/>
                        <a:ea typeface="+mn-ea"/>
                        <a:cs typeface="+mn-cs"/>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dk1"/>
                          </a:solidFill>
                          <a:effectLst/>
                          <a:latin typeface="+mn-lt"/>
                          <a:ea typeface="+mn-ea"/>
                          <a:cs typeface="+mn-cs"/>
                        </a:rPr>
                        <a:t>Void Contract –</a:t>
                      </a:r>
                      <a:endParaRPr lang="en-IN" sz="1800" kern="1200" dirty="0" smtClean="0">
                        <a:solidFill>
                          <a:schemeClr val="dk1"/>
                        </a:solidFill>
                        <a:effectLst/>
                        <a:latin typeface="+mn-lt"/>
                        <a:ea typeface="+mn-ea"/>
                        <a:cs typeface="+mn-cs"/>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dk1"/>
                          </a:solidFill>
                          <a:effectLst/>
                          <a:latin typeface="+mn-lt"/>
                          <a:ea typeface="+mn-ea"/>
                          <a:cs typeface="+mn-cs"/>
                        </a:rPr>
                        <a:t>Illegal Agreement – </a:t>
                      </a:r>
                      <a:endParaRPr lang="en-IN" sz="1800" kern="1200" dirty="0" smtClean="0">
                        <a:solidFill>
                          <a:schemeClr val="dk1"/>
                        </a:solidFill>
                        <a:effectLst/>
                        <a:latin typeface="+mn-lt"/>
                        <a:ea typeface="+mn-ea"/>
                        <a:cs typeface="+mn-cs"/>
                      </a:endParaRPr>
                    </a:p>
                    <a:p>
                      <a:endParaRPr lang="en-IN" dirty="0"/>
                    </a:p>
                  </a:txBody>
                  <a:tcPr/>
                </a:tc>
                <a:tc>
                  <a:txBody>
                    <a:bodyPr/>
                    <a:lstStyle/>
                    <a:p>
                      <a:r>
                        <a:rPr lang="en-US" b="1" dirty="0" smtClean="0"/>
                        <a:t>Unenforceable Contract -</a:t>
                      </a:r>
                      <a:endParaRPr lang="en-IN" b="1" dirty="0"/>
                    </a:p>
                  </a:txBody>
                  <a:tcPr/>
                </a:tc>
                <a:extLst>
                  <a:ext uri="{0D108BD9-81ED-4DB2-BD59-A6C34878D82A}">
                    <a16:rowId xmlns:a16="http://schemas.microsoft.com/office/drawing/2014/main" val="10001"/>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When free consent is not there (Section 19/19A)</a:t>
                      </a:r>
                      <a:endParaRPr lang="en-IN" sz="1800" kern="1200" dirty="0" smtClean="0">
                        <a:solidFill>
                          <a:schemeClr val="dk1"/>
                        </a:solidFill>
                        <a:effectLst/>
                        <a:latin typeface="+mn-lt"/>
                        <a:ea typeface="+mn-ea"/>
                        <a:cs typeface="+mn-cs"/>
                      </a:endParaRPr>
                    </a:p>
                    <a:p>
                      <a:pPr algn="just"/>
                      <a:endParaRPr lang="en-US" dirty="0" smtClean="0"/>
                    </a:p>
                    <a:p>
                      <a:pPr algn="just"/>
                      <a:r>
                        <a:rPr lang="en-US" sz="1800" kern="1200" dirty="0" smtClean="0">
                          <a:solidFill>
                            <a:schemeClr val="dk1"/>
                          </a:solidFill>
                          <a:effectLst/>
                          <a:latin typeface="+mn-lt"/>
                          <a:ea typeface="+mn-ea"/>
                          <a:cs typeface="+mn-cs"/>
                        </a:rPr>
                        <a:t>When other person prevents other from doing consideration</a:t>
                      </a:r>
                    </a:p>
                    <a:p>
                      <a:pPr algn="just"/>
                      <a:endParaRPr lang="en-US" sz="1800" kern="1200" dirty="0" smtClean="0">
                        <a:solidFill>
                          <a:schemeClr val="dk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When a promisor fails to perform an obligation in the stipulated time.</a:t>
                      </a:r>
                      <a:endParaRPr lang="en-IN" sz="1800" kern="1200" dirty="0" smtClean="0">
                        <a:solidFill>
                          <a:schemeClr val="dk1"/>
                        </a:solidFill>
                        <a:effectLst/>
                        <a:latin typeface="+mn-lt"/>
                        <a:ea typeface="+mn-ea"/>
                        <a:cs typeface="+mn-cs"/>
                      </a:endParaRPr>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Section 2(f) – A contract which ceases to be enforceable by law becomes void. </a:t>
                      </a:r>
                      <a:endParaRPr lang="en-IN" sz="1800" kern="1200" dirty="0" smtClean="0">
                        <a:solidFill>
                          <a:schemeClr val="dk1"/>
                        </a:solidFill>
                        <a:effectLst/>
                        <a:latin typeface="+mn-lt"/>
                        <a:ea typeface="+mn-ea"/>
                        <a:cs typeface="+mn-cs"/>
                      </a:endParaRPr>
                    </a:p>
                    <a:p>
                      <a:pPr algn="just"/>
                      <a:endParaRPr lang="en-US" dirty="0" smtClean="0"/>
                    </a:p>
                    <a:p>
                      <a:pPr algn="just"/>
                      <a:endParaRPr lang="en-US" dirty="0" smtClean="0"/>
                    </a:p>
                    <a:p>
                      <a:pPr algn="just"/>
                      <a:endParaRPr lang="en-US"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t>*</a:t>
                      </a:r>
                      <a:r>
                        <a:rPr lang="en-US" sz="1800" i="1" kern="1200" dirty="0" smtClean="0">
                          <a:solidFill>
                            <a:schemeClr val="dk1"/>
                          </a:solidFill>
                          <a:effectLst/>
                          <a:latin typeface="+mn-lt"/>
                          <a:ea typeface="+mn-ea"/>
                          <a:cs typeface="+mn-cs"/>
                        </a:rPr>
                        <a:t>All illegal agreements are void but all void agreements or contracts are not necessarily illegal. </a:t>
                      </a:r>
                      <a:endParaRPr lang="en-IN" sz="1800" i="1" kern="1200" dirty="0" smtClean="0">
                        <a:solidFill>
                          <a:schemeClr val="dk1"/>
                        </a:solidFill>
                        <a:effectLst/>
                        <a:latin typeface="+mn-lt"/>
                        <a:ea typeface="+mn-ea"/>
                        <a:cs typeface="+mn-cs"/>
                      </a:endParaRPr>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An agreement that violates some rule of public policy or is criminal in nature or immoral. </a:t>
                      </a:r>
                      <a:endParaRPr lang="en-IN" sz="1800" kern="1200" dirty="0" smtClean="0">
                        <a:solidFill>
                          <a:schemeClr val="dk1"/>
                        </a:solidFill>
                        <a:effectLst/>
                        <a:latin typeface="+mn-lt"/>
                        <a:ea typeface="+mn-ea"/>
                        <a:cs typeface="+mn-cs"/>
                      </a:endParaRPr>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cannot be enforced in the court of law because of some technical defect such as absence of writing or where the remedy has been barred by lapse of time is an unenforceable contract.</a:t>
                      </a:r>
                      <a:endParaRPr lang="en-IN" sz="1800" kern="1200" dirty="0" smtClean="0">
                        <a:solidFill>
                          <a:schemeClr val="dk1"/>
                        </a:solidFill>
                        <a:effectLst/>
                        <a:latin typeface="+mn-lt"/>
                        <a:ea typeface="+mn-ea"/>
                        <a:cs typeface="+mn-cs"/>
                      </a:endParaRPr>
                    </a:p>
                    <a:p>
                      <a:pPr algn="just"/>
                      <a:endParaRPr lang="en-IN" dirty="0"/>
                    </a:p>
                  </a:txBody>
                  <a:tcPr/>
                </a:tc>
                <a:extLst>
                  <a:ext uri="{0D108BD9-81ED-4DB2-BD59-A6C34878D82A}">
                    <a16:rowId xmlns:a16="http://schemas.microsoft.com/office/drawing/2014/main" val="10002"/>
                  </a:ext>
                </a:extLst>
              </a:tr>
            </a:tbl>
          </a:graphicData>
        </a:graphic>
      </p:graphicFrame>
      <p:sp>
        <p:nvSpPr>
          <p:cNvPr id="4" name="Date Placeholder 3"/>
          <p:cNvSpPr>
            <a:spLocks noGrp="1"/>
          </p:cNvSpPr>
          <p:nvPr>
            <p:ph type="dt" sz="half" idx="10"/>
          </p:nvPr>
        </p:nvSpPr>
        <p:spPr/>
        <p:txBody>
          <a:bodyPr/>
          <a:lstStyle/>
          <a:p>
            <a:fld id="{B9918CA9-4FB3-4B9C-BC5B-45D13EAB6F02}"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dirty="0" smtClean="0"/>
              <a:t>Dr. </a:t>
            </a:r>
            <a:r>
              <a:rPr lang="en-US" dirty="0" err="1" smtClean="0"/>
              <a:t>Shilpa</a:t>
            </a:r>
            <a:r>
              <a:rPr lang="en-US" dirty="0" smtClean="0"/>
              <a:t> </a:t>
            </a:r>
            <a:r>
              <a:rPr lang="en-US" dirty="0" err="1" smtClean="0"/>
              <a:t>Sankpal</a:t>
            </a:r>
            <a:r>
              <a:rPr lang="en-US" dirty="0" smtClean="0"/>
              <a:t> / SVKM's NMIMS Indore Campus</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6156498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Contracts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280505405"/>
              </p:ext>
            </p:extLst>
          </p:nvPr>
        </p:nvGraphicFramePr>
        <p:xfrm>
          <a:off x="304800" y="1828800"/>
          <a:ext cx="8382000" cy="4389120"/>
        </p:xfrm>
        <a:graphic>
          <a:graphicData uri="http://schemas.openxmlformats.org/drawingml/2006/table">
            <a:tbl>
              <a:tblPr firstRow="1" bandRow="1">
                <a:tableStyleId>{21E4AEA4-8DFA-4A89-87EB-49C32662AFE0}</a:tableStyleId>
              </a:tblPr>
              <a:tblGrid>
                <a:gridCol w="2794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On the basis of Formation</a:t>
                      </a:r>
                      <a:endParaRPr lang="en-IN" sz="1800" kern="1200" dirty="0" smtClean="0">
                        <a:effectLst/>
                      </a:endParaRPr>
                    </a:p>
                    <a:p>
                      <a:endParaRPr lang="en-IN" dirty="0"/>
                    </a:p>
                  </a:txBody>
                  <a:tcPr/>
                </a:tc>
                <a:tc hMerge="1">
                  <a:txBody>
                    <a:bodyPr/>
                    <a:lstStyle/>
                    <a:p>
                      <a:endParaRPr lang="en-IN" dirty="0"/>
                    </a:p>
                  </a:txBody>
                  <a:tcPr/>
                </a:tc>
                <a:tc hMerge="1">
                  <a:txBody>
                    <a:bodyPr/>
                    <a:lstStyle/>
                    <a:p>
                      <a:endParaRPr lang="en-IN"/>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Express Contract – </a:t>
                      </a:r>
                      <a:endParaRPr lang="en-IN" sz="1800" kern="1200" dirty="0" smtClean="0">
                        <a:effectLst/>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Implied Contract – </a:t>
                      </a:r>
                      <a:endParaRPr lang="en-IN" sz="1800" kern="1200" dirty="0" smtClean="0">
                        <a:effectLst/>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Quasi Contract – </a:t>
                      </a:r>
                      <a:endParaRPr lang="en-IN" sz="1800" kern="1200" dirty="0" smtClean="0">
                        <a:effectLst/>
                      </a:endParaRPr>
                    </a:p>
                    <a:p>
                      <a:endParaRPr lang="en-IN" dirty="0"/>
                    </a:p>
                  </a:txBody>
                  <a:tcPr/>
                </a:tc>
                <a:extLst>
                  <a:ext uri="{0D108BD9-81ED-4DB2-BD59-A6C34878D82A}">
                    <a16:rowId xmlns:a16="http://schemas.microsoft.com/office/drawing/2014/main" val="10001"/>
                  </a:ext>
                </a:extLst>
              </a:tr>
              <a:tr h="370840">
                <a:tc>
                  <a:txBody>
                    <a:bodyPr/>
                    <a:lstStyle/>
                    <a:p>
                      <a:pPr algn="just"/>
                      <a:r>
                        <a:rPr lang="en-US" sz="1800" kern="1200" dirty="0" smtClean="0">
                          <a:effectLst/>
                        </a:rPr>
                        <a:t>the terms of a contract are expressly agreed upon (whether by words that spoken or written) at the time of the formation of the contract</a:t>
                      </a:r>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contract is inferred not from express promise, but by the acts of the parties is an Implied contract.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kern="12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Where the proposal or acceptance of any promise is made otherwise than in words, the promise is said to be implied (Section 9).</a:t>
                      </a:r>
                      <a:endParaRPr lang="en-IN" sz="1800" kern="1200" dirty="0" smtClean="0">
                        <a:effectLst/>
                      </a:endParaRPr>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created by law on the grounds of equity. A person shall not be allowed to enrich himself unjustly at the expense of another.</a:t>
                      </a:r>
                      <a:endParaRPr lang="en-IN" sz="1800" kern="1200" dirty="0" smtClean="0">
                        <a:effectLst/>
                      </a:endParaRPr>
                    </a:p>
                    <a:p>
                      <a:pPr algn="just"/>
                      <a:endParaRPr lang="en-US" dirty="0" smtClean="0"/>
                    </a:p>
                    <a:p>
                      <a:pPr algn="just"/>
                      <a:endParaRPr lang="en-US" dirty="0" smtClean="0"/>
                    </a:p>
                    <a:p>
                      <a:pPr algn="just"/>
                      <a:endParaRPr lang="en-IN" dirty="0"/>
                    </a:p>
                  </a:txBody>
                  <a:tcPr/>
                </a:tc>
                <a:extLst>
                  <a:ext uri="{0D108BD9-81ED-4DB2-BD59-A6C34878D82A}">
                    <a16:rowId xmlns:a16="http://schemas.microsoft.com/office/drawing/2014/main" val="10002"/>
                  </a:ext>
                </a:extLst>
              </a:tr>
            </a:tbl>
          </a:graphicData>
        </a:graphic>
      </p:graphicFrame>
      <p:sp>
        <p:nvSpPr>
          <p:cNvPr id="4" name="Date Placeholder 3"/>
          <p:cNvSpPr>
            <a:spLocks noGrp="1"/>
          </p:cNvSpPr>
          <p:nvPr>
            <p:ph type="dt" sz="half" idx="10"/>
          </p:nvPr>
        </p:nvSpPr>
        <p:spPr/>
        <p:txBody>
          <a:bodyPr/>
          <a:lstStyle/>
          <a:p>
            <a:fld id="{437FAE1D-AB77-4952-B790-E2F4E1B73455}"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4318123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Contracts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28612830"/>
              </p:ext>
            </p:extLst>
          </p:nvPr>
        </p:nvGraphicFramePr>
        <p:xfrm>
          <a:off x="228600" y="1219200"/>
          <a:ext cx="8915400" cy="5212080"/>
        </p:xfrm>
        <a:graphic>
          <a:graphicData uri="http://schemas.openxmlformats.org/drawingml/2006/table">
            <a:tbl>
              <a:tblPr firstRow="1" bandRow="1">
                <a:tableStyleId>{F5AB1C69-6EDB-4FF4-983F-18BD219EF322}</a:tableStyleId>
              </a:tblPr>
              <a:tblGrid>
                <a:gridCol w="2228850">
                  <a:extLst>
                    <a:ext uri="{9D8B030D-6E8A-4147-A177-3AD203B41FA5}">
                      <a16:colId xmlns:a16="http://schemas.microsoft.com/office/drawing/2014/main" val="20000"/>
                    </a:ext>
                  </a:extLst>
                </a:gridCol>
                <a:gridCol w="22288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228850">
                  <a:extLst>
                    <a:ext uri="{9D8B030D-6E8A-4147-A177-3AD203B41FA5}">
                      <a16:colId xmlns:a16="http://schemas.microsoft.com/office/drawing/2014/main" val="20003"/>
                    </a:ext>
                  </a:extLst>
                </a:gridCol>
              </a:tblGrid>
              <a:tr h="37084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On the basis of Performance</a:t>
                      </a:r>
                      <a:endParaRPr lang="en-IN" sz="1800" kern="1200" dirty="0" smtClean="0">
                        <a:effectLst/>
                      </a:endParaRPr>
                    </a:p>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Executed Contracts – </a:t>
                      </a:r>
                      <a:endParaRPr lang="en-IN" sz="1800" kern="1200" dirty="0" smtClean="0">
                        <a:effectLst/>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err="1" smtClean="0">
                          <a:effectLst/>
                        </a:rPr>
                        <a:t>Executory</a:t>
                      </a:r>
                      <a:r>
                        <a:rPr lang="en-US" sz="1800" kern="1200" dirty="0" smtClean="0">
                          <a:effectLst/>
                        </a:rPr>
                        <a:t> Contracts – </a:t>
                      </a:r>
                      <a:endParaRPr lang="en-IN" sz="1800" kern="1200" dirty="0" smtClean="0">
                        <a:effectLst/>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Unilateral Contract –</a:t>
                      </a:r>
                      <a:endParaRPr lang="en-IN" sz="1800" kern="1200" dirty="0" smtClean="0">
                        <a:effectLst/>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Bilateral Contract – </a:t>
                      </a:r>
                      <a:endParaRPr lang="en-IN" sz="1800" kern="1200" dirty="0" smtClean="0">
                        <a:effectLst/>
                      </a:endParaRPr>
                    </a:p>
                    <a:p>
                      <a:endParaRPr lang="en-IN" dirty="0"/>
                    </a:p>
                  </a:txBody>
                  <a:tcPr/>
                </a:tc>
                <a:extLst>
                  <a:ext uri="{0D108BD9-81ED-4DB2-BD59-A6C34878D82A}">
                    <a16:rowId xmlns:a16="http://schemas.microsoft.com/office/drawing/2014/main" val="10001"/>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A contract in which both the parties have performed their respective obligation is an executed contract.</a:t>
                      </a:r>
                      <a:endParaRPr lang="en-IN" sz="1800" kern="1200" dirty="0" smtClean="0">
                        <a:effectLst/>
                      </a:endParaRPr>
                    </a:p>
                    <a:p>
                      <a:pPr algn="just"/>
                      <a:endParaRPr lang="en-US"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Sometimes, the effects of an executed contract may continue (e.g. </a:t>
                      </a:r>
                      <a:r>
                        <a:rPr lang="en-US" sz="1800" kern="1200" dirty="0" err="1" smtClean="0">
                          <a:effectLst/>
                        </a:rPr>
                        <a:t>Chaproniere</a:t>
                      </a:r>
                      <a:r>
                        <a:rPr lang="en-US" sz="1800" kern="1200" dirty="0" smtClean="0">
                          <a:effectLst/>
                        </a:rPr>
                        <a:t> </a:t>
                      </a:r>
                      <a:r>
                        <a:rPr lang="en-US" sz="1800" kern="1200" dirty="0" err="1" smtClean="0">
                          <a:effectLst/>
                        </a:rPr>
                        <a:t>Vs</a:t>
                      </a:r>
                      <a:r>
                        <a:rPr lang="en-US" sz="1800" kern="1200" dirty="0" smtClean="0">
                          <a:effectLst/>
                        </a:rPr>
                        <a:t> Mason, 1905).</a:t>
                      </a:r>
                      <a:endParaRPr lang="en-IN" sz="1800" kern="1200" dirty="0" smtClean="0">
                        <a:effectLst/>
                      </a:endParaRPr>
                    </a:p>
                    <a:p>
                      <a:pPr algn="just"/>
                      <a:endParaRPr lang="en-IN" dirty="0"/>
                    </a:p>
                  </a:txBody>
                  <a:tcPr/>
                </a:tc>
                <a:tc>
                  <a:txBody>
                    <a:bodyPr/>
                    <a:lstStyle/>
                    <a:p>
                      <a:pPr algn="just"/>
                      <a:r>
                        <a:rPr lang="en-US" sz="1800" kern="1200" dirty="0" smtClean="0">
                          <a:effectLst/>
                        </a:rPr>
                        <a:t>A contract in which both the parties are yet to perform their obligation is an </a:t>
                      </a:r>
                      <a:r>
                        <a:rPr lang="en-US" sz="1800" kern="1200" dirty="0" err="1" smtClean="0">
                          <a:effectLst/>
                        </a:rPr>
                        <a:t>executory</a:t>
                      </a:r>
                      <a:r>
                        <a:rPr lang="en-US" sz="1800" kern="1200" dirty="0" smtClean="0">
                          <a:effectLst/>
                        </a:rPr>
                        <a:t> contract. </a:t>
                      </a:r>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1800" kern="1200" dirty="0" smtClean="0">
                          <a:effectLst/>
                        </a:rPr>
                        <a:t>One</a:t>
                      </a:r>
                      <a:r>
                        <a:rPr lang="en-IN" sz="1800" kern="1200" baseline="0" dirty="0" smtClean="0">
                          <a:effectLst/>
                        </a:rPr>
                        <a:t> sided contract where one party’s obligation will arise only when other party has already performed their part.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IN" sz="1800" kern="1200" baseline="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IN" sz="1800" kern="1200" baseline="0" dirty="0" smtClean="0">
                          <a:effectLst/>
                        </a:rPr>
                        <a:t>e.g. </a:t>
                      </a:r>
                      <a:r>
                        <a:rPr lang="en-IN" sz="1400" kern="1200" baseline="0" dirty="0" smtClean="0">
                          <a:effectLst/>
                        </a:rPr>
                        <a:t>reward for finding lost documents; OR scholarship for meritorious students who have hundred </a:t>
                      </a:r>
                      <a:r>
                        <a:rPr lang="en-IN" sz="1400" kern="1200" baseline="0" dirty="0" err="1" smtClean="0">
                          <a:effectLst/>
                        </a:rPr>
                        <a:t>percent</a:t>
                      </a:r>
                      <a:r>
                        <a:rPr lang="en-IN" sz="1400" kern="1200" baseline="0" dirty="0" smtClean="0">
                          <a:effectLst/>
                        </a:rPr>
                        <a:t> attendance and 100 </a:t>
                      </a:r>
                      <a:r>
                        <a:rPr lang="en-IN" sz="1400" kern="1200" baseline="0" dirty="0" err="1" smtClean="0">
                          <a:effectLst/>
                        </a:rPr>
                        <a:t>percent</a:t>
                      </a:r>
                      <a:r>
                        <a:rPr lang="en-IN" sz="1400" kern="1200" baseline="0" dirty="0" smtClean="0">
                          <a:effectLst/>
                        </a:rPr>
                        <a:t> proficiency in a class</a:t>
                      </a:r>
                      <a:endParaRPr lang="en-IN" sz="1400" kern="1200" dirty="0" smtClean="0">
                        <a:effectLst/>
                      </a:endParaRPr>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The obligation on the part of both the parties are outstanding at the time of the formation of the contract. Contract</a:t>
                      </a:r>
                      <a:r>
                        <a:rPr lang="en-US" sz="1800" kern="1200" baseline="0" dirty="0" smtClean="0">
                          <a:effectLst/>
                        </a:rPr>
                        <a:t> is entered into but not performed. Obligations arise as soon as contract formed unlike </a:t>
                      </a:r>
                      <a:r>
                        <a:rPr lang="en-US" sz="1800" kern="1200" baseline="0" smtClean="0">
                          <a:effectLst/>
                        </a:rPr>
                        <a:t>unilateral contracts.</a:t>
                      </a:r>
                      <a:endParaRPr lang="en-IN" sz="1800" kern="1200" dirty="0" smtClean="0">
                        <a:effectLst/>
                      </a:endParaRPr>
                    </a:p>
                    <a:p>
                      <a:pPr algn="just"/>
                      <a:endParaRPr lang="en-IN" dirty="0"/>
                    </a:p>
                  </a:txBody>
                  <a:tcPr/>
                </a:tc>
                <a:extLst>
                  <a:ext uri="{0D108BD9-81ED-4DB2-BD59-A6C34878D82A}">
                    <a16:rowId xmlns:a16="http://schemas.microsoft.com/office/drawing/2014/main" val="10002"/>
                  </a:ext>
                </a:extLst>
              </a:tr>
            </a:tbl>
          </a:graphicData>
        </a:graphic>
      </p:graphicFrame>
      <p:sp>
        <p:nvSpPr>
          <p:cNvPr id="4" name="Date Placeholder 3"/>
          <p:cNvSpPr>
            <a:spLocks noGrp="1"/>
          </p:cNvSpPr>
          <p:nvPr>
            <p:ph type="dt" sz="half" idx="10"/>
          </p:nvPr>
        </p:nvSpPr>
        <p:spPr/>
        <p:txBody>
          <a:bodyPr/>
          <a:lstStyle/>
          <a:p>
            <a:fld id="{B3D1EB71-0255-4648-ABF4-D0E146076558}"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28213358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Offer and Acceptance</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30743404"/>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DB8FBA43-E842-4625-BCA0-C1F36B8F4922}"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5136454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an offer is made?</a:t>
            </a:r>
            <a:r>
              <a:rPr lang="en-IN" dirty="0"/>
              <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pPr marL="0" lvl="0" indent="0" algn="just">
              <a:buNone/>
            </a:pPr>
            <a:r>
              <a:rPr lang="en-US" b="1" dirty="0">
                <a:solidFill>
                  <a:schemeClr val="accent2">
                    <a:lumMod val="75000"/>
                  </a:schemeClr>
                </a:solidFill>
              </a:rPr>
              <a:t>Express Offer (by words), Implied Offer (by actions/</a:t>
            </a:r>
            <a:r>
              <a:rPr lang="en-US" b="1" dirty="0" err="1">
                <a:solidFill>
                  <a:schemeClr val="accent2">
                    <a:lumMod val="75000"/>
                  </a:schemeClr>
                </a:solidFill>
              </a:rPr>
              <a:t>behaviour</a:t>
            </a:r>
            <a:r>
              <a:rPr lang="en-US" b="1" dirty="0">
                <a:solidFill>
                  <a:schemeClr val="accent2">
                    <a:lumMod val="75000"/>
                  </a:schemeClr>
                </a:solidFill>
              </a:rPr>
              <a:t>)</a:t>
            </a:r>
            <a:endParaRPr lang="en-IN" b="1" dirty="0">
              <a:solidFill>
                <a:schemeClr val="accent2">
                  <a:lumMod val="75000"/>
                </a:schemeClr>
              </a:solidFill>
            </a:endParaRPr>
          </a:p>
          <a:p>
            <a:pPr algn="just"/>
            <a:r>
              <a:rPr lang="en-US" i="1" dirty="0"/>
              <a:t>e.g. “Will you buy my </a:t>
            </a:r>
            <a:r>
              <a:rPr lang="en-US" i="1" dirty="0" smtClean="0"/>
              <a:t>bicycle?”</a:t>
            </a:r>
            <a:endParaRPr lang="en-IN" dirty="0"/>
          </a:p>
          <a:p>
            <a:pPr algn="just"/>
            <a:r>
              <a:rPr lang="en-US" i="1" dirty="0"/>
              <a:t>e.g. A public transport bus travelling from </a:t>
            </a:r>
            <a:r>
              <a:rPr lang="en-US" i="1" dirty="0" smtClean="0"/>
              <a:t>T Nagar </a:t>
            </a:r>
            <a:r>
              <a:rPr lang="en-US" i="1" dirty="0"/>
              <a:t>to </a:t>
            </a:r>
            <a:r>
              <a:rPr lang="en-US" i="1" dirty="0" err="1" smtClean="0"/>
              <a:t>Nungambakkam</a:t>
            </a:r>
            <a:r>
              <a:rPr lang="en-US" i="1" dirty="0" smtClean="0"/>
              <a:t>.</a:t>
            </a:r>
            <a:endParaRPr lang="en-IN" dirty="0"/>
          </a:p>
          <a:p>
            <a:pPr marL="0" lvl="0" indent="0" algn="just">
              <a:buNone/>
            </a:pPr>
            <a:r>
              <a:rPr lang="en-US" b="1" dirty="0">
                <a:solidFill>
                  <a:schemeClr val="accent2">
                    <a:lumMod val="75000"/>
                  </a:schemeClr>
                </a:solidFill>
              </a:rPr>
              <a:t>Specific Offer, General Offer</a:t>
            </a:r>
            <a:endParaRPr lang="en-IN" b="1" dirty="0">
              <a:solidFill>
                <a:schemeClr val="accent2">
                  <a:lumMod val="75000"/>
                </a:schemeClr>
              </a:solidFill>
            </a:endParaRPr>
          </a:p>
          <a:p>
            <a:pPr algn="just"/>
            <a:r>
              <a:rPr lang="en-US" i="1" dirty="0"/>
              <a:t>e.g. An offer of cash discount to </a:t>
            </a:r>
            <a:r>
              <a:rPr lang="en-US" i="1" dirty="0" err="1" smtClean="0"/>
              <a:t>Proline</a:t>
            </a:r>
            <a:r>
              <a:rPr lang="en-US" i="1" dirty="0" smtClean="0"/>
              <a:t> </a:t>
            </a:r>
            <a:r>
              <a:rPr lang="en-US" i="1" dirty="0" err="1" smtClean="0"/>
              <a:t>Furnitures</a:t>
            </a:r>
            <a:r>
              <a:rPr lang="en-US" i="1" dirty="0" smtClean="0"/>
              <a:t> for </a:t>
            </a:r>
            <a:r>
              <a:rPr lang="en-US" i="1" dirty="0"/>
              <a:t>purchase of wood. </a:t>
            </a:r>
            <a:endParaRPr lang="en-IN" dirty="0"/>
          </a:p>
          <a:p>
            <a:pPr algn="just"/>
            <a:r>
              <a:rPr lang="en-US" i="1" dirty="0"/>
              <a:t>e.g. </a:t>
            </a:r>
            <a:r>
              <a:rPr lang="en-US" i="1" dirty="0" err="1"/>
              <a:t>Carlill</a:t>
            </a:r>
            <a:r>
              <a:rPr lang="en-US" i="1" dirty="0"/>
              <a:t> Vs. Carbolic Smoke Ball Co (1893)</a:t>
            </a:r>
            <a:endParaRPr lang="en-IN" dirty="0"/>
          </a:p>
          <a:p>
            <a:pPr algn="just"/>
            <a:endParaRPr lang="en-IN" dirty="0"/>
          </a:p>
        </p:txBody>
      </p:sp>
      <p:sp>
        <p:nvSpPr>
          <p:cNvPr id="4" name="Date Placeholder 3"/>
          <p:cNvSpPr>
            <a:spLocks noGrp="1"/>
          </p:cNvSpPr>
          <p:nvPr>
            <p:ph type="dt" sz="half" idx="10"/>
          </p:nvPr>
        </p:nvSpPr>
        <p:spPr/>
        <p:txBody>
          <a:bodyPr/>
          <a:lstStyle/>
          <a:p>
            <a:fld id="{E970CECA-4EE1-4490-B02E-F17F0B461BBC}"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2097176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Offer</a:t>
            </a:r>
            <a:r>
              <a:rPr lang="en-IN" dirty="0"/>
              <a:t/>
            </a:r>
            <a:br>
              <a:rPr lang="en-IN" dirty="0"/>
            </a:br>
            <a:endParaRPr lang="en-IN" dirty="0"/>
          </a:p>
        </p:txBody>
      </p:sp>
      <p:sp>
        <p:nvSpPr>
          <p:cNvPr id="4" name="Date Placeholder 3"/>
          <p:cNvSpPr>
            <a:spLocks noGrp="1"/>
          </p:cNvSpPr>
          <p:nvPr>
            <p:ph type="dt" sz="half" idx="10"/>
          </p:nvPr>
        </p:nvSpPr>
        <p:spPr/>
        <p:txBody>
          <a:bodyPr/>
          <a:lstStyle/>
          <a:p>
            <a:fld id="{6174A461-7719-4266-9A99-F54EEC179A7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3" name="Content Placeholder 2"/>
          <p:cNvSpPr>
            <a:spLocks noGrp="1"/>
          </p:cNvSpPr>
          <p:nvPr>
            <p:ph idx="1"/>
          </p:nvPr>
        </p:nvSpPr>
        <p:spPr>
          <a:xfrm>
            <a:off x="228600" y="1143000"/>
            <a:ext cx="8686800" cy="4525963"/>
          </a:xfrm>
        </p:spPr>
        <p:txBody>
          <a:bodyPr>
            <a:noAutofit/>
          </a:bodyPr>
          <a:lstStyle/>
          <a:p>
            <a:pPr lvl="0" algn="just" rtl="0"/>
            <a:r>
              <a:rPr lang="en-US" sz="2400" dirty="0" smtClean="0"/>
              <a:t>Offer must be such as in law is capable of being accepted and giving rise to legal relationship.</a:t>
            </a:r>
            <a:endParaRPr lang="en-IN" sz="2400" dirty="0"/>
          </a:p>
          <a:p>
            <a:pPr lvl="0" algn="just" rtl="0"/>
            <a:r>
              <a:rPr lang="en-US" sz="2400" dirty="0" smtClean="0"/>
              <a:t>Terms of the offer must be definite and unambiguous. </a:t>
            </a:r>
            <a:endParaRPr lang="en-IN" sz="2400" dirty="0"/>
          </a:p>
          <a:p>
            <a:pPr lvl="0" algn="just" rtl="0"/>
            <a:r>
              <a:rPr lang="en-US" sz="2400" dirty="0" smtClean="0"/>
              <a:t>An offer may be distinguished from a declaration of intention, and an announcement. A declaration only means that an offer will be made or invited in future and not that the offer is made now. [</a:t>
            </a:r>
            <a:r>
              <a:rPr lang="en-US" sz="2400" i="1" dirty="0" smtClean="0"/>
              <a:t>E.g. </a:t>
            </a:r>
            <a:r>
              <a:rPr lang="en-IN" sz="2400" i="1" dirty="0" smtClean="0"/>
              <a:t>Farina V </a:t>
            </a:r>
            <a:r>
              <a:rPr lang="en-IN" sz="2400" i="1" dirty="0" err="1" smtClean="0"/>
              <a:t>Fickus</a:t>
            </a:r>
            <a:r>
              <a:rPr lang="en-IN" sz="2400" i="1" dirty="0" smtClean="0"/>
              <a:t> (1900)]</a:t>
            </a:r>
            <a:r>
              <a:rPr lang="en-IN" sz="2400" dirty="0" smtClean="0"/>
              <a:t> </a:t>
            </a:r>
          </a:p>
          <a:p>
            <a:pPr lvl="0" algn="just" rtl="0"/>
            <a:r>
              <a:rPr lang="en-US" sz="2400" dirty="0" smtClean="0"/>
              <a:t>An offer may be distinguished from an invitation to make an offer</a:t>
            </a:r>
            <a:r>
              <a:rPr lang="en-IN" sz="2400" dirty="0"/>
              <a:t>e.g. of Invitation for offer: display of time table by railway, display of goods in a self service store, advertisement to let out office </a:t>
            </a:r>
            <a:r>
              <a:rPr lang="en-IN" sz="2400" dirty="0" smtClean="0"/>
              <a:t>space, brochure to announce scheme of allotment of plots, restaurant menu card, price catalogues </a:t>
            </a:r>
            <a:r>
              <a:rPr lang="en-IN" sz="2400" dirty="0" err="1" smtClean="0"/>
              <a:t>etc</a:t>
            </a:r>
            <a:endParaRPr lang="en-IN" sz="2400" dirty="0"/>
          </a:p>
          <a:p>
            <a:pPr lvl="0" algn="just" rtl="0"/>
            <a:endParaRPr lang="en-IN" sz="2400" dirty="0"/>
          </a:p>
        </p:txBody>
      </p:sp>
    </p:spTree>
    <p:extLst>
      <p:ext uri="{BB962C8B-B14F-4D97-AF65-F5344CB8AC3E}">
        <p14:creationId xmlns:p14="http://schemas.microsoft.com/office/powerpoint/2010/main" val="22761595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Offer</a:t>
            </a:r>
            <a:r>
              <a:rPr lang="en-IN" dirty="0"/>
              <a:t/>
            </a:r>
            <a:br>
              <a:rPr lang="en-IN" dirty="0"/>
            </a:br>
            <a:endParaRPr lang="en-IN" dirty="0"/>
          </a:p>
        </p:txBody>
      </p:sp>
      <p:sp>
        <p:nvSpPr>
          <p:cNvPr id="4" name="Date Placeholder 3"/>
          <p:cNvSpPr>
            <a:spLocks noGrp="1"/>
          </p:cNvSpPr>
          <p:nvPr>
            <p:ph type="dt" sz="half" idx="10"/>
          </p:nvPr>
        </p:nvSpPr>
        <p:spPr/>
        <p:txBody>
          <a:bodyPr/>
          <a:lstStyle/>
          <a:p>
            <a:fld id="{6174A461-7719-4266-9A99-F54EEC179A7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3" name="Content Placeholder 2"/>
          <p:cNvSpPr>
            <a:spLocks noGrp="1"/>
          </p:cNvSpPr>
          <p:nvPr>
            <p:ph idx="1"/>
          </p:nvPr>
        </p:nvSpPr>
        <p:spPr>
          <a:xfrm>
            <a:off x="228600" y="1219200"/>
            <a:ext cx="8458200" cy="4525963"/>
          </a:xfrm>
        </p:spPr>
        <p:txBody>
          <a:bodyPr>
            <a:noAutofit/>
          </a:bodyPr>
          <a:lstStyle/>
          <a:p>
            <a:pPr lvl="0" algn="just" rtl="0"/>
            <a:r>
              <a:rPr lang="en-US" sz="2800" dirty="0" smtClean="0"/>
              <a:t>Offer must be communicated. An offer, to be complete, must be communicated to the person to whom it is made. An acceptance of an offer, in ignorance of the offer itself is no acceptance. E.g. </a:t>
            </a:r>
            <a:r>
              <a:rPr lang="en-US" sz="2800" i="1" dirty="0" smtClean="0"/>
              <a:t>Fitch </a:t>
            </a:r>
            <a:r>
              <a:rPr lang="en-US" sz="2800" i="1" dirty="0" err="1" smtClean="0"/>
              <a:t>Vs</a:t>
            </a:r>
            <a:r>
              <a:rPr lang="en-US" sz="2800" i="1" dirty="0" smtClean="0"/>
              <a:t> </a:t>
            </a:r>
            <a:r>
              <a:rPr lang="en-US" sz="2800" i="1" dirty="0" err="1" smtClean="0"/>
              <a:t>Snedaker</a:t>
            </a:r>
            <a:r>
              <a:rPr lang="en-US" sz="2800" i="1" dirty="0" smtClean="0"/>
              <a:t> (1868)</a:t>
            </a:r>
            <a:endParaRPr lang="en-IN" sz="2800" dirty="0"/>
          </a:p>
          <a:p>
            <a:pPr lvl="0" algn="just" rtl="0"/>
            <a:r>
              <a:rPr lang="en-US" sz="2800" dirty="0" smtClean="0"/>
              <a:t>Offer must be made with a view to obtaining the assent.</a:t>
            </a:r>
            <a:endParaRPr lang="en-IN" sz="2800" dirty="0"/>
          </a:p>
          <a:p>
            <a:pPr lvl="0" algn="just" rtl="0"/>
            <a:r>
              <a:rPr lang="en-US" sz="2800" dirty="0" smtClean="0"/>
              <a:t>Offer </a:t>
            </a:r>
            <a:r>
              <a:rPr lang="en-IN" sz="2800" dirty="0" smtClean="0"/>
              <a:t>cannot prescribe silence on the part of the other party as acceptance.</a:t>
            </a:r>
          </a:p>
        </p:txBody>
      </p:sp>
    </p:spTree>
    <p:extLst>
      <p:ext uri="{BB962C8B-B14F-4D97-AF65-F5344CB8AC3E}">
        <p14:creationId xmlns:p14="http://schemas.microsoft.com/office/powerpoint/2010/main" val="36859359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Offer</a:t>
            </a:r>
            <a:r>
              <a:rPr lang="en-IN" dirty="0"/>
              <a:t/>
            </a:r>
            <a:br>
              <a:rPr lang="en-IN" dirty="0"/>
            </a:br>
            <a:endParaRPr lang="en-IN" dirty="0"/>
          </a:p>
        </p:txBody>
      </p:sp>
      <p:sp>
        <p:nvSpPr>
          <p:cNvPr id="4" name="Date Placeholder 3"/>
          <p:cNvSpPr>
            <a:spLocks noGrp="1"/>
          </p:cNvSpPr>
          <p:nvPr>
            <p:ph type="dt" sz="half" idx="10"/>
          </p:nvPr>
        </p:nvSpPr>
        <p:spPr/>
        <p:txBody>
          <a:bodyPr/>
          <a:lstStyle/>
          <a:p>
            <a:fld id="{6174A461-7719-4266-9A99-F54EEC179A7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3" name="Content Placeholder 2"/>
          <p:cNvSpPr>
            <a:spLocks noGrp="1"/>
          </p:cNvSpPr>
          <p:nvPr>
            <p:ph idx="1"/>
          </p:nvPr>
        </p:nvSpPr>
        <p:spPr>
          <a:xfrm>
            <a:off x="228600" y="1219200"/>
            <a:ext cx="8458200" cy="4525963"/>
          </a:xfrm>
        </p:spPr>
        <p:txBody>
          <a:bodyPr>
            <a:noAutofit/>
          </a:bodyPr>
          <a:lstStyle/>
          <a:p>
            <a:pPr lvl="0" algn="just" rtl="0"/>
            <a:r>
              <a:rPr lang="en-IN" sz="2800" dirty="0" smtClean="0"/>
              <a:t>Offer may be conditional </a:t>
            </a:r>
            <a:endParaRPr lang="en-IN" sz="2800" dirty="0"/>
          </a:p>
          <a:p>
            <a:pPr lvl="0" algn="just" rtl="0"/>
            <a:r>
              <a:rPr lang="en-US" sz="2800" dirty="0" smtClean="0"/>
              <a:t>A statement of price is not an offer. </a:t>
            </a:r>
            <a:r>
              <a:rPr lang="en-US" sz="2800" i="1" dirty="0" smtClean="0"/>
              <a:t>E.g. Harvey Versus </a:t>
            </a:r>
            <a:r>
              <a:rPr lang="en-US" sz="2800" i="1" dirty="0" err="1" smtClean="0"/>
              <a:t>Facey</a:t>
            </a:r>
            <a:r>
              <a:rPr lang="en-US" sz="2800" i="1" dirty="0" smtClean="0"/>
              <a:t> (1893)</a:t>
            </a:r>
          </a:p>
          <a:p>
            <a:pPr lvl="0" algn="just" rtl="0"/>
            <a:r>
              <a:rPr lang="en-US" sz="2800" dirty="0" smtClean="0"/>
              <a:t>No contract is entered into on cross offer.</a:t>
            </a:r>
          </a:p>
          <a:p>
            <a:pPr lvl="0" algn="just" rtl="0"/>
            <a:r>
              <a:rPr lang="en-US" sz="2800" dirty="0" smtClean="0"/>
              <a:t>Any special terms in the offer must either be communicated before or at the time of formation of the contract.</a:t>
            </a:r>
            <a:endParaRPr lang="en-IN" sz="2800" dirty="0"/>
          </a:p>
        </p:txBody>
      </p:sp>
    </p:spTree>
    <p:extLst>
      <p:ext uri="{BB962C8B-B14F-4D97-AF65-F5344CB8AC3E}">
        <p14:creationId xmlns:p14="http://schemas.microsoft.com/office/powerpoint/2010/main" val="37814065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ACCEPTANCE</a:t>
            </a:r>
            <a:r>
              <a:rPr lang="en-IN" dirty="0"/>
              <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t>Acceptance is the act of assenting by the </a:t>
            </a:r>
            <a:r>
              <a:rPr lang="en-US" dirty="0" err="1"/>
              <a:t>offeree</a:t>
            </a:r>
            <a:r>
              <a:rPr lang="en-US" dirty="0"/>
              <a:t> to the offer. An offer when accepted becomes a promise [Section 2(b</a:t>
            </a:r>
            <a:r>
              <a:rPr lang="en-US" dirty="0" smtClean="0"/>
              <a:t>)].</a:t>
            </a:r>
          </a:p>
          <a:p>
            <a:pPr marL="0" indent="0" algn="just">
              <a:buNone/>
            </a:pPr>
            <a:endParaRPr lang="en-IN" dirty="0"/>
          </a:p>
          <a:p>
            <a:pPr algn="just"/>
            <a:r>
              <a:rPr lang="en-US" dirty="0"/>
              <a:t>It may be express </a:t>
            </a:r>
            <a:r>
              <a:rPr lang="en-US" dirty="0" smtClean="0"/>
              <a:t>or </a:t>
            </a:r>
            <a:r>
              <a:rPr lang="en-US" dirty="0"/>
              <a:t>implied</a:t>
            </a:r>
            <a:r>
              <a:rPr lang="en-US" dirty="0" smtClean="0"/>
              <a:t>.</a:t>
            </a:r>
          </a:p>
          <a:p>
            <a:pPr algn="just"/>
            <a:endParaRPr lang="en-US" dirty="0"/>
          </a:p>
          <a:p>
            <a:pPr marL="0" indent="0" algn="just">
              <a:buNone/>
            </a:pPr>
            <a:r>
              <a:rPr lang="en-US" dirty="0"/>
              <a:t>Who can accept?</a:t>
            </a:r>
            <a:endParaRPr lang="en-IN" dirty="0"/>
          </a:p>
          <a:p>
            <a:pPr lvl="0" algn="just"/>
            <a:r>
              <a:rPr lang="en-US" dirty="0"/>
              <a:t>Particular offer – it can be accepted only by that person to whom the offer is made.  </a:t>
            </a:r>
            <a:endParaRPr lang="en-IN" dirty="0"/>
          </a:p>
          <a:p>
            <a:pPr lvl="0" algn="just"/>
            <a:r>
              <a:rPr lang="en-US" dirty="0"/>
              <a:t>General offer – it can be accepted by any person to whom the offer is communicated. </a:t>
            </a:r>
            <a:r>
              <a:rPr lang="en-US" i="1" dirty="0"/>
              <a:t>E.g. </a:t>
            </a:r>
            <a:r>
              <a:rPr lang="en-US" i="1" dirty="0" err="1"/>
              <a:t>Carlill</a:t>
            </a:r>
            <a:r>
              <a:rPr lang="en-US" i="1" dirty="0"/>
              <a:t> </a:t>
            </a:r>
            <a:r>
              <a:rPr lang="en-US" i="1" dirty="0" err="1"/>
              <a:t>Vs</a:t>
            </a:r>
            <a:r>
              <a:rPr lang="en-US" i="1" dirty="0"/>
              <a:t> Carbolic Smoke Ball Co (1893).</a:t>
            </a:r>
            <a:endParaRPr lang="en-IN" dirty="0"/>
          </a:p>
          <a:p>
            <a:pPr algn="just"/>
            <a:endParaRPr lang="en-IN" dirty="0"/>
          </a:p>
          <a:p>
            <a:pPr algn="just"/>
            <a:endParaRPr lang="en-IN" dirty="0"/>
          </a:p>
        </p:txBody>
      </p:sp>
      <p:sp>
        <p:nvSpPr>
          <p:cNvPr id="4" name="Date Placeholder 3"/>
          <p:cNvSpPr>
            <a:spLocks noGrp="1"/>
          </p:cNvSpPr>
          <p:nvPr>
            <p:ph type="dt" sz="half" idx="10"/>
          </p:nvPr>
        </p:nvSpPr>
        <p:spPr/>
        <p:txBody>
          <a:bodyPr/>
          <a:lstStyle/>
          <a:p>
            <a:fld id="{25F1C82D-8E1A-4672-8160-ED4C7352F17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6771175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Acceptance</a:t>
            </a:r>
            <a:r>
              <a:rPr lang="en-IN" dirty="0"/>
              <a:t/>
            </a:r>
            <a:br>
              <a:rPr lang="en-IN" dirty="0"/>
            </a:b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874654306"/>
              </p:ext>
            </p:extLst>
          </p:nvPr>
        </p:nvGraphicFramePr>
        <p:xfrm>
          <a:off x="228600" y="1905000"/>
          <a:ext cx="861060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1C4E54D8-30CF-4BD0-B9A3-1046E706E608}"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12066977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Acceptance</a:t>
            </a:r>
            <a:r>
              <a:rPr lang="en-IN" dirty="0"/>
              <a:t/>
            </a:r>
            <a:br>
              <a:rPr lang="en-IN" dirty="0"/>
            </a:b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671541916"/>
              </p:ext>
            </p:extLst>
          </p:nvPr>
        </p:nvGraphicFramePr>
        <p:xfrm>
          <a:off x="228600" y="1828800"/>
          <a:ext cx="861060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1C4E54D8-30CF-4BD0-B9A3-1046E706E608}"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40490742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Acceptance</a:t>
            </a:r>
            <a:r>
              <a:rPr lang="en-IN" dirty="0"/>
              <a:t/>
            </a:r>
            <a:br>
              <a:rPr lang="en-IN" dirty="0"/>
            </a:b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34083698"/>
              </p:ext>
            </p:extLst>
          </p:nvPr>
        </p:nvGraphicFramePr>
        <p:xfrm>
          <a:off x="228600" y="1981200"/>
          <a:ext cx="8610600" cy="236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41613CA-2513-4AE6-A6DC-0751C9307C85}"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16587439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Privity</a:t>
            </a:r>
            <a:r>
              <a:rPr lang="en-US" dirty="0" smtClean="0"/>
              <a:t> of Contract</a:t>
            </a:r>
            <a:endParaRPr lang="en-IN" dirty="0"/>
          </a:p>
        </p:txBody>
      </p:sp>
      <p:sp>
        <p:nvSpPr>
          <p:cNvPr id="3" name="Content Placeholder 2"/>
          <p:cNvSpPr>
            <a:spLocks noGrp="1"/>
          </p:cNvSpPr>
          <p:nvPr>
            <p:ph idx="1"/>
          </p:nvPr>
        </p:nvSpPr>
        <p:spPr/>
        <p:txBody>
          <a:bodyPr/>
          <a:lstStyle/>
          <a:p>
            <a:pPr algn="just"/>
            <a:r>
              <a:rPr lang="en-US" dirty="0"/>
              <a:t>The law does not allow a stranger to file a suit on the contract. This right is available only to a person who is a party to the contract and is called </a:t>
            </a:r>
            <a:r>
              <a:rPr lang="en-US" dirty="0">
                <a:solidFill>
                  <a:srgbClr val="FF0000"/>
                </a:solidFill>
              </a:rPr>
              <a:t>Doctrine of </a:t>
            </a:r>
            <a:r>
              <a:rPr lang="en-US" dirty="0" err="1">
                <a:solidFill>
                  <a:srgbClr val="FF0000"/>
                </a:solidFill>
              </a:rPr>
              <a:t>Privity</a:t>
            </a:r>
            <a:r>
              <a:rPr lang="en-US" dirty="0">
                <a:solidFill>
                  <a:srgbClr val="FF0000"/>
                </a:solidFill>
              </a:rPr>
              <a:t> of Contract.</a:t>
            </a:r>
            <a:endParaRPr lang="en-IN" dirty="0">
              <a:solidFill>
                <a:srgbClr val="FF0000"/>
              </a:solidFill>
            </a:endParaRPr>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6355950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Privity</a:t>
            </a:r>
            <a:r>
              <a:rPr lang="en-US" dirty="0" smtClean="0"/>
              <a:t> of Contract - Exceptions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861676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0641145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a:t>
            </a:r>
            <a:endParaRPr lang="en-IN"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A stranger or a person who is not a party to a contract can sue on a contract in the following cases:</a:t>
            </a:r>
          </a:p>
          <a:p>
            <a:endParaRPr lang="en-US" dirty="0"/>
          </a:p>
          <a:p>
            <a:pPr algn="just"/>
            <a:r>
              <a:rPr lang="en-US" dirty="0">
                <a:effectLst>
                  <a:outerShdw blurRad="38100" dist="38100" dir="2700000" algn="tl">
                    <a:srgbClr val="000000">
                      <a:alpha val="43137"/>
                    </a:srgbClr>
                  </a:outerShdw>
                </a:effectLst>
              </a:rPr>
              <a:t>Trust </a:t>
            </a:r>
            <a:r>
              <a:rPr lang="en-US" dirty="0"/>
              <a:t>- If a contract is made between the trustee of a trust and another party, then the beneficiary of the trust can sue by enforcing his right under the trust, even if he is a stranger to the contract.</a:t>
            </a:r>
          </a:p>
          <a:p>
            <a:pPr algn="just"/>
            <a:r>
              <a:rPr lang="en-US" dirty="0">
                <a:effectLst>
                  <a:outerShdw blurRad="38100" dist="38100" dir="2700000" algn="tl">
                    <a:srgbClr val="000000">
                      <a:alpha val="43137"/>
                    </a:srgbClr>
                  </a:outerShdw>
                </a:effectLst>
              </a:rPr>
              <a:t>Family Settlement</a:t>
            </a:r>
            <a:r>
              <a:rPr lang="en-US" dirty="0"/>
              <a:t> - If </a:t>
            </a:r>
            <a:r>
              <a:rPr lang="en-US" dirty="0" smtClean="0"/>
              <a:t>the terms of the settlement effected before the 20</a:t>
            </a:r>
            <a:r>
              <a:rPr lang="en-US" baseline="30000" dirty="0" smtClean="0"/>
              <a:t>th</a:t>
            </a:r>
            <a:r>
              <a:rPr lang="en-US" dirty="0" smtClean="0"/>
              <a:t> of December 2004 provide for marriage expenses or maintenance of a female member then such members who were not party to the settlement can also enforce the contract. </a:t>
            </a:r>
            <a:endParaRPr lang="en-US"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40967207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a:t>
            </a:r>
            <a:endParaRPr lang="en-IN" dirty="0"/>
          </a:p>
        </p:txBody>
      </p:sp>
      <p:sp>
        <p:nvSpPr>
          <p:cNvPr id="3" name="Content Placeholder 2"/>
          <p:cNvSpPr>
            <a:spLocks noGrp="1"/>
          </p:cNvSpPr>
          <p:nvPr>
            <p:ph idx="1"/>
          </p:nvPr>
        </p:nvSpPr>
        <p:spPr/>
        <p:txBody>
          <a:bodyPr>
            <a:noAutofit/>
          </a:bodyPr>
          <a:lstStyle/>
          <a:p>
            <a:pPr algn="just"/>
            <a:r>
              <a:rPr lang="en-US" sz="2000" dirty="0">
                <a:effectLst>
                  <a:outerShdw blurRad="38100" dist="38100" dir="2700000" algn="tl">
                    <a:srgbClr val="000000">
                      <a:alpha val="43137"/>
                    </a:srgbClr>
                  </a:outerShdw>
                </a:effectLst>
              </a:rPr>
              <a:t>Assignment of a Contract </a:t>
            </a:r>
            <a:r>
              <a:rPr lang="en-US" sz="2000" dirty="0"/>
              <a:t>- If a contract is made for the benefit of a person, then he can sue upon the contract even though he is not a party to the agreement. </a:t>
            </a:r>
            <a:endParaRPr lang="en-US" sz="2000" dirty="0" smtClean="0"/>
          </a:p>
          <a:p>
            <a:pPr algn="just"/>
            <a:endParaRPr lang="en-US" sz="2000" dirty="0"/>
          </a:p>
          <a:p>
            <a:pPr algn="just"/>
            <a:r>
              <a:rPr lang="en-US" sz="2000" dirty="0">
                <a:effectLst>
                  <a:outerShdw blurRad="38100" dist="38100" dir="2700000" algn="tl">
                    <a:srgbClr val="000000">
                      <a:alpha val="43137"/>
                    </a:srgbClr>
                  </a:outerShdw>
                </a:effectLst>
              </a:rPr>
              <a:t>Acknowledgement or Estoppel</a:t>
            </a:r>
            <a:r>
              <a:rPr lang="en-US" sz="2000" dirty="0"/>
              <a:t> - If a contract requires that a party pays a certain amount to a third-party and he/she acknowledges it, then it becomes a binding obligation for the party to pay the third-party. The acknowledgment can also be implied.</a:t>
            </a:r>
          </a:p>
          <a:p>
            <a:pPr algn="just"/>
            <a:r>
              <a:rPr lang="en-US" sz="1600" dirty="0" smtClean="0"/>
              <a:t>E.g. </a:t>
            </a:r>
            <a:r>
              <a:rPr lang="en-US" sz="1600" dirty="0" err="1" smtClean="0"/>
              <a:t>Belizia</a:t>
            </a:r>
            <a:r>
              <a:rPr lang="en-US" sz="1600" dirty="0" smtClean="0"/>
              <a:t> </a:t>
            </a:r>
            <a:r>
              <a:rPr lang="en-US" sz="1600" dirty="0"/>
              <a:t>sold her house to </a:t>
            </a:r>
            <a:r>
              <a:rPr lang="en-US" sz="1600" dirty="0" smtClean="0"/>
              <a:t>Glory. </a:t>
            </a:r>
            <a:r>
              <a:rPr lang="en-US" sz="1600" dirty="0"/>
              <a:t>A real estate broker, </a:t>
            </a:r>
            <a:r>
              <a:rPr lang="en-US" sz="1600" dirty="0" smtClean="0"/>
              <a:t>Bubbles, </a:t>
            </a:r>
            <a:r>
              <a:rPr lang="en-US" sz="1600" dirty="0"/>
              <a:t>facilitated the deal. Out of the sale price, </a:t>
            </a:r>
            <a:r>
              <a:rPr lang="en-US" sz="1600" dirty="0" smtClean="0"/>
              <a:t>Bubbles </a:t>
            </a:r>
            <a:r>
              <a:rPr lang="en-US" sz="1600" dirty="0"/>
              <a:t>was to be paid </a:t>
            </a:r>
            <a:r>
              <a:rPr lang="en-US" sz="1600" dirty="0" err="1"/>
              <a:t>Rs</a:t>
            </a:r>
            <a:r>
              <a:rPr lang="en-US" sz="1600" dirty="0"/>
              <a:t> 25,000 as his professional charges. </a:t>
            </a:r>
            <a:r>
              <a:rPr lang="en-US" sz="1600" dirty="0" smtClean="0"/>
              <a:t>Glory </a:t>
            </a:r>
            <a:r>
              <a:rPr lang="en-US" sz="1600" dirty="0"/>
              <a:t>promised to pay </a:t>
            </a:r>
            <a:r>
              <a:rPr lang="en-US" sz="1600" dirty="0" smtClean="0"/>
              <a:t>Bubbles </a:t>
            </a:r>
            <a:r>
              <a:rPr lang="en-US" sz="1600" dirty="0"/>
              <a:t>the amount before taking possession of the property. She made three payments of </a:t>
            </a:r>
            <a:r>
              <a:rPr lang="en-US" sz="1600" dirty="0" err="1"/>
              <a:t>Rs</a:t>
            </a:r>
            <a:r>
              <a:rPr lang="en-US" sz="1600" dirty="0"/>
              <a:t> 5,000 each and then stopped </a:t>
            </a:r>
            <a:r>
              <a:rPr lang="en-US" sz="1600" dirty="0" smtClean="0"/>
              <a:t>paying. Bubbles </a:t>
            </a:r>
            <a:r>
              <a:rPr lang="en-US" sz="1600" dirty="0"/>
              <a:t>filed a suit against </a:t>
            </a:r>
            <a:r>
              <a:rPr lang="en-US" sz="1600" dirty="0" smtClean="0"/>
              <a:t>Glory </a:t>
            </a:r>
            <a:r>
              <a:rPr lang="en-US" sz="1600" dirty="0"/>
              <a:t>which was held by the Court because </a:t>
            </a:r>
            <a:r>
              <a:rPr lang="en-US" sz="1600" dirty="0" smtClean="0"/>
              <a:t>Glory </a:t>
            </a:r>
            <a:r>
              <a:rPr lang="en-US" sz="1600" dirty="0"/>
              <a:t>had acknowledged her liability by conduct.</a:t>
            </a:r>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356487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a:t>
            </a:r>
            <a:endParaRPr lang="en-IN" dirty="0"/>
          </a:p>
        </p:txBody>
      </p:sp>
      <p:sp>
        <p:nvSpPr>
          <p:cNvPr id="3" name="Content Placeholder 2"/>
          <p:cNvSpPr>
            <a:spLocks noGrp="1"/>
          </p:cNvSpPr>
          <p:nvPr>
            <p:ph idx="1"/>
          </p:nvPr>
        </p:nvSpPr>
        <p:spPr/>
        <p:txBody>
          <a:bodyPr>
            <a:normAutofit lnSpcReduction="10000"/>
          </a:bodyPr>
          <a:lstStyle/>
          <a:p>
            <a:pPr algn="just"/>
            <a:r>
              <a:rPr lang="en-US" dirty="0" smtClean="0">
                <a:effectLst>
                  <a:outerShdw blurRad="38100" dist="38100" dir="2700000" algn="tl">
                    <a:srgbClr val="000000">
                      <a:alpha val="43137"/>
                    </a:srgbClr>
                  </a:outerShdw>
                </a:effectLst>
              </a:rPr>
              <a:t>Contract </a:t>
            </a:r>
            <a:r>
              <a:rPr lang="en-US" dirty="0" err="1" smtClean="0">
                <a:effectLst>
                  <a:outerShdw blurRad="38100" dist="38100" dir="2700000" algn="tl">
                    <a:srgbClr val="000000">
                      <a:alpha val="43137"/>
                    </a:srgbClr>
                  </a:outerShdw>
                </a:effectLst>
              </a:rPr>
              <a:t>Labour</a:t>
            </a:r>
            <a:r>
              <a:rPr lang="en-US" dirty="0" smtClean="0">
                <a:effectLst>
                  <a:outerShdw blurRad="38100" dist="38100" dir="2700000" algn="tl">
                    <a:srgbClr val="000000">
                      <a:alpha val="43137"/>
                    </a:srgbClr>
                  </a:outerShdw>
                </a:effectLst>
              </a:rPr>
              <a:t> (Regulation and Abolition) Act, 1970 – </a:t>
            </a:r>
            <a:r>
              <a:rPr lang="en-US" dirty="0" smtClean="0"/>
              <a:t>If wages not paid by contractor, the contract </a:t>
            </a:r>
            <a:r>
              <a:rPr lang="en-US" dirty="0" err="1" smtClean="0"/>
              <a:t>labour</a:t>
            </a:r>
            <a:r>
              <a:rPr lang="en-US" dirty="0" smtClean="0"/>
              <a:t> may sue the principal employer.</a:t>
            </a:r>
          </a:p>
          <a:p>
            <a:pPr algn="just"/>
            <a:r>
              <a:rPr lang="en-US" dirty="0" smtClean="0">
                <a:effectLst>
                  <a:outerShdw blurRad="38100" dist="38100" dir="2700000" algn="tl">
                    <a:srgbClr val="000000">
                      <a:alpha val="43137"/>
                    </a:srgbClr>
                  </a:outerShdw>
                </a:effectLst>
              </a:rPr>
              <a:t>Contract through an agent </a:t>
            </a:r>
            <a:r>
              <a:rPr lang="en-US" dirty="0" smtClean="0"/>
              <a:t>- If a person enters into a contract through an agent, where the agent acts within the scope of his authority and in the name of the person (principal), a third party can sue.</a:t>
            </a:r>
          </a:p>
          <a:p>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9994216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err="1" smtClean="0"/>
              <a:t>Caselet</a:t>
            </a:r>
            <a:endParaRPr lang="en-IN" dirty="0"/>
          </a:p>
        </p:txBody>
      </p:sp>
      <p:sp>
        <p:nvSpPr>
          <p:cNvPr id="3" name="Content Placeholder 2"/>
          <p:cNvSpPr>
            <a:spLocks noGrp="1"/>
          </p:cNvSpPr>
          <p:nvPr>
            <p:ph idx="1"/>
          </p:nvPr>
        </p:nvSpPr>
        <p:spPr/>
        <p:style>
          <a:lnRef idx="1">
            <a:schemeClr val="accent4"/>
          </a:lnRef>
          <a:fillRef idx="3">
            <a:schemeClr val="accent4"/>
          </a:fillRef>
          <a:effectRef idx="2">
            <a:schemeClr val="accent4"/>
          </a:effectRef>
          <a:fontRef idx="minor">
            <a:schemeClr val="lt1"/>
          </a:fontRef>
        </p:style>
        <p:txBody>
          <a:bodyPr/>
          <a:lstStyle/>
          <a:p>
            <a:pPr algn="just"/>
            <a:r>
              <a:rPr lang="en-US" dirty="0" smtClean="0"/>
              <a:t>Parents of Apple Martin have created a Trust in her name such that from her 30</a:t>
            </a:r>
            <a:r>
              <a:rPr lang="en-US" baseline="30000" dirty="0" smtClean="0"/>
              <a:t>th</a:t>
            </a:r>
            <a:r>
              <a:rPr lang="en-US" dirty="0" smtClean="0"/>
              <a:t> birthday, the Trust will bequeath an annual payment of $50,000 and 10 rubies to Apple annually till the end of her life. A trustee brokers an agreement with </a:t>
            </a:r>
            <a:r>
              <a:rPr lang="en-US" dirty="0" err="1" smtClean="0"/>
              <a:t>Blinton</a:t>
            </a:r>
            <a:r>
              <a:rPr lang="en-US" dirty="0" smtClean="0"/>
              <a:t> </a:t>
            </a:r>
            <a:r>
              <a:rPr lang="en-US" dirty="0" smtClean="0"/>
              <a:t>King for the sale of all the rubies held by the Trust. Advise Apple Martin.</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6141998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Consideration</a:t>
            </a:r>
            <a:endParaRPr lang="en-IN" dirty="0"/>
          </a:p>
        </p:txBody>
      </p:sp>
      <p:graphicFrame>
        <p:nvGraphicFramePr>
          <p:cNvPr id="7" name="Content Placeholder 6"/>
          <p:cNvGraphicFramePr>
            <a:graphicFrameLocks noGrp="1"/>
          </p:cNvGraphicFramePr>
          <p:nvPr>
            <p:ph idx="1"/>
            <p:extLst/>
          </p:nvPr>
        </p:nvGraphicFramePr>
        <p:xfrm>
          <a:off x="457200" y="1600201"/>
          <a:ext cx="82296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1D97CCE-FAC4-4339-8B74-10E2819C3439}"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2490403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Consideration </a:t>
            </a:r>
            <a:r>
              <a:rPr lang="en-IN" dirty="0"/>
              <a:t/>
            </a:r>
            <a:br>
              <a:rPr lang="en-IN" dirty="0"/>
            </a:br>
            <a:endParaRPr lang="en-IN" dirty="0"/>
          </a:p>
        </p:txBody>
      </p:sp>
      <p:graphicFrame>
        <p:nvGraphicFramePr>
          <p:cNvPr id="7" name="Content Placeholder 6"/>
          <p:cNvGraphicFramePr>
            <a:graphicFrameLocks noGrp="1"/>
          </p:cNvGraphicFramePr>
          <p:nvPr>
            <p:ph idx="1"/>
            <p:extLst/>
          </p:nvPr>
        </p:nvGraphicFramePr>
        <p:xfrm>
          <a:off x="457200" y="1600200"/>
          <a:ext cx="8458200" cy="472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54492ABA-6AF0-4AA1-B464-FCC9F7A78E48}"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9159171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Legal Rules as to Consideration </a:t>
            </a:r>
            <a:r>
              <a:rPr lang="en-IN" dirty="0"/>
              <a:t/>
            </a:r>
            <a:br>
              <a:rPr lang="en-IN" dirty="0"/>
            </a:br>
            <a:endParaRPr lang="en-IN" dirty="0"/>
          </a:p>
        </p:txBody>
      </p:sp>
      <p:graphicFrame>
        <p:nvGraphicFramePr>
          <p:cNvPr id="7" name="Content Placeholder 6"/>
          <p:cNvGraphicFramePr>
            <a:graphicFrameLocks noGrp="1"/>
          </p:cNvGraphicFramePr>
          <p:nvPr>
            <p:ph idx="1"/>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4940832E-9E28-4C0E-A260-DAC32DA288DB}"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6465769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 Consideration, No Contract</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smtClean="0"/>
              <a:t>An agreement made without consideration is void. </a:t>
            </a:r>
          </a:p>
          <a:p>
            <a:pPr marL="0" indent="0" algn="just">
              <a:buNone/>
            </a:pPr>
            <a:r>
              <a:rPr lang="en-US" sz="3600" dirty="0" smtClean="0">
                <a:solidFill>
                  <a:srgbClr val="FF0000"/>
                </a:solidFill>
              </a:rPr>
              <a:t>Exceptions</a:t>
            </a:r>
          </a:p>
          <a:p>
            <a:pPr algn="just">
              <a:buFont typeface="Wingdings" panose="05000000000000000000" pitchFamily="2" charset="2"/>
              <a:buChar char="Ø"/>
            </a:pPr>
            <a:r>
              <a:rPr lang="en-US" dirty="0" smtClean="0"/>
              <a:t>Agreement made on account of natural love and affection. It can be enforced if the following conditions are satisfied –</a:t>
            </a:r>
          </a:p>
          <a:p>
            <a:pPr lvl="1" algn="just"/>
            <a:r>
              <a:rPr lang="en-US" dirty="0" smtClean="0"/>
              <a:t>It is expressed in writing</a:t>
            </a:r>
          </a:p>
          <a:p>
            <a:pPr lvl="1" algn="just"/>
            <a:r>
              <a:rPr lang="en-US" dirty="0" smtClean="0"/>
              <a:t>It is registered under the law for the time being in force for the registration of documents</a:t>
            </a:r>
          </a:p>
          <a:p>
            <a:pPr lvl="1" algn="just"/>
            <a:r>
              <a:rPr lang="en-US" dirty="0" smtClean="0"/>
              <a:t>It is made on account of natural love and affection</a:t>
            </a:r>
          </a:p>
          <a:p>
            <a:pPr lvl="1" algn="just"/>
            <a:r>
              <a:rPr lang="en-US" dirty="0" smtClean="0"/>
              <a:t>It is made between parties standing in a near relation to each other. </a:t>
            </a:r>
          </a:p>
          <a:p>
            <a:pPr algn="just">
              <a:buFont typeface="Wingdings" panose="05000000000000000000" pitchFamily="2" charset="2"/>
              <a:buChar char="Ø"/>
            </a:pPr>
            <a:r>
              <a:rPr lang="en-US" dirty="0" smtClean="0"/>
              <a:t>Agreement to compensate for past voluntary service </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41881626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 Consideration, No Contract</a:t>
            </a:r>
            <a:endParaRPr lang="en-IN" dirty="0"/>
          </a:p>
        </p:txBody>
      </p:sp>
      <p:sp>
        <p:nvSpPr>
          <p:cNvPr id="3" name="Content Placeholder 2"/>
          <p:cNvSpPr>
            <a:spLocks noGrp="1"/>
          </p:cNvSpPr>
          <p:nvPr>
            <p:ph idx="1"/>
          </p:nvPr>
        </p:nvSpPr>
        <p:spPr/>
        <p:txBody>
          <a:bodyPr>
            <a:normAutofit fontScale="85000" lnSpcReduction="10000"/>
          </a:bodyPr>
          <a:lstStyle/>
          <a:p>
            <a:pPr algn="just">
              <a:buFont typeface="Wingdings" panose="05000000000000000000" pitchFamily="2" charset="2"/>
              <a:buChar char="Ø"/>
            </a:pPr>
            <a:r>
              <a:rPr lang="en-US" dirty="0" smtClean="0"/>
              <a:t>Agreement to pay a time barred debt</a:t>
            </a:r>
            <a:r>
              <a:rPr lang="en-IN" dirty="0" smtClean="0"/>
              <a:t> (requisites for exception)</a:t>
            </a:r>
          </a:p>
          <a:p>
            <a:pPr lvl="1" algn="just"/>
            <a:r>
              <a:rPr lang="en-US" dirty="0" smtClean="0"/>
              <a:t>Debt is unenforceable only for the reason of becoming time barred and for no other reason.</a:t>
            </a:r>
          </a:p>
          <a:p>
            <a:pPr lvl="1" algn="just"/>
            <a:r>
              <a:rPr lang="en-US" dirty="0" smtClean="0"/>
              <a:t>Promisor is liable for the debt, and a fresh promissory note needs to be made</a:t>
            </a:r>
          </a:p>
          <a:p>
            <a:pPr lvl="1" algn="just"/>
            <a:r>
              <a:rPr lang="en-US" dirty="0" smtClean="0"/>
              <a:t>There must be an express promise to pay. </a:t>
            </a:r>
          </a:p>
          <a:p>
            <a:pPr lvl="1" algn="just"/>
            <a:r>
              <a:rPr lang="en-US" dirty="0" smtClean="0"/>
              <a:t>Promise is in writing and signed by the debtor or his agent.</a:t>
            </a:r>
          </a:p>
          <a:p>
            <a:pPr lvl="1" algn="just"/>
            <a:r>
              <a:rPr lang="en-US" dirty="0" smtClean="0"/>
              <a:t>Promise to pay the time barred debt must be unconditional.</a:t>
            </a:r>
          </a:p>
          <a:p>
            <a:pPr algn="just">
              <a:buFont typeface="Wingdings" panose="05000000000000000000" pitchFamily="2" charset="2"/>
              <a:buChar char="Ø"/>
            </a:pPr>
            <a:r>
              <a:rPr lang="en-US" dirty="0" smtClean="0"/>
              <a:t>Completed gift – gift given and accepted.</a:t>
            </a:r>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35359551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 Consideration, No Contract</a:t>
            </a:r>
            <a:endParaRPr lang="en-IN" dirty="0"/>
          </a:p>
        </p:txBody>
      </p:sp>
      <p:sp>
        <p:nvSpPr>
          <p:cNvPr id="3" name="Content Placeholder 2"/>
          <p:cNvSpPr>
            <a:spLocks noGrp="1"/>
          </p:cNvSpPr>
          <p:nvPr>
            <p:ph idx="1"/>
          </p:nvPr>
        </p:nvSpPr>
        <p:spPr/>
        <p:txBody>
          <a:bodyPr>
            <a:normAutofit lnSpcReduction="10000"/>
          </a:bodyPr>
          <a:lstStyle/>
          <a:p>
            <a:pPr algn="just">
              <a:buFont typeface="Wingdings" panose="05000000000000000000" pitchFamily="2" charset="2"/>
              <a:buChar char="Ø"/>
            </a:pPr>
            <a:r>
              <a:rPr lang="en-US" dirty="0" smtClean="0"/>
              <a:t>No consideration is necessary to create an agency.</a:t>
            </a:r>
          </a:p>
          <a:p>
            <a:pPr algn="just">
              <a:buFont typeface="Wingdings" panose="05000000000000000000" pitchFamily="2" charset="2"/>
              <a:buChar char="Ø"/>
            </a:pPr>
            <a:r>
              <a:rPr lang="en-US" dirty="0" smtClean="0"/>
              <a:t>Agreement for extending time for performance of a contract need not be supported by consideration.</a:t>
            </a:r>
          </a:p>
          <a:p>
            <a:pPr algn="just">
              <a:buFont typeface="Wingdings" panose="05000000000000000000" pitchFamily="2" charset="2"/>
              <a:buChar char="Ø"/>
            </a:pPr>
            <a:r>
              <a:rPr lang="en-US" dirty="0" smtClean="0"/>
              <a:t>Contribution to charity (enforceable for </a:t>
            </a:r>
            <a:r>
              <a:rPr lang="en-US" i="1" dirty="0" smtClean="0"/>
              <a:t>faith of the promise</a:t>
            </a:r>
            <a:r>
              <a:rPr lang="en-US" dirty="0" smtClean="0"/>
              <a:t>)</a:t>
            </a:r>
          </a:p>
          <a:p>
            <a:pPr algn="just">
              <a:buFont typeface="Wingdings" panose="05000000000000000000" pitchFamily="2" charset="2"/>
              <a:buChar char="Ø"/>
            </a:pPr>
            <a:r>
              <a:rPr lang="en-US" dirty="0" smtClean="0"/>
              <a:t>Contract of bailment, may be valid without consideration.</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9537778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Capacity to Contract</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09284164"/>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34590853-0455-4D7A-B620-CE97EB3AC01C}"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6609285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Minors </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701786236"/>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04FB7D2-CC04-4F10-820F-84BADEC9A9AF}"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1119649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855"/>
            <a:ext cx="8229600" cy="1143000"/>
          </a:xfrm>
        </p:spPr>
        <p:txBody>
          <a:bodyPr/>
          <a:lstStyle/>
          <a:p>
            <a:r>
              <a:rPr lang="en-IN" dirty="0" smtClean="0"/>
              <a:t>Minor’s Agreements</a:t>
            </a: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327508862"/>
              </p:ext>
            </p:extLst>
          </p:nvPr>
        </p:nvGraphicFramePr>
        <p:xfrm>
          <a:off x="304800" y="1524000"/>
          <a:ext cx="8763000" cy="243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BD8A5536-82FF-461A-AA40-D9FAD69D3B84}"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5829227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855"/>
            <a:ext cx="8229600" cy="1143000"/>
          </a:xfrm>
        </p:spPr>
        <p:txBody>
          <a:bodyPr/>
          <a:lstStyle/>
          <a:p>
            <a:r>
              <a:rPr lang="en-IN" dirty="0" smtClean="0"/>
              <a:t>Minor’s Agreements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00584320"/>
              </p:ext>
            </p:extLst>
          </p:nvPr>
        </p:nvGraphicFramePr>
        <p:xfrm>
          <a:off x="228600" y="1752600"/>
          <a:ext cx="8763000" cy="243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BD8A5536-82FF-461A-AA40-D9FAD69D3B84}"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4402910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855"/>
            <a:ext cx="8229600" cy="1143000"/>
          </a:xfrm>
        </p:spPr>
        <p:txBody>
          <a:bodyPr/>
          <a:lstStyle/>
          <a:p>
            <a:r>
              <a:rPr lang="en-IN" dirty="0" smtClean="0"/>
              <a:t>Minor’s Agreements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888608008"/>
              </p:ext>
            </p:extLst>
          </p:nvPr>
        </p:nvGraphicFramePr>
        <p:xfrm>
          <a:off x="228600" y="1295400"/>
          <a:ext cx="876300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24E2DA7F-7C73-4385-B45E-A7DBC97C5D14}"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34941495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Persons of Unsound Mind </a:t>
            </a:r>
            <a:r>
              <a:rPr lang="en-IN" dirty="0"/>
              <a:t/>
            </a:r>
            <a:br>
              <a:rPr lang="en-IN" dirty="0"/>
            </a:br>
            <a:endParaRPr lang="en-IN" dirty="0"/>
          </a:p>
        </p:txBody>
      </p:sp>
      <p:sp>
        <p:nvSpPr>
          <p:cNvPr id="3" name="Content Placeholder 2"/>
          <p:cNvSpPr>
            <a:spLocks noGrp="1"/>
          </p:cNvSpPr>
          <p:nvPr>
            <p:ph idx="1"/>
          </p:nvPr>
        </p:nvSpPr>
        <p:spPr>
          <a:xfrm>
            <a:off x="152400" y="1219200"/>
            <a:ext cx="8686800" cy="3962400"/>
          </a:xfrm>
        </p:spPr>
        <p:txBody>
          <a:bodyPr>
            <a:noAutofit/>
          </a:bodyPr>
          <a:lstStyle/>
          <a:p>
            <a:pPr algn="just"/>
            <a:r>
              <a:rPr lang="en-US" sz="2400" dirty="0"/>
              <a:t>Section 12: </a:t>
            </a:r>
            <a:r>
              <a:rPr lang="en-US" sz="2400" dirty="0" smtClean="0"/>
              <a:t>A </a:t>
            </a:r>
            <a:r>
              <a:rPr lang="en-US" sz="2400" dirty="0"/>
              <a:t>person is said to be of sound mind for the purpose of making a contract if, at the time when he makes it, he is capable of understanding and of forming a rational judgment as to the effects upon his interests</a:t>
            </a:r>
            <a:r>
              <a:rPr lang="en-US" sz="2400" dirty="0" smtClean="0"/>
              <a:t>.</a:t>
            </a:r>
          </a:p>
          <a:p>
            <a:pPr algn="just"/>
            <a:endParaRPr lang="en-IN" sz="2400" dirty="0"/>
          </a:p>
          <a:p>
            <a:pPr algn="just"/>
            <a:r>
              <a:rPr lang="en-US" sz="2400" dirty="0"/>
              <a:t>A person who is usually of unsound mind, but occasionally of a sound mind, may make a contract when he is of a sound mind</a:t>
            </a:r>
            <a:r>
              <a:rPr lang="en-US" sz="2400" dirty="0" smtClean="0"/>
              <a:t>.</a:t>
            </a:r>
          </a:p>
          <a:p>
            <a:pPr algn="just"/>
            <a:endParaRPr lang="en-IN" sz="2400" dirty="0"/>
          </a:p>
          <a:p>
            <a:pPr algn="just"/>
            <a:r>
              <a:rPr lang="en-US" sz="2400" dirty="0"/>
              <a:t>A person who is usually of a sound mind, but occasionally of an unsound mind, may not make a contract when he is of an unsound mind. E.g. A patient in a lunatic asylum, who is at intervals of sound mind, can enter into contracts when he is of sound mind.</a:t>
            </a:r>
            <a:endParaRPr lang="en-IN" sz="2400" dirty="0"/>
          </a:p>
          <a:p>
            <a:pPr algn="just"/>
            <a:endParaRPr lang="en-IN" sz="2400" dirty="0"/>
          </a:p>
        </p:txBody>
      </p:sp>
      <p:sp>
        <p:nvSpPr>
          <p:cNvPr id="4" name="Date Placeholder 3"/>
          <p:cNvSpPr>
            <a:spLocks noGrp="1"/>
          </p:cNvSpPr>
          <p:nvPr>
            <p:ph type="dt" sz="half" idx="10"/>
          </p:nvPr>
        </p:nvSpPr>
        <p:spPr/>
        <p:txBody>
          <a:bodyPr/>
          <a:lstStyle/>
          <a:p>
            <a:fld id="{16826BAF-929D-47AD-90A6-73F3996C14F0}"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969756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Contracts of persons of unsound mind</a:t>
            </a:r>
            <a:r>
              <a:rPr lang="en-IN" dirty="0"/>
              <a:t/>
            </a:r>
            <a:br>
              <a:rPr lang="en-IN" dirty="0"/>
            </a:b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530455817"/>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5B69AE4B-9526-4671-89F3-1E8FDA9903A1}"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7582808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Other Persons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44354153"/>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8DD5060D-07AB-45C9-8F2B-D6E4F5F69351}"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6989678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smtClean="0"/>
              <a:t>Free Consent</a:t>
            </a: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526010152"/>
              </p:ext>
            </p:extLst>
          </p:nvPr>
        </p:nvGraphicFramePr>
        <p:xfrm>
          <a:off x="457200" y="1295400"/>
          <a:ext cx="8305800" cy="3428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3BCD691B-8117-44AD-A07B-DC0C247A7C66}"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35092066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Coercion</a:t>
            </a:r>
            <a:endParaRPr lang="en-IN" dirty="0"/>
          </a:p>
        </p:txBody>
      </p:sp>
      <p:sp>
        <p:nvSpPr>
          <p:cNvPr id="3" name="Content Placeholder 2"/>
          <p:cNvSpPr>
            <a:spLocks noGrp="1"/>
          </p:cNvSpPr>
          <p:nvPr>
            <p:ph idx="1"/>
          </p:nvPr>
        </p:nvSpPr>
        <p:spPr>
          <a:xfrm>
            <a:off x="457200" y="1295400"/>
            <a:ext cx="8305800" cy="4830763"/>
          </a:xfrm>
        </p:spPr>
        <p:txBody>
          <a:bodyPr>
            <a:normAutofit fontScale="62500" lnSpcReduction="20000"/>
          </a:bodyPr>
          <a:lstStyle/>
          <a:p>
            <a:pPr marL="0" indent="0" algn="just">
              <a:buNone/>
            </a:pPr>
            <a:r>
              <a:rPr lang="en-US" dirty="0"/>
              <a:t>Coercion includes fear, physical compulsion and menace to goods. Section 15 says that coercion is the committing of , or threatening to commit , any act forbidden by the Indian Penal Code, 1860 or the unlawful detaining , or threatening to detain any property , to the prejudice of any person whatever with the intention of causing any person to enter into an agreement. </a:t>
            </a:r>
            <a:endParaRPr lang="en-US" dirty="0" smtClean="0"/>
          </a:p>
          <a:p>
            <a:endParaRPr lang="en-US" b="1" dirty="0" smtClean="0"/>
          </a:p>
          <a:p>
            <a:pPr marL="0" indent="0">
              <a:buNone/>
            </a:pPr>
            <a:r>
              <a:rPr lang="en-US" b="1" dirty="0" smtClean="0"/>
              <a:t>Consent </a:t>
            </a:r>
            <a:r>
              <a:rPr lang="en-US" b="1" dirty="0"/>
              <a:t>is said to be obtained through coercion, when </a:t>
            </a:r>
            <a:endParaRPr lang="en-IN" dirty="0"/>
          </a:p>
          <a:p>
            <a:pPr marL="0" indent="0">
              <a:buNone/>
            </a:pPr>
            <a:r>
              <a:rPr lang="en-US" dirty="0"/>
              <a:t> </a:t>
            </a:r>
            <a:endParaRPr lang="en-IN" dirty="0"/>
          </a:p>
          <a:p>
            <a:pPr marL="0" indent="0">
              <a:buNone/>
            </a:pPr>
            <a:r>
              <a:rPr lang="en-US" dirty="0"/>
              <a:t>(a) Committing or threatening to commit any act forbidden by the Indian Penal Code, 1860.</a:t>
            </a:r>
            <a:endParaRPr lang="en-IN" dirty="0"/>
          </a:p>
          <a:p>
            <a:pPr marL="0" indent="0">
              <a:buNone/>
            </a:pPr>
            <a:r>
              <a:rPr lang="en-US" dirty="0"/>
              <a:t> </a:t>
            </a:r>
            <a:endParaRPr lang="en-IN" dirty="0"/>
          </a:p>
          <a:p>
            <a:r>
              <a:rPr lang="en-US" dirty="0"/>
              <a:t>e.g. </a:t>
            </a:r>
            <a:r>
              <a:rPr lang="en-US" dirty="0" err="1"/>
              <a:t>Ranganayakamma</a:t>
            </a:r>
            <a:r>
              <a:rPr lang="en-US" dirty="0"/>
              <a:t> </a:t>
            </a:r>
            <a:r>
              <a:rPr lang="en-US" dirty="0" err="1"/>
              <a:t>Vs</a:t>
            </a:r>
            <a:r>
              <a:rPr lang="en-US" dirty="0"/>
              <a:t> </a:t>
            </a:r>
            <a:r>
              <a:rPr lang="en-US" dirty="0" err="1"/>
              <a:t>Alwar</a:t>
            </a:r>
            <a:r>
              <a:rPr lang="en-US" dirty="0"/>
              <a:t> </a:t>
            </a:r>
            <a:r>
              <a:rPr lang="en-US" dirty="0" err="1"/>
              <a:t>Setty</a:t>
            </a:r>
            <a:r>
              <a:rPr lang="en-US" dirty="0"/>
              <a:t>(1889) </a:t>
            </a:r>
            <a:endParaRPr lang="en-US" dirty="0" smtClean="0"/>
          </a:p>
          <a:p>
            <a:pPr marL="0" indent="0">
              <a:buNone/>
            </a:pPr>
            <a:r>
              <a:rPr lang="en-US" dirty="0"/>
              <a:t> </a:t>
            </a:r>
            <a:endParaRPr lang="en-IN" dirty="0"/>
          </a:p>
          <a:p>
            <a:pPr marL="0" indent="0">
              <a:buNone/>
            </a:pPr>
            <a:r>
              <a:rPr lang="en-US" dirty="0"/>
              <a:t>(b) Unlawful Detaining or threatening to detain any property</a:t>
            </a:r>
            <a:endParaRPr lang="en-IN" dirty="0"/>
          </a:p>
          <a:p>
            <a:pPr marL="0" indent="0">
              <a:buNone/>
            </a:pPr>
            <a:r>
              <a:rPr lang="en-US" dirty="0"/>
              <a:t> </a:t>
            </a:r>
            <a:endParaRPr lang="en-IN" dirty="0"/>
          </a:p>
          <a:p>
            <a:r>
              <a:rPr lang="en-US" dirty="0"/>
              <a:t>e.g. </a:t>
            </a:r>
            <a:r>
              <a:rPr lang="en-US" dirty="0" err="1"/>
              <a:t>Bansraj</a:t>
            </a:r>
            <a:r>
              <a:rPr lang="en-US" dirty="0"/>
              <a:t> Vs. The Secretary of State (1939).  </a:t>
            </a:r>
            <a:endParaRPr lang="en-IN" dirty="0"/>
          </a:p>
          <a:p>
            <a:pPr algn="just"/>
            <a:endParaRPr lang="en-IN" dirty="0"/>
          </a:p>
          <a:p>
            <a:pPr algn="just"/>
            <a:endParaRPr lang="en-IN" dirty="0"/>
          </a:p>
        </p:txBody>
      </p:sp>
      <p:sp>
        <p:nvSpPr>
          <p:cNvPr id="4" name="Date Placeholder 3"/>
          <p:cNvSpPr>
            <a:spLocks noGrp="1"/>
          </p:cNvSpPr>
          <p:nvPr>
            <p:ph type="dt" sz="half" idx="10"/>
          </p:nvPr>
        </p:nvSpPr>
        <p:spPr/>
        <p:txBody>
          <a:bodyPr/>
          <a:lstStyle/>
          <a:p>
            <a:fld id="{32A548E1-AF3E-4DD5-A46F-34598F40524B}" type="datetime2">
              <a:rPr lang="en-US" smtClean="0"/>
              <a:t>Monday, November 24, 2025</a:t>
            </a:fld>
            <a:endParaRPr lang="en-US" dirty="0"/>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9832054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Undue Influence</a:t>
            </a:r>
            <a:endParaRPr lang="en-IN" dirty="0"/>
          </a:p>
        </p:txBody>
      </p:sp>
      <p:sp>
        <p:nvSpPr>
          <p:cNvPr id="3" name="Content Placeholder 2"/>
          <p:cNvSpPr>
            <a:spLocks noGrp="1"/>
          </p:cNvSpPr>
          <p:nvPr>
            <p:ph idx="1"/>
          </p:nvPr>
        </p:nvSpPr>
        <p:spPr/>
        <p:txBody>
          <a:bodyPr>
            <a:normAutofit fontScale="62500" lnSpcReduction="20000"/>
          </a:bodyPr>
          <a:lstStyle/>
          <a:p>
            <a:pPr marL="0" indent="0" algn="just">
              <a:buNone/>
            </a:pPr>
            <a:r>
              <a:rPr lang="en-US" dirty="0"/>
              <a:t>Section 16(1): A contract is said to be induced by undue influence where the relations subsisting between the parties are such that one of the parties is in a position to dominate the will of the other and uses the position to obtain an unfair advantage over the other. </a:t>
            </a:r>
            <a:endParaRPr lang="en-IN" dirty="0"/>
          </a:p>
          <a:p>
            <a:pPr marL="0" indent="0" algn="just">
              <a:buNone/>
            </a:pPr>
            <a:r>
              <a:rPr lang="en-US" dirty="0"/>
              <a:t> </a:t>
            </a:r>
            <a:endParaRPr lang="en-IN" dirty="0"/>
          </a:p>
          <a:p>
            <a:pPr marL="0" indent="0" algn="just">
              <a:buNone/>
            </a:pPr>
            <a:r>
              <a:rPr lang="en-US" b="1" dirty="0"/>
              <a:t>A person is deemed to be in a position to dominate the will of another</a:t>
            </a:r>
            <a:endParaRPr lang="en-IN" dirty="0"/>
          </a:p>
          <a:p>
            <a:pPr marL="0" indent="0" algn="just">
              <a:buNone/>
            </a:pPr>
            <a:r>
              <a:rPr lang="en-US" dirty="0"/>
              <a:t> </a:t>
            </a:r>
            <a:endParaRPr lang="en-IN" dirty="0"/>
          </a:p>
          <a:p>
            <a:pPr marL="0" indent="0" algn="just">
              <a:buNone/>
            </a:pPr>
            <a:r>
              <a:rPr lang="en-US" dirty="0"/>
              <a:t>(a)Where he holds a real or apparent authority over the other. E. Master – servant relationship. </a:t>
            </a:r>
            <a:endParaRPr lang="en-IN" dirty="0"/>
          </a:p>
          <a:p>
            <a:pPr marL="0" indent="0" algn="just">
              <a:buNone/>
            </a:pPr>
            <a:r>
              <a:rPr lang="en-US" dirty="0"/>
              <a:t>(b) where he stands in a fiduciary(trust and confidence) relation to the other. E.g. Father-Son relationship</a:t>
            </a:r>
            <a:endParaRPr lang="en-IN" dirty="0"/>
          </a:p>
          <a:p>
            <a:pPr marL="0" indent="0" algn="just">
              <a:buNone/>
            </a:pPr>
            <a:r>
              <a:rPr lang="en-US" dirty="0"/>
              <a:t>(c) where he makes a contract with a </a:t>
            </a:r>
            <a:r>
              <a:rPr lang="en-US" dirty="0" smtClean="0"/>
              <a:t>person </a:t>
            </a:r>
            <a:r>
              <a:rPr lang="en-US" dirty="0"/>
              <a:t>whose mental competence is temporarily or permanently affected. </a:t>
            </a:r>
            <a:r>
              <a:rPr lang="en-US" dirty="0" err="1"/>
              <a:t>Eg</a:t>
            </a:r>
            <a:r>
              <a:rPr lang="en-US" dirty="0"/>
              <a:t>. Medical attendant – Patient [Section 16(2)].</a:t>
            </a:r>
            <a:endParaRPr lang="en-IN" dirty="0"/>
          </a:p>
          <a:p>
            <a:pPr marL="0" indent="0" algn="just">
              <a:buNone/>
            </a:pPr>
            <a:r>
              <a:rPr lang="en-US" dirty="0"/>
              <a:t> </a:t>
            </a:r>
            <a:endParaRPr lang="en-IN" dirty="0"/>
          </a:p>
          <a:p>
            <a:pPr marL="0" indent="0" algn="just">
              <a:buNone/>
            </a:pPr>
            <a:r>
              <a:rPr lang="en-US" dirty="0"/>
              <a:t>e.g. </a:t>
            </a:r>
            <a:r>
              <a:rPr lang="en-US" dirty="0" err="1"/>
              <a:t>Mannu</a:t>
            </a:r>
            <a:r>
              <a:rPr lang="en-US" dirty="0"/>
              <a:t> Singh </a:t>
            </a:r>
            <a:r>
              <a:rPr lang="en-US" dirty="0" err="1"/>
              <a:t>Vs</a:t>
            </a:r>
            <a:r>
              <a:rPr lang="en-US" dirty="0"/>
              <a:t> </a:t>
            </a:r>
            <a:r>
              <a:rPr lang="en-US" dirty="0" err="1" smtClean="0"/>
              <a:t>Umadat</a:t>
            </a:r>
            <a:r>
              <a:rPr lang="en-US" dirty="0" smtClean="0"/>
              <a:t> </a:t>
            </a:r>
            <a:r>
              <a:rPr lang="en-US" dirty="0" err="1"/>
              <a:t>Pandey</a:t>
            </a:r>
            <a:r>
              <a:rPr lang="en-US" dirty="0"/>
              <a:t> (1890). </a:t>
            </a:r>
            <a:endParaRPr lang="en-IN" dirty="0"/>
          </a:p>
        </p:txBody>
      </p:sp>
      <p:sp>
        <p:nvSpPr>
          <p:cNvPr id="4" name="Date Placeholder 3"/>
          <p:cNvSpPr>
            <a:spLocks noGrp="1"/>
          </p:cNvSpPr>
          <p:nvPr>
            <p:ph type="dt" sz="half" idx="10"/>
          </p:nvPr>
        </p:nvSpPr>
        <p:spPr/>
        <p:txBody>
          <a:bodyPr/>
          <a:lstStyle/>
          <a:p>
            <a:fld id="{1CFE1868-4749-447B-AE97-51A73DA398BC}"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23405386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Misrepresentation</a:t>
            </a:r>
            <a:endParaRPr lang="en-IN" dirty="0"/>
          </a:p>
        </p:txBody>
      </p:sp>
      <p:sp>
        <p:nvSpPr>
          <p:cNvPr id="3" name="Content Placeholder 2"/>
          <p:cNvSpPr>
            <a:spLocks noGrp="1"/>
          </p:cNvSpPr>
          <p:nvPr>
            <p:ph idx="1"/>
          </p:nvPr>
        </p:nvSpPr>
        <p:spPr>
          <a:xfrm>
            <a:off x="76200" y="1371601"/>
            <a:ext cx="8991600" cy="3886200"/>
          </a:xfrm>
        </p:spPr>
        <p:txBody>
          <a:bodyPr>
            <a:noAutofit/>
          </a:bodyPr>
          <a:lstStyle/>
          <a:p>
            <a:pPr marL="0" indent="0" algn="just">
              <a:buNone/>
            </a:pPr>
            <a:r>
              <a:rPr lang="en-US" sz="1800" dirty="0"/>
              <a:t>A statement of fact which one party makes in the course of negotiations with a view to inducing the other party to enter into a contract is known as representation. It must relate to some fact which is material to the contract. It may be expressed or implied. </a:t>
            </a:r>
            <a:endParaRPr lang="en-IN" sz="1800" dirty="0"/>
          </a:p>
          <a:p>
            <a:pPr marL="0" indent="0" algn="just">
              <a:buNone/>
            </a:pPr>
            <a:r>
              <a:rPr lang="en-US" sz="1800" dirty="0"/>
              <a:t> </a:t>
            </a:r>
            <a:endParaRPr lang="en-IN" sz="1800" dirty="0"/>
          </a:p>
          <a:p>
            <a:pPr marL="0" indent="0" algn="just">
              <a:buNone/>
            </a:pPr>
            <a:r>
              <a:rPr lang="en-US" sz="1800" dirty="0"/>
              <a:t>e.g. This property has three kitchens and twenty-two windows. This is what a property dealer may use as a statement for a big joint family to persuade the other party to enter into a contract.</a:t>
            </a:r>
            <a:endParaRPr lang="en-IN" sz="1800" dirty="0"/>
          </a:p>
          <a:p>
            <a:pPr marL="0" indent="0" algn="just">
              <a:buNone/>
            </a:pPr>
            <a:r>
              <a:rPr lang="en-US" sz="1800" dirty="0"/>
              <a:t> </a:t>
            </a:r>
            <a:endParaRPr lang="en-IN" sz="1800" dirty="0"/>
          </a:p>
          <a:p>
            <a:pPr marL="0" indent="0" algn="just">
              <a:buNone/>
            </a:pPr>
            <a:r>
              <a:rPr lang="en-US" sz="1800" b="1" dirty="0"/>
              <a:t>According to </a:t>
            </a:r>
            <a:r>
              <a:rPr lang="en-US" sz="1800" dirty="0"/>
              <a:t>Section 18</a:t>
            </a:r>
            <a:r>
              <a:rPr lang="en-US" sz="1800" b="1" dirty="0"/>
              <a:t>, there is </a:t>
            </a:r>
            <a:r>
              <a:rPr lang="en-US" sz="1800" b="1" dirty="0" smtClean="0"/>
              <a:t>misrepresentation in the following cases,</a:t>
            </a:r>
            <a:endParaRPr lang="en-IN" sz="1800" dirty="0"/>
          </a:p>
          <a:p>
            <a:pPr marL="0" indent="0" algn="just">
              <a:buNone/>
            </a:pPr>
            <a:r>
              <a:rPr lang="en-US" sz="1800" dirty="0"/>
              <a:t> </a:t>
            </a:r>
            <a:endParaRPr lang="en-IN" sz="1800" dirty="0"/>
          </a:p>
          <a:p>
            <a:pPr marL="0" indent="0" algn="just">
              <a:buNone/>
            </a:pPr>
            <a:r>
              <a:rPr lang="en-US" sz="1800" dirty="0"/>
              <a:t>a. </a:t>
            </a:r>
            <a:r>
              <a:rPr lang="en-IN" sz="1800" dirty="0" smtClean="0"/>
              <a:t>Positive assertion of unwarranted statements of material facts believing them to be true.</a:t>
            </a:r>
            <a:endParaRPr lang="en-IN" sz="1800" dirty="0"/>
          </a:p>
          <a:p>
            <a:pPr marL="0" indent="0" algn="just">
              <a:buNone/>
            </a:pPr>
            <a:r>
              <a:rPr lang="en-US" sz="1800" dirty="0"/>
              <a:t>b. </a:t>
            </a:r>
            <a:r>
              <a:rPr lang="en-IN" sz="1800" dirty="0" smtClean="0"/>
              <a:t>Where a statement when made was true but rendered false by a change in circumstances, there is a duty to disclose the change. (misrepresentation if non-disclosure)</a:t>
            </a:r>
            <a:endParaRPr lang="en-IN" sz="1800" dirty="0"/>
          </a:p>
          <a:p>
            <a:pPr marL="0" indent="0" algn="just">
              <a:buNone/>
            </a:pPr>
            <a:r>
              <a:rPr lang="en-US" sz="1800" dirty="0"/>
              <a:t>c. </a:t>
            </a:r>
            <a:r>
              <a:rPr lang="en-US" sz="1800" dirty="0" smtClean="0"/>
              <a:t>Causing mistake about the subject matter innocently.</a:t>
            </a:r>
            <a:endParaRPr lang="en-IN" sz="1800" dirty="0"/>
          </a:p>
        </p:txBody>
      </p:sp>
      <p:sp>
        <p:nvSpPr>
          <p:cNvPr id="4" name="Date Placeholder 3"/>
          <p:cNvSpPr>
            <a:spLocks noGrp="1"/>
          </p:cNvSpPr>
          <p:nvPr>
            <p:ph type="dt" sz="half" idx="10"/>
          </p:nvPr>
        </p:nvSpPr>
        <p:spPr/>
        <p:txBody>
          <a:bodyPr/>
          <a:lstStyle/>
          <a:p>
            <a:fld id="{94F12DC4-9B29-4E45-A321-6ACD9C85212B}"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20829455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Fraud</a:t>
            </a:r>
            <a:endParaRPr lang="en-IN" dirty="0"/>
          </a:p>
        </p:txBody>
      </p:sp>
      <p:sp>
        <p:nvSpPr>
          <p:cNvPr id="3" name="Content Placeholder 2"/>
          <p:cNvSpPr>
            <a:spLocks noGrp="1"/>
          </p:cNvSpPr>
          <p:nvPr>
            <p:ph idx="1"/>
          </p:nvPr>
        </p:nvSpPr>
        <p:spPr>
          <a:xfrm>
            <a:off x="228600" y="1219200"/>
            <a:ext cx="8686800" cy="4800600"/>
          </a:xfrm>
        </p:spPr>
        <p:txBody>
          <a:bodyPr>
            <a:normAutofit fontScale="70000" lnSpcReduction="20000"/>
          </a:bodyPr>
          <a:lstStyle/>
          <a:p>
            <a:pPr marL="0" indent="0" algn="just">
              <a:buNone/>
            </a:pPr>
            <a:r>
              <a:rPr lang="en-US" dirty="0"/>
              <a:t>Section 17 says that Fraud means and </a:t>
            </a:r>
            <a:r>
              <a:rPr lang="en-US" b="1" dirty="0"/>
              <a:t>includes any of the following acts committed</a:t>
            </a:r>
            <a:r>
              <a:rPr lang="en-US" dirty="0"/>
              <a:t> by a party to a contract, or with his connivance, or by his agent with the intent to deceive or to induce a person to enter into a contract:</a:t>
            </a:r>
            <a:endParaRPr lang="en-IN" dirty="0"/>
          </a:p>
          <a:p>
            <a:pPr algn="just"/>
            <a:endParaRPr lang="en-IN" dirty="0"/>
          </a:p>
          <a:p>
            <a:pPr marL="0" indent="0" algn="just">
              <a:buNone/>
            </a:pPr>
            <a:r>
              <a:rPr lang="en-US" dirty="0"/>
              <a:t>1. The suggestion that a fact is true when it is not true and the person making the suggestion </a:t>
            </a:r>
            <a:r>
              <a:rPr lang="en-US" dirty="0" smtClean="0"/>
              <a:t>knows it to be untrue;</a:t>
            </a:r>
            <a:endParaRPr lang="en-IN" dirty="0"/>
          </a:p>
          <a:p>
            <a:pPr marL="0" indent="0" algn="just">
              <a:buNone/>
            </a:pPr>
            <a:r>
              <a:rPr lang="en-US" dirty="0"/>
              <a:t>2. The active concealment of a fact by a person having knowledge or belief of the </a:t>
            </a:r>
            <a:r>
              <a:rPr lang="en-US" dirty="0" smtClean="0"/>
              <a:t>fact (</a:t>
            </a:r>
            <a:r>
              <a:rPr lang="en-US" i="1" dirty="0" err="1" smtClean="0"/>
              <a:t>suppresio</a:t>
            </a:r>
            <a:r>
              <a:rPr lang="en-US" i="1" dirty="0" smtClean="0"/>
              <a:t> </a:t>
            </a:r>
            <a:r>
              <a:rPr lang="en-US" i="1" dirty="0" err="1" smtClean="0"/>
              <a:t>veri</a:t>
            </a:r>
            <a:r>
              <a:rPr lang="en-US" dirty="0" smtClean="0"/>
              <a:t>);</a:t>
            </a:r>
            <a:endParaRPr lang="en-IN" dirty="0"/>
          </a:p>
          <a:p>
            <a:pPr marL="0" indent="0" algn="just">
              <a:buNone/>
            </a:pPr>
            <a:r>
              <a:rPr lang="en-US" dirty="0"/>
              <a:t>3. A promise made without any intention of performing it;</a:t>
            </a:r>
            <a:endParaRPr lang="en-IN" dirty="0"/>
          </a:p>
          <a:p>
            <a:pPr marL="0" indent="0" algn="just">
              <a:buNone/>
            </a:pPr>
            <a:r>
              <a:rPr lang="en-US" dirty="0"/>
              <a:t>4. Any other act fitted to deceive;</a:t>
            </a:r>
            <a:endParaRPr lang="en-IN" dirty="0"/>
          </a:p>
          <a:p>
            <a:pPr marL="0" indent="0" algn="just">
              <a:buNone/>
            </a:pPr>
            <a:r>
              <a:rPr lang="en-US" dirty="0"/>
              <a:t>5. Any such act or omission as the law specially declared to be fraudulent.</a:t>
            </a:r>
            <a:endParaRPr lang="en-IN" dirty="0"/>
          </a:p>
          <a:p>
            <a:pPr algn="just"/>
            <a:endParaRPr lang="en-IN" dirty="0"/>
          </a:p>
          <a:p>
            <a:pPr marL="0" indent="0" algn="just">
              <a:buNone/>
            </a:pPr>
            <a:r>
              <a:rPr lang="en-US" dirty="0"/>
              <a:t>e.g. Peek Vs. Gurney(1873</a:t>
            </a:r>
            <a:r>
              <a:rPr lang="en-US" dirty="0" smtClean="0"/>
              <a:t>)</a:t>
            </a:r>
            <a:endParaRPr lang="en-IN" dirty="0"/>
          </a:p>
        </p:txBody>
      </p:sp>
      <p:sp>
        <p:nvSpPr>
          <p:cNvPr id="4" name="Date Placeholder 3"/>
          <p:cNvSpPr>
            <a:spLocks noGrp="1"/>
          </p:cNvSpPr>
          <p:nvPr>
            <p:ph type="dt" sz="half" idx="10"/>
          </p:nvPr>
        </p:nvSpPr>
        <p:spPr/>
        <p:txBody>
          <a:bodyPr/>
          <a:lstStyle/>
          <a:p>
            <a:fld id="{2D62EC9A-3F1B-4D79-BA47-47F71EB0464A}"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8418918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Does Silence Amount to Fraud?</a:t>
            </a:r>
            <a:endParaRPr lang="en-IN" dirty="0"/>
          </a:p>
        </p:txBody>
      </p:sp>
      <p:sp>
        <p:nvSpPr>
          <p:cNvPr id="3" name="Content Placeholder 2"/>
          <p:cNvSpPr>
            <a:spLocks noGrp="1"/>
          </p:cNvSpPr>
          <p:nvPr>
            <p:ph idx="1"/>
          </p:nvPr>
        </p:nvSpPr>
        <p:spPr/>
        <p:txBody>
          <a:bodyPr/>
          <a:lstStyle/>
          <a:p>
            <a:pPr algn="just"/>
            <a:r>
              <a:rPr lang="en-US" dirty="0" smtClean="0"/>
              <a:t>Mere silence as to the facts likely to affect the willingness of the person to enter into a contract is not fraud, unless –</a:t>
            </a:r>
          </a:p>
          <a:p>
            <a:pPr lvl="1" algn="just"/>
            <a:r>
              <a:rPr lang="en-US" dirty="0" smtClean="0"/>
              <a:t>The circumstances of the case are such that it is the duty of the person keeping silence to speak</a:t>
            </a:r>
          </a:p>
          <a:p>
            <a:pPr lvl="1" algn="just"/>
            <a:r>
              <a:rPr lang="en-US" dirty="0" smtClean="0"/>
              <a:t>Silence is in itself equivalent to speech. </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802215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Does Silence Amount to Fraud?</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dirty="0" smtClean="0"/>
              <a:t>As a rule, mere silence is not fraud</a:t>
            </a:r>
          </a:p>
          <a:p>
            <a:pPr algn="just"/>
            <a:r>
              <a:rPr lang="en-US" dirty="0" smtClean="0"/>
              <a:t>Silence is fraudulent if the circumstances of the case are such that it is the duty of the person keeping silence to speak – </a:t>
            </a:r>
            <a:r>
              <a:rPr lang="en-US" i="1" dirty="0" err="1" smtClean="0"/>
              <a:t>uberrimae</a:t>
            </a:r>
            <a:r>
              <a:rPr lang="en-US" i="1" dirty="0" smtClean="0"/>
              <a:t> </a:t>
            </a:r>
            <a:r>
              <a:rPr lang="en-US" i="1" dirty="0" err="1" smtClean="0"/>
              <a:t>fidei</a:t>
            </a:r>
            <a:r>
              <a:rPr lang="en-US" i="1" dirty="0" smtClean="0"/>
              <a:t> contracts,</a:t>
            </a:r>
            <a:r>
              <a:rPr lang="en-US" dirty="0" smtClean="0"/>
              <a:t> which include</a:t>
            </a:r>
          </a:p>
          <a:p>
            <a:pPr lvl="1" algn="just"/>
            <a:r>
              <a:rPr lang="en-US" dirty="0" smtClean="0"/>
              <a:t>When the parties stand in a fiduciary relationship with each other</a:t>
            </a:r>
          </a:p>
          <a:p>
            <a:pPr lvl="1" algn="just"/>
            <a:r>
              <a:rPr lang="en-US" dirty="0" smtClean="0"/>
              <a:t>Contracts of Insurance</a:t>
            </a:r>
          </a:p>
          <a:p>
            <a:pPr lvl="1" algn="just"/>
            <a:r>
              <a:rPr lang="en-US" dirty="0" smtClean="0"/>
              <a:t>Contract of marriage </a:t>
            </a:r>
          </a:p>
          <a:p>
            <a:pPr lvl="1" algn="just"/>
            <a:r>
              <a:rPr lang="en-US" dirty="0" smtClean="0"/>
              <a:t>Share allotment contracts</a:t>
            </a:r>
          </a:p>
          <a:p>
            <a:pPr algn="just"/>
            <a:r>
              <a:rPr lang="en-US" dirty="0" smtClean="0"/>
              <a:t>Silence is fraudulent where the circumstances are such that silence is in itself equivalent to speech. E.g. a person tells the other that if he does not deny it, he will assume that the furniture being sold has zero defect. The other person remains quiet, and his silence is his speech that the furniture is defect free. If defect arises, it will be fraud from the side of the seller. </a:t>
            </a:r>
          </a:p>
          <a:p>
            <a:pPr marL="0" indent="0" algn="just">
              <a:buNone/>
            </a:pPr>
            <a:endParaRPr lang="en-IN" i="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54604619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Mistake</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t>Mistake may be defined as an erroneous belief about something . It may be a mistake of law or mistake of fact.</a:t>
            </a:r>
            <a:endParaRPr lang="en-IN" dirty="0"/>
          </a:p>
          <a:p>
            <a:pPr marL="0" indent="0" algn="just">
              <a:buNone/>
            </a:pPr>
            <a:r>
              <a:rPr lang="en-US" dirty="0"/>
              <a:t> </a:t>
            </a:r>
            <a:endParaRPr lang="en-IN" dirty="0"/>
          </a:p>
          <a:p>
            <a:pPr marL="0" indent="0" algn="just">
              <a:buNone/>
            </a:pPr>
            <a:r>
              <a:rPr lang="en-US" b="1" dirty="0"/>
              <a:t>Mistake of Law – </a:t>
            </a:r>
            <a:endParaRPr lang="en-IN" dirty="0"/>
          </a:p>
          <a:p>
            <a:pPr marL="0" indent="0" algn="just">
              <a:buNone/>
            </a:pPr>
            <a:r>
              <a:rPr lang="en-US" dirty="0"/>
              <a:t> </a:t>
            </a:r>
            <a:endParaRPr lang="en-IN" dirty="0"/>
          </a:p>
          <a:p>
            <a:pPr marL="0" indent="0" algn="just">
              <a:buNone/>
            </a:pPr>
            <a:r>
              <a:rPr lang="en-US" dirty="0"/>
              <a:t>(a) Mistake of the law of the country: </a:t>
            </a:r>
            <a:r>
              <a:rPr lang="en-US" i="1" dirty="0" err="1"/>
              <a:t>Ignorantia</a:t>
            </a:r>
            <a:r>
              <a:rPr lang="en-US" i="1" dirty="0"/>
              <a:t> </a:t>
            </a:r>
            <a:r>
              <a:rPr lang="en-US" i="1" dirty="0" err="1"/>
              <a:t>juris</a:t>
            </a:r>
            <a:r>
              <a:rPr lang="en-US" i="1" dirty="0"/>
              <a:t> not </a:t>
            </a:r>
            <a:r>
              <a:rPr lang="en-US" i="1" dirty="0" err="1"/>
              <a:t>excusat</a:t>
            </a:r>
            <a:r>
              <a:rPr lang="en-US" dirty="0"/>
              <a:t>. However, if a person enters into a contract by making a mistake of law through the inducement of another, whether innocent or otherwise, the contract may be avoided. </a:t>
            </a:r>
            <a:endParaRPr lang="en-IN" dirty="0"/>
          </a:p>
          <a:p>
            <a:pPr marL="0" indent="0" algn="just">
              <a:buNone/>
            </a:pPr>
            <a:r>
              <a:rPr lang="en-US" dirty="0"/>
              <a:t> </a:t>
            </a:r>
            <a:endParaRPr lang="en-IN" dirty="0"/>
          </a:p>
          <a:p>
            <a:pPr marL="0" indent="0" algn="just">
              <a:buNone/>
            </a:pPr>
            <a:r>
              <a:rPr lang="en-US" dirty="0"/>
              <a:t>(b) Mistake of law of a foreign country: Section 21 says that such a mistake is treated as a mistake of fact and the agreement in such a case is void. </a:t>
            </a:r>
            <a:endParaRPr lang="en-IN" dirty="0"/>
          </a:p>
          <a:p>
            <a:pPr algn="just"/>
            <a:endParaRPr lang="en-IN" dirty="0"/>
          </a:p>
        </p:txBody>
      </p:sp>
      <p:sp>
        <p:nvSpPr>
          <p:cNvPr id="4" name="Date Placeholder 3"/>
          <p:cNvSpPr>
            <a:spLocks noGrp="1"/>
          </p:cNvSpPr>
          <p:nvPr>
            <p:ph type="dt" sz="half" idx="10"/>
          </p:nvPr>
        </p:nvSpPr>
        <p:spPr/>
        <p:txBody>
          <a:bodyPr/>
          <a:lstStyle/>
          <a:p>
            <a:fld id="{9805C224-2AEB-43E2-9FAB-5A21A26C423E}"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416744294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1"/>
            <a:ext cx="8763000" cy="5029200"/>
          </a:xfrm>
        </p:spPr>
        <p:txBody>
          <a:bodyPr>
            <a:noAutofit/>
          </a:bodyPr>
          <a:lstStyle/>
          <a:p>
            <a:pPr marL="0" indent="0" algn="just">
              <a:buNone/>
            </a:pPr>
            <a:r>
              <a:rPr lang="en-US" sz="1800" b="1" dirty="0"/>
              <a:t>Mistake of Fact –</a:t>
            </a:r>
            <a:endParaRPr lang="en-IN" sz="1800" dirty="0"/>
          </a:p>
          <a:p>
            <a:pPr algn="just"/>
            <a:endParaRPr lang="en-IN" sz="1800" dirty="0"/>
          </a:p>
          <a:p>
            <a:pPr algn="just">
              <a:buAutoNum type="alphaLcParenBoth"/>
            </a:pPr>
            <a:r>
              <a:rPr lang="en-US" sz="1800" dirty="0" smtClean="0">
                <a:solidFill>
                  <a:srgbClr val="FF0000"/>
                </a:solidFill>
              </a:rPr>
              <a:t>Bilateral </a:t>
            </a:r>
            <a:r>
              <a:rPr lang="en-US" sz="1800" dirty="0">
                <a:solidFill>
                  <a:srgbClr val="FF0000"/>
                </a:solidFill>
              </a:rPr>
              <a:t>mistake</a:t>
            </a:r>
            <a:r>
              <a:rPr lang="en-US" sz="1800" dirty="0">
                <a:sym typeface="Wingdings"/>
              </a:rPr>
              <a:t></a:t>
            </a:r>
            <a:r>
              <a:rPr lang="en-US" sz="1800" dirty="0"/>
              <a:t> Where both the parties to an agreement are under a mistake as to matter of fact essential to the agreement, there is bilateral mistake and in such as case the contract is void(Section 20). The following two conditions must be fulfilled for the application of the Section 20</a:t>
            </a:r>
            <a:r>
              <a:rPr lang="en-US" sz="1800" dirty="0" smtClean="0"/>
              <a:t>:</a:t>
            </a:r>
          </a:p>
          <a:p>
            <a:pPr algn="just">
              <a:buAutoNum type="alphaLcParenBoth"/>
            </a:pPr>
            <a:endParaRPr lang="en-US" sz="1800" dirty="0"/>
          </a:p>
          <a:p>
            <a:pPr marL="0" indent="0" algn="just">
              <a:buNone/>
            </a:pPr>
            <a:r>
              <a:rPr lang="en-US" sz="1800" dirty="0" smtClean="0"/>
              <a:t> </a:t>
            </a:r>
            <a:r>
              <a:rPr lang="en-US" sz="1800" dirty="0"/>
              <a:t>i. The mistake must be mutual.</a:t>
            </a:r>
            <a:endParaRPr lang="en-IN" sz="1800" dirty="0"/>
          </a:p>
          <a:p>
            <a:pPr marL="0" indent="0" algn="just">
              <a:buNone/>
            </a:pPr>
            <a:r>
              <a:rPr lang="en-US" sz="1800" dirty="0"/>
              <a:t>ii. The mistake must relate to the matter of fact essential to an agreement.</a:t>
            </a:r>
            <a:endParaRPr lang="en-IN" sz="1800" dirty="0"/>
          </a:p>
          <a:p>
            <a:pPr marL="0" indent="0" algn="just">
              <a:buNone/>
            </a:pPr>
            <a:r>
              <a:rPr lang="en-US" sz="1800" dirty="0"/>
              <a:t> </a:t>
            </a:r>
            <a:endParaRPr lang="en-IN" sz="1800" dirty="0"/>
          </a:p>
          <a:p>
            <a:pPr marL="0" indent="0" algn="just">
              <a:buNone/>
            </a:pPr>
            <a:r>
              <a:rPr lang="en-US" sz="1800" dirty="0"/>
              <a:t>The cases that fall under bilateral mistakes are:</a:t>
            </a:r>
            <a:endParaRPr lang="en-IN" sz="1800" dirty="0"/>
          </a:p>
          <a:p>
            <a:pPr marL="0" indent="0" algn="just">
              <a:buNone/>
            </a:pPr>
            <a:r>
              <a:rPr lang="en-US" sz="1800" dirty="0"/>
              <a:t>i. Mistake as to the </a:t>
            </a:r>
            <a:r>
              <a:rPr lang="en-US" sz="1800" u="sng" dirty="0"/>
              <a:t>subject matter </a:t>
            </a:r>
            <a:r>
              <a:rPr lang="en-US" sz="1800" dirty="0" smtClean="0"/>
              <a:t>such as the existence, quality, identity, quantity, title, price </a:t>
            </a:r>
            <a:r>
              <a:rPr lang="en-US" sz="1800" dirty="0" err="1" smtClean="0"/>
              <a:t>etc</a:t>
            </a:r>
            <a:endParaRPr lang="en-US" sz="1800" dirty="0" smtClean="0"/>
          </a:p>
          <a:p>
            <a:pPr marL="0" indent="0" algn="just">
              <a:buNone/>
            </a:pPr>
            <a:r>
              <a:rPr lang="en-US" sz="1800" dirty="0"/>
              <a:t> </a:t>
            </a:r>
            <a:endParaRPr lang="en-IN" sz="1800" dirty="0"/>
          </a:p>
          <a:p>
            <a:pPr marL="0" indent="0" algn="just">
              <a:buNone/>
            </a:pPr>
            <a:r>
              <a:rPr lang="en-US" sz="1800" dirty="0"/>
              <a:t>ii. Mistake as to the </a:t>
            </a:r>
            <a:r>
              <a:rPr lang="en-US" sz="1800" u="sng" dirty="0"/>
              <a:t>possibility of performing the contract</a:t>
            </a:r>
            <a:r>
              <a:rPr lang="en-US" sz="1800" dirty="0"/>
              <a:t>. The impossibility may be due to physical impossibility or legal impossibility</a:t>
            </a:r>
            <a:r>
              <a:rPr lang="en-US" sz="1800" dirty="0" smtClean="0"/>
              <a:t>.</a:t>
            </a:r>
            <a:endParaRPr lang="en-IN" sz="1800" dirty="0"/>
          </a:p>
        </p:txBody>
      </p:sp>
      <p:sp>
        <p:nvSpPr>
          <p:cNvPr id="4" name="Date Placeholder 3"/>
          <p:cNvSpPr>
            <a:spLocks noGrp="1"/>
          </p:cNvSpPr>
          <p:nvPr>
            <p:ph type="dt" sz="half" idx="10"/>
          </p:nvPr>
        </p:nvSpPr>
        <p:spPr/>
        <p:txBody>
          <a:bodyPr/>
          <a:lstStyle/>
          <a:p>
            <a:fld id="{3564C9E3-9827-4751-AECC-A94E5BE3F38E}"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412449270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458200" cy="2362199"/>
          </a:xfrm>
        </p:spPr>
        <p:txBody>
          <a:bodyPr>
            <a:noAutofit/>
          </a:bodyPr>
          <a:lstStyle/>
          <a:p>
            <a:pPr marL="0" indent="0" algn="just">
              <a:buNone/>
            </a:pPr>
            <a:r>
              <a:rPr lang="en-US" sz="1800" b="1" dirty="0"/>
              <a:t>Mistake of Fact –</a:t>
            </a:r>
            <a:endParaRPr lang="en-IN" sz="1800" dirty="0"/>
          </a:p>
          <a:p>
            <a:pPr algn="just"/>
            <a:endParaRPr lang="en-IN" sz="1800" dirty="0"/>
          </a:p>
          <a:p>
            <a:pPr marL="0" indent="0" algn="just">
              <a:buNone/>
            </a:pPr>
            <a:r>
              <a:rPr lang="en-US" sz="1800" dirty="0" smtClean="0"/>
              <a:t> </a:t>
            </a:r>
            <a:endParaRPr lang="en-IN" sz="1800" dirty="0" smtClean="0"/>
          </a:p>
          <a:p>
            <a:pPr marL="0" indent="0" algn="just">
              <a:buNone/>
            </a:pPr>
            <a:r>
              <a:rPr lang="en-US" sz="1800" dirty="0" smtClean="0"/>
              <a:t>(b) </a:t>
            </a:r>
            <a:r>
              <a:rPr lang="en-US" sz="1800" dirty="0" smtClean="0">
                <a:solidFill>
                  <a:srgbClr val="FF0000"/>
                </a:solidFill>
              </a:rPr>
              <a:t>Unilateral Mistake </a:t>
            </a:r>
            <a:r>
              <a:rPr lang="en-US" sz="1800" dirty="0" smtClean="0">
                <a:sym typeface="Wingdings"/>
              </a:rPr>
              <a:t></a:t>
            </a:r>
            <a:r>
              <a:rPr lang="en-US" sz="1800" dirty="0" smtClean="0"/>
              <a:t> When in a contract only one of the parties is mistaken  regarding the subject-matter or in expressing or understanding the terms or the legal effect of the agreement, the mistake is a unilateral mistake. Unless fraud or misrepresentation has taken place, the party which has made the mistake cannot avoid the contract.</a:t>
            </a:r>
          </a:p>
          <a:p>
            <a:pPr marL="0" indent="0" algn="just">
              <a:buNone/>
            </a:pPr>
            <a:endParaRPr lang="en-IN" sz="1800" dirty="0" smtClean="0"/>
          </a:p>
        </p:txBody>
      </p:sp>
      <p:sp>
        <p:nvSpPr>
          <p:cNvPr id="4" name="Date Placeholder 3"/>
          <p:cNvSpPr>
            <a:spLocks noGrp="1"/>
          </p:cNvSpPr>
          <p:nvPr>
            <p:ph type="dt" sz="half" idx="10"/>
          </p:nvPr>
        </p:nvSpPr>
        <p:spPr/>
        <p:txBody>
          <a:bodyPr/>
          <a:lstStyle/>
          <a:p>
            <a:fld id="{C2D208B0-21F1-46AA-AF8B-308D7277B6D4}"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45300483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lstStyle/>
          <a:p>
            <a:r>
              <a:rPr lang="en-IN" dirty="0" smtClean="0"/>
              <a:t>CLASS ACTIVITY</a:t>
            </a:r>
            <a:endParaRPr lang="en-IN" dirty="0"/>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lstStyle/>
          <a:p>
            <a:pPr marL="0" indent="0" algn="just">
              <a:buNone/>
            </a:pPr>
            <a:r>
              <a:rPr lang="en-IN" dirty="0" smtClean="0"/>
              <a:t>Which of the following are unenforceable because there is no possibility of performance?</a:t>
            </a:r>
          </a:p>
          <a:p>
            <a:pPr marL="514350" indent="-514350" algn="just">
              <a:buFont typeface="+mj-lt"/>
              <a:buAutoNum type="alphaLcPeriod"/>
            </a:pPr>
            <a:r>
              <a:rPr lang="en-IN" dirty="0" smtClean="0"/>
              <a:t>A promise to give eternal life to a man</a:t>
            </a:r>
          </a:p>
          <a:p>
            <a:pPr marL="514350" indent="-514350" algn="just">
              <a:buFont typeface="+mj-lt"/>
              <a:buAutoNum type="alphaLcPeriod"/>
            </a:pPr>
            <a:r>
              <a:rPr lang="en-IN" dirty="0" smtClean="0"/>
              <a:t>A promise to discover lost treasure by magic</a:t>
            </a:r>
          </a:p>
          <a:p>
            <a:pPr marL="514350" indent="-514350" algn="just">
              <a:buFont typeface="+mj-lt"/>
              <a:buAutoNum type="alphaLcPeriod"/>
            </a:pPr>
            <a:r>
              <a:rPr lang="en-IN" dirty="0" smtClean="0"/>
              <a:t>A promise to sell </a:t>
            </a:r>
            <a:r>
              <a:rPr lang="en-IN" dirty="0" err="1" smtClean="0"/>
              <a:t>Taj</a:t>
            </a:r>
            <a:r>
              <a:rPr lang="en-IN" dirty="0" smtClean="0"/>
              <a:t> </a:t>
            </a:r>
            <a:r>
              <a:rPr lang="en-IN" dirty="0" err="1" smtClean="0"/>
              <a:t>Mahal</a:t>
            </a:r>
            <a:r>
              <a:rPr lang="en-IN" dirty="0" smtClean="0"/>
              <a:t> to the highest bidder </a:t>
            </a:r>
          </a:p>
          <a:p>
            <a:pPr marL="514350" indent="-514350" algn="just">
              <a:buFont typeface="+mj-lt"/>
              <a:buAutoNum type="alphaLcPeriod"/>
            </a:pPr>
            <a:r>
              <a:rPr lang="en-IN" dirty="0" smtClean="0"/>
              <a:t>A promise to write 50 pages in 30 seconds</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617434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4"/>
          </a:lnRef>
          <a:fillRef idx="1">
            <a:schemeClr val="lt1"/>
          </a:fillRef>
          <a:effectRef idx="0">
            <a:schemeClr val="accent4"/>
          </a:effectRef>
          <a:fontRef idx="minor">
            <a:schemeClr val="dk1"/>
          </a:fontRef>
        </p:style>
        <p:txBody>
          <a:bodyPr/>
          <a:lstStyle/>
          <a:p>
            <a:r>
              <a:rPr lang="en-IN" dirty="0" smtClean="0"/>
              <a:t>CLASS ACTIVITY</a:t>
            </a:r>
            <a:endParaRPr lang="en-IN" dirty="0"/>
          </a:p>
        </p:txBody>
      </p:sp>
      <p:sp>
        <p:nvSpPr>
          <p:cNvPr id="3" name="Content Placeholder 2"/>
          <p:cNvSpPr>
            <a:spLocks noGrp="1"/>
          </p:cNvSpPr>
          <p:nvPr>
            <p:ph idx="1"/>
          </p:nvPr>
        </p:nvSpPr>
        <p:spPr/>
        <p:style>
          <a:lnRef idx="1">
            <a:schemeClr val="accent6"/>
          </a:lnRef>
          <a:fillRef idx="2">
            <a:schemeClr val="accent6"/>
          </a:fillRef>
          <a:effectRef idx="1">
            <a:schemeClr val="accent6"/>
          </a:effectRef>
          <a:fontRef idx="minor">
            <a:schemeClr val="dk1"/>
          </a:fontRef>
        </p:style>
        <p:txBody>
          <a:bodyPr/>
          <a:lstStyle/>
          <a:p>
            <a:pPr marL="0" indent="0" algn="just">
              <a:buNone/>
            </a:pPr>
            <a:r>
              <a:rPr lang="en-IN" dirty="0" smtClean="0"/>
              <a:t>Two firms entered into a written contract of sale of disposable cutlery. The agreement contained a clause to the effect that the arrangement did not yield a formal or legal document and is not subject to legal jurisdiction. Eventually, the goods were not delivered and the buyer sued. Discuss if they will succeed?</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1607364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3"/>
          </a:fillRef>
          <a:effectRef idx="1">
            <a:schemeClr val="accent3"/>
          </a:effectRef>
          <a:fontRef idx="minor">
            <a:schemeClr val="lt1"/>
          </a:fontRef>
        </p:style>
        <p:txBody>
          <a:bodyPr/>
          <a:lstStyle/>
          <a:p>
            <a:r>
              <a:rPr lang="en-IN" dirty="0" smtClean="0"/>
              <a:t>CLASS ACTIVITY</a:t>
            </a:r>
            <a:endParaRPr lang="en-IN"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pPr marL="0" indent="0" algn="just">
              <a:buNone/>
            </a:pPr>
            <a:r>
              <a:rPr lang="en-IN" dirty="0" err="1" smtClean="0"/>
              <a:t>Vaman</a:t>
            </a:r>
            <a:r>
              <a:rPr lang="en-IN" dirty="0" smtClean="0"/>
              <a:t> gives a loan to </a:t>
            </a:r>
            <a:r>
              <a:rPr lang="en-IN" dirty="0" err="1" smtClean="0"/>
              <a:t>Shyam</a:t>
            </a:r>
            <a:r>
              <a:rPr lang="en-IN" dirty="0" smtClean="0"/>
              <a:t> to smuggle narcotics. Can </a:t>
            </a:r>
            <a:r>
              <a:rPr lang="en-IN" dirty="0" err="1" smtClean="0"/>
              <a:t>Vaman</a:t>
            </a:r>
            <a:r>
              <a:rPr lang="en-IN" dirty="0" smtClean="0"/>
              <a:t> recover money from </a:t>
            </a:r>
            <a:r>
              <a:rPr lang="en-IN" dirty="0" err="1" smtClean="0"/>
              <a:t>Shyam</a:t>
            </a:r>
            <a:r>
              <a:rPr lang="en-IN" dirty="0" smtClean="0"/>
              <a:t>, if </a:t>
            </a:r>
            <a:r>
              <a:rPr lang="en-IN" dirty="0" err="1" smtClean="0"/>
              <a:t>Shyam</a:t>
            </a:r>
            <a:r>
              <a:rPr lang="en-IN" dirty="0" smtClean="0"/>
              <a:t> does smuggle the drugs but does not repay the loan to </a:t>
            </a:r>
            <a:r>
              <a:rPr lang="en-IN" dirty="0" err="1" smtClean="0"/>
              <a:t>Vaman</a:t>
            </a:r>
            <a:r>
              <a:rPr lang="en-IN" dirty="0" smtClean="0"/>
              <a:t>?</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9069570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hemeClr val="accent6"/>
          </a:lnRef>
          <a:fillRef idx="3">
            <a:schemeClr val="accent6"/>
          </a:fillRef>
          <a:effectRef idx="3">
            <a:schemeClr val="accent6"/>
          </a:effectRef>
          <a:fontRef idx="minor">
            <a:schemeClr val="lt1"/>
          </a:fontRef>
        </p:style>
        <p:txBody>
          <a:bodyPr/>
          <a:lstStyle/>
          <a:p>
            <a:r>
              <a:rPr lang="en-IN" dirty="0" smtClean="0"/>
              <a:t>CLASS ACTIVITY</a:t>
            </a:r>
            <a:endParaRPr lang="en-IN" dirty="0"/>
          </a:p>
        </p:txBody>
      </p:sp>
      <p:sp>
        <p:nvSpPr>
          <p:cNvPr id="3" name="Content Placeholder 2"/>
          <p:cNvSpPr>
            <a:spLocks noGrp="1"/>
          </p:cNvSpPr>
          <p:nvPr>
            <p:ph idx="1"/>
          </p:nvPr>
        </p:nvSpPr>
        <p:spPr/>
        <p:style>
          <a:lnRef idx="1">
            <a:schemeClr val="accent2"/>
          </a:lnRef>
          <a:fillRef idx="3">
            <a:schemeClr val="accent2"/>
          </a:fillRef>
          <a:effectRef idx="2">
            <a:schemeClr val="accent2"/>
          </a:effectRef>
          <a:fontRef idx="minor">
            <a:schemeClr val="lt1"/>
          </a:fontRef>
        </p:style>
        <p:txBody>
          <a:bodyPr/>
          <a:lstStyle/>
          <a:p>
            <a:pPr marL="0" indent="0" algn="just">
              <a:buNone/>
            </a:pPr>
            <a:r>
              <a:rPr lang="en-IN" dirty="0" smtClean="0"/>
              <a:t>Alpha parks his car in a paid parking lot of a busy shopping street. His acceptance is express or implied?</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310423111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hemeClr val="accent2"/>
          </a:lnRef>
          <a:fillRef idx="3">
            <a:schemeClr val="accent2"/>
          </a:fillRef>
          <a:effectRef idx="3">
            <a:schemeClr val="accent2"/>
          </a:effectRef>
          <a:fontRef idx="minor">
            <a:schemeClr val="lt1"/>
          </a:fontRef>
        </p:style>
        <p:txBody>
          <a:bodyPr/>
          <a:lstStyle/>
          <a:p>
            <a:r>
              <a:rPr lang="en-IN" dirty="0" smtClean="0"/>
              <a:t>CLASS ACTIVITY</a:t>
            </a:r>
            <a:endParaRPr lang="en-IN" dirty="0"/>
          </a:p>
        </p:txBody>
      </p:sp>
      <p:sp>
        <p:nvSpPr>
          <p:cNvPr id="3" name="Content Placeholder 2"/>
          <p:cNvSpPr>
            <a:spLocks noGrp="1"/>
          </p:cNvSpPr>
          <p:nvPr>
            <p:ph idx="1"/>
          </p:nvPr>
        </p:nvSpPr>
        <p:spPr/>
        <p:style>
          <a:lnRef idx="1">
            <a:schemeClr val="accent6"/>
          </a:lnRef>
          <a:fillRef idx="2">
            <a:schemeClr val="accent6"/>
          </a:fillRef>
          <a:effectRef idx="1">
            <a:schemeClr val="accent6"/>
          </a:effectRef>
          <a:fontRef idx="minor">
            <a:schemeClr val="dk1"/>
          </a:fontRef>
        </p:style>
        <p:txBody>
          <a:bodyPr/>
          <a:lstStyle/>
          <a:p>
            <a:pPr marL="0" indent="0" algn="just">
              <a:buNone/>
            </a:pPr>
            <a:r>
              <a:rPr lang="en-IN" dirty="0" smtClean="0"/>
              <a:t>Mariposa advertised in the newspaper that whoever returned her lost nephew to her home, </a:t>
            </a:r>
            <a:r>
              <a:rPr lang="en-IN" dirty="0" err="1" smtClean="0"/>
              <a:t>Morjim</a:t>
            </a:r>
            <a:r>
              <a:rPr lang="en-IN" dirty="0" smtClean="0"/>
              <a:t>, Goa would receive a compensation of </a:t>
            </a:r>
            <a:r>
              <a:rPr lang="en-IN" dirty="0" err="1" smtClean="0"/>
              <a:t>Rs</a:t>
            </a:r>
            <a:r>
              <a:rPr lang="en-IN" dirty="0" smtClean="0"/>
              <a:t> 20,000 and travelling fare. </a:t>
            </a:r>
            <a:r>
              <a:rPr lang="en-IN" dirty="0" err="1" smtClean="0"/>
              <a:t>Gopal</a:t>
            </a:r>
            <a:r>
              <a:rPr lang="en-IN" dirty="0" smtClean="0"/>
              <a:t> read about the reward and returned the nephew who he found loitering in Mumbai. Can he claim the reward? What if he returned the boy, without knowing about the reward?</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331903901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r>
              <a:rPr lang="en-US" dirty="0" smtClean="0"/>
              <a:t>CLASS ACTIVITY</a:t>
            </a:r>
            <a:endParaRPr lang="en-IN" dirty="0"/>
          </a:p>
        </p:txBody>
      </p:sp>
      <p:sp>
        <p:nvSpPr>
          <p:cNvPr id="3" name="Content Placeholder 2"/>
          <p:cNvSpPr>
            <a:spLocks noGrp="1"/>
          </p:cNvSpPr>
          <p:nvPr>
            <p:ph idx="1"/>
          </p:nvPr>
        </p:nvSpPr>
        <p:spPr/>
        <p:style>
          <a:lnRef idx="3">
            <a:schemeClr val="lt1"/>
          </a:lnRef>
          <a:fillRef idx="1">
            <a:schemeClr val="accent6"/>
          </a:fillRef>
          <a:effectRef idx="1">
            <a:schemeClr val="accent6"/>
          </a:effectRef>
          <a:fontRef idx="minor">
            <a:schemeClr val="lt1"/>
          </a:fontRef>
        </p:style>
        <p:txBody>
          <a:bodyPr/>
          <a:lstStyle/>
          <a:p>
            <a:pPr marL="0" indent="0" algn="just">
              <a:buNone/>
            </a:pPr>
            <a:r>
              <a:rPr lang="en-US" dirty="0" smtClean="0"/>
              <a:t>Alpha promises a gift of </a:t>
            </a:r>
            <a:r>
              <a:rPr lang="en-US" dirty="0" err="1" smtClean="0"/>
              <a:t>Rs</a:t>
            </a:r>
            <a:r>
              <a:rPr lang="en-US" dirty="0" smtClean="0"/>
              <a:t> 5000 to Suresh at his wedding, but fails to give the same. Can Suresh recover the gift?</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234577327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Void Agreements</a:t>
            </a:r>
            <a:endParaRPr lang="en-IN" b="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3" name="Content Placeholder 2"/>
          <p:cNvSpPr>
            <a:spLocks noGrp="1"/>
          </p:cNvSpPr>
          <p:nvPr>
            <p:ph idx="1"/>
          </p:nvPr>
        </p:nvSpPr>
        <p:spPr/>
        <p:txBody>
          <a:bodyPr>
            <a:normAutofit fontScale="85000" lnSpcReduction="10000"/>
          </a:bodyPr>
          <a:lstStyle/>
          <a:p>
            <a:pPr lvl="0" rtl="0"/>
            <a:r>
              <a:rPr lang="en-US" dirty="0" smtClean="0"/>
              <a:t>Agreements with unlawful consideration [Section 23]</a:t>
            </a:r>
          </a:p>
          <a:p>
            <a:pPr lvl="0"/>
            <a:r>
              <a:rPr lang="en-US" dirty="0" smtClean="0"/>
              <a:t>Agreement without consideration </a:t>
            </a:r>
            <a:endParaRPr lang="en-IN" dirty="0"/>
          </a:p>
          <a:p>
            <a:pPr lvl="0" rtl="0"/>
            <a:r>
              <a:rPr lang="en-US" dirty="0" smtClean="0"/>
              <a:t>Agreement in restraint of marriage [Section 26]</a:t>
            </a:r>
            <a:endParaRPr lang="en-IN" dirty="0"/>
          </a:p>
          <a:p>
            <a:pPr lvl="0" rtl="0"/>
            <a:r>
              <a:rPr lang="en-US" dirty="0" smtClean="0"/>
              <a:t>Agreement which is in restraint of trade [Section 27]</a:t>
            </a:r>
            <a:endParaRPr lang="en-IN" dirty="0"/>
          </a:p>
          <a:p>
            <a:pPr lvl="0" rtl="0"/>
            <a:r>
              <a:rPr lang="en-US" dirty="0" smtClean="0"/>
              <a:t>Agreement which in restraint of legal proceeding [Section 28]</a:t>
            </a:r>
            <a:endParaRPr lang="en-IN" dirty="0"/>
          </a:p>
          <a:p>
            <a:pPr lvl="0" rtl="0"/>
            <a:r>
              <a:rPr lang="en-US" dirty="0" smtClean="0"/>
              <a:t>Unmeaning agreement [Section 29]</a:t>
            </a:r>
            <a:endParaRPr lang="en-IN" dirty="0"/>
          </a:p>
          <a:p>
            <a:pPr lvl="0" rtl="0"/>
            <a:r>
              <a:rPr lang="en-US" dirty="0" smtClean="0"/>
              <a:t>Agreements which are wagering in nature [Sec 30]</a:t>
            </a:r>
            <a:endParaRPr lang="en-IN" dirty="0"/>
          </a:p>
          <a:p>
            <a:pPr lvl="0" rtl="0"/>
            <a:r>
              <a:rPr lang="en-US" dirty="0" smtClean="0"/>
              <a:t>Agreement to do impossible act [Sec 56]</a:t>
            </a:r>
            <a:endParaRPr lang="en-IN" dirty="0"/>
          </a:p>
        </p:txBody>
      </p:sp>
    </p:spTree>
    <p:extLst>
      <p:ext uri="{BB962C8B-B14F-4D97-AF65-F5344CB8AC3E}">
        <p14:creationId xmlns:p14="http://schemas.microsoft.com/office/powerpoint/2010/main" val="135258916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Void Agreements</a:t>
            </a:r>
            <a:endParaRPr lang="en-IN" b="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3" name="Content Placeholder 2"/>
          <p:cNvSpPr>
            <a:spLocks noGrp="1"/>
          </p:cNvSpPr>
          <p:nvPr>
            <p:ph idx="1"/>
          </p:nvPr>
        </p:nvSpPr>
        <p:spPr/>
        <p:txBody>
          <a:bodyPr>
            <a:normAutofit fontScale="92500"/>
          </a:bodyPr>
          <a:lstStyle/>
          <a:p>
            <a:pPr lvl="0" algn="just" rtl="0"/>
            <a:r>
              <a:rPr lang="en-US" dirty="0" smtClean="0"/>
              <a:t>Agreements with unlawful consideration [Section 23]</a:t>
            </a:r>
            <a:endParaRPr lang="en-IN" dirty="0"/>
          </a:p>
          <a:p>
            <a:pPr lvl="1" algn="just" rtl="0"/>
            <a:r>
              <a:rPr lang="en-US" dirty="0" smtClean="0"/>
              <a:t>Committing act forbidden by law; defeating the provision of law; committing fraud; created with the purpose of injuring another person or property; immoral and opposed to public policy.</a:t>
            </a:r>
          </a:p>
          <a:p>
            <a:pPr lvl="1" algn="just" rtl="0"/>
            <a:r>
              <a:rPr lang="en-US" dirty="0" smtClean="0"/>
              <a:t>Opposed to public duty – trading with enemy, maintenance and </a:t>
            </a:r>
            <a:r>
              <a:rPr lang="en-US" dirty="0" err="1" smtClean="0"/>
              <a:t>champerty</a:t>
            </a:r>
            <a:r>
              <a:rPr lang="en-US" dirty="0" smtClean="0"/>
              <a:t> agreement, marriage brokerage, agreement not to bid, sale of public offices and titles, to do an act against the duty of the person</a:t>
            </a:r>
            <a:endParaRPr lang="en-IN" dirty="0"/>
          </a:p>
        </p:txBody>
      </p:sp>
    </p:spTree>
    <p:extLst>
      <p:ext uri="{BB962C8B-B14F-4D97-AF65-F5344CB8AC3E}">
        <p14:creationId xmlns:p14="http://schemas.microsoft.com/office/powerpoint/2010/main" val="82220739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Void Agreements</a:t>
            </a:r>
            <a:endParaRPr lang="en-IN" b="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3" name="Content Placeholder 2"/>
          <p:cNvSpPr>
            <a:spLocks noGrp="1"/>
          </p:cNvSpPr>
          <p:nvPr>
            <p:ph idx="1"/>
          </p:nvPr>
        </p:nvSpPr>
        <p:spPr/>
        <p:txBody>
          <a:bodyPr/>
          <a:lstStyle/>
          <a:p>
            <a:pPr lvl="0" rtl="0"/>
            <a:r>
              <a:rPr lang="en-US" dirty="0" smtClean="0"/>
              <a:t>Agreement without consideration [Section 25]</a:t>
            </a:r>
            <a:endParaRPr lang="en-IN" dirty="0"/>
          </a:p>
          <a:p>
            <a:pPr lvl="1" algn="just" rtl="0"/>
            <a:r>
              <a:rPr lang="en-IN" dirty="0" smtClean="0"/>
              <a:t>E.g. (exception) </a:t>
            </a:r>
            <a:r>
              <a:rPr lang="en-US" dirty="0" smtClean="0"/>
              <a:t>case where a person promised to pay his brother’s debt, even though not founded on valuable consideration, but it’s a good consideration due to love, affection, if made by the registered document</a:t>
            </a:r>
            <a:endParaRPr lang="en-IN" dirty="0"/>
          </a:p>
        </p:txBody>
      </p:sp>
    </p:spTree>
    <p:extLst>
      <p:ext uri="{BB962C8B-B14F-4D97-AF65-F5344CB8AC3E}">
        <p14:creationId xmlns:p14="http://schemas.microsoft.com/office/powerpoint/2010/main" val="26452137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Void Agreements</a:t>
            </a:r>
            <a:endParaRPr lang="en-IN" b="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3" name="Content Placeholder 2"/>
          <p:cNvSpPr>
            <a:spLocks noGrp="1"/>
          </p:cNvSpPr>
          <p:nvPr>
            <p:ph idx="1"/>
          </p:nvPr>
        </p:nvSpPr>
        <p:spPr/>
        <p:txBody>
          <a:bodyPr>
            <a:normAutofit lnSpcReduction="10000"/>
          </a:bodyPr>
          <a:lstStyle/>
          <a:p>
            <a:pPr lvl="0" algn="just" rtl="0"/>
            <a:r>
              <a:rPr lang="en-US" dirty="0" smtClean="0"/>
              <a:t>Agreement in restraint of marriage [Section 26]</a:t>
            </a:r>
            <a:endParaRPr lang="en-IN" dirty="0"/>
          </a:p>
          <a:p>
            <a:pPr lvl="1" algn="just" rtl="0"/>
            <a:r>
              <a:rPr lang="en-US" sz="1800" dirty="0" smtClean="0"/>
              <a:t>Interference in marital life, restraining a person from marrying for a particular period of time or with a particular group/section of people; differentiated from imposing of penalty upon remarriage</a:t>
            </a:r>
            <a:endParaRPr lang="en-IN" sz="1800" dirty="0"/>
          </a:p>
          <a:p>
            <a:pPr lvl="0" algn="just" rtl="0"/>
            <a:r>
              <a:rPr lang="en-US" dirty="0" smtClean="0"/>
              <a:t>Agreement which is in restraint of trade [Section 27]</a:t>
            </a:r>
            <a:endParaRPr lang="en-IN" dirty="0"/>
          </a:p>
          <a:p>
            <a:pPr lvl="1" algn="just" rtl="0"/>
            <a:r>
              <a:rPr lang="en-US" sz="1600" dirty="0" smtClean="0"/>
              <a:t>Can’t take away any individuals right to undertake any profession or to impede right of livelihood</a:t>
            </a:r>
            <a:endParaRPr lang="en-IN" sz="1600" dirty="0"/>
          </a:p>
          <a:p>
            <a:pPr lvl="1" algn="just" rtl="0"/>
            <a:r>
              <a:rPr lang="en-US" sz="1600" dirty="0" err="1" smtClean="0"/>
              <a:t>Madhub</a:t>
            </a:r>
            <a:r>
              <a:rPr lang="en-US" sz="1600" dirty="0" smtClean="0"/>
              <a:t> </a:t>
            </a:r>
            <a:r>
              <a:rPr lang="en-US" sz="1600" dirty="0" err="1" smtClean="0"/>
              <a:t>Chander</a:t>
            </a:r>
            <a:r>
              <a:rPr lang="en-US" sz="1600" dirty="0" smtClean="0"/>
              <a:t> v Raj </a:t>
            </a:r>
            <a:r>
              <a:rPr lang="en-US" sz="1600" dirty="0" err="1" smtClean="0"/>
              <a:t>Commar</a:t>
            </a:r>
            <a:r>
              <a:rPr lang="en-US" sz="1600" dirty="0" smtClean="0"/>
              <a:t>[1874], An agreement whereby one of the parties agrees to close his business in consideration of the promise by the other party to pay a certain sum of money is void, being an agreement is restraint of trade, and the amount is not recoverable, if the other party fails to pay the promised sum of money.</a:t>
            </a:r>
            <a:endParaRPr lang="en-IN" sz="1600" dirty="0"/>
          </a:p>
        </p:txBody>
      </p:sp>
    </p:spTree>
    <p:extLst>
      <p:ext uri="{BB962C8B-B14F-4D97-AF65-F5344CB8AC3E}">
        <p14:creationId xmlns:p14="http://schemas.microsoft.com/office/powerpoint/2010/main" val="296320718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Void Agreements</a:t>
            </a:r>
            <a:endParaRPr lang="en-IN" b="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3" name="Content Placeholder 2"/>
          <p:cNvSpPr>
            <a:spLocks noGrp="1"/>
          </p:cNvSpPr>
          <p:nvPr>
            <p:ph idx="1"/>
          </p:nvPr>
        </p:nvSpPr>
        <p:spPr/>
        <p:txBody>
          <a:bodyPr/>
          <a:lstStyle/>
          <a:p>
            <a:pPr lvl="0" algn="just" rtl="0"/>
            <a:r>
              <a:rPr lang="en-US" dirty="0" smtClean="0"/>
              <a:t>Agreement which in restraint of legal proceeding [Section 28]</a:t>
            </a:r>
            <a:endParaRPr lang="en-IN" dirty="0"/>
          </a:p>
          <a:p>
            <a:pPr lvl="1" algn="just" rtl="0"/>
            <a:r>
              <a:rPr lang="en-IN" dirty="0" smtClean="0"/>
              <a:t>Curtailing law of limitation, restriction of a party’s ability to plead to court for wrongdoing cannot be enforced</a:t>
            </a:r>
            <a:endParaRPr lang="en-IN" dirty="0"/>
          </a:p>
        </p:txBody>
      </p:sp>
    </p:spTree>
    <p:extLst>
      <p:ext uri="{BB962C8B-B14F-4D97-AF65-F5344CB8AC3E}">
        <p14:creationId xmlns:p14="http://schemas.microsoft.com/office/powerpoint/2010/main" val="207807393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Void Agreements</a:t>
            </a:r>
            <a:endParaRPr lang="en-IN" b="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3" name="Content Placeholder 2"/>
          <p:cNvSpPr>
            <a:spLocks noGrp="1"/>
          </p:cNvSpPr>
          <p:nvPr>
            <p:ph idx="1"/>
          </p:nvPr>
        </p:nvSpPr>
        <p:spPr/>
        <p:txBody>
          <a:bodyPr/>
          <a:lstStyle/>
          <a:p>
            <a:pPr lvl="0" rtl="0"/>
            <a:r>
              <a:rPr lang="en-US" dirty="0" smtClean="0"/>
              <a:t>Unmeaning agreement [Section 29]</a:t>
            </a:r>
            <a:endParaRPr lang="en-IN" dirty="0"/>
          </a:p>
          <a:p>
            <a:pPr lvl="1" algn="just" rtl="0"/>
            <a:r>
              <a:rPr lang="en-US" sz="1800" dirty="0" smtClean="0"/>
              <a:t>unclear or ambiguous agreement whose meaning can’t be made certain</a:t>
            </a:r>
            <a:endParaRPr lang="en-IN" sz="1800" dirty="0"/>
          </a:p>
          <a:p>
            <a:pPr lvl="1" algn="just" rtl="0"/>
            <a:r>
              <a:rPr lang="en-US" sz="1800" dirty="0" smtClean="0"/>
              <a:t>However, if A says he will supply ‘10 </a:t>
            </a:r>
            <a:r>
              <a:rPr lang="en-US" sz="1800" dirty="0" err="1" smtClean="0"/>
              <a:t>litres</a:t>
            </a:r>
            <a:r>
              <a:rPr lang="en-US" sz="1800" dirty="0" smtClean="0"/>
              <a:t> of oil’ when he only deals in palm oil is not unmeaning. </a:t>
            </a:r>
            <a:endParaRPr lang="en-IN" sz="1800" dirty="0"/>
          </a:p>
          <a:p>
            <a:pPr lvl="0" algn="just" rtl="0"/>
            <a:r>
              <a:rPr lang="en-US" dirty="0" smtClean="0"/>
              <a:t>Agreements which are wagering in nature [Sec 30]</a:t>
            </a:r>
            <a:endParaRPr lang="en-IN" dirty="0"/>
          </a:p>
          <a:p>
            <a:pPr lvl="1" algn="just" rtl="0"/>
            <a:r>
              <a:rPr lang="en-US" sz="1800" dirty="0" smtClean="0"/>
              <a:t>if some future uncertain events happen then the first party will pay the pre-decided amount to the second person and if the future event doesn’t happen then the second person will pay the pre-decided amount to the first person/’betting’/outcome not dependent on the skill of the betting parties.</a:t>
            </a:r>
            <a:endParaRPr lang="en-IN" sz="1800" dirty="0"/>
          </a:p>
          <a:p>
            <a:pPr lvl="1" algn="just" rtl="0"/>
            <a:r>
              <a:rPr lang="en-US" sz="1800" dirty="0" smtClean="0"/>
              <a:t>Betting on cricket versus crossword puzzle</a:t>
            </a:r>
            <a:endParaRPr lang="en-IN" sz="1800" dirty="0"/>
          </a:p>
        </p:txBody>
      </p:sp>
    </p:spTree>
    <p:extLst>
      <p:ext uri="{BB962C8B-B14F-4D97-AF65-F5344CB8AC3E}">
        <p14:creationId xmlns:p14="http://schemas.microsoft.com/office/powerpoint/2010/main" val="422779741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Void Agreements</a:t>
            </a:r>
            <a:endParaRPr lang="en-IN" b="1"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3" name="Content Placeholder 2"/>
          <p:cNvSpPr>
            <a:spLocks noGrp="1"/>
          </p:cNvSpPr>
          <p:nvPr>
            <p:ph idx="1"/>
          </p:nvPr>
        </p:nvSpPr>
        <p:spPr/>
        <p:txBody>
          <a:bodyPr/>
          <a:lstStyle/>
          <a:p>
            <a:pPr lvl="0" rtl="0"/>
            <a:r>
              <a:rPr lang="en-US" smtClean="0"/>
              <a:t>Agreement to do impossible act [Sec 56]</a:t>
            </a:r>
            <a:endParaRPr lang="en-IN"/>
          </a:p>
          <a:p>
            <a:pPr lvl="1" algn="just" rtl="0"/>
            <a:r>
              <a:rPr lang="en-US" sz="1800" dirty="0" smtClean="0"/>
              <a:t>any contract which has been entered to undertake any impossible activity shall be considered as a void contract. </a:t>
            </a:r>
            <a:endParaRPr lang="en-IN" sz="1800" dirty="0"/>
          </a:p>
          <a:p>
            <a:pPr lvl="1" algn="just" rtl="0"/>
            <a:r>
              <a:rPr lang="en-US" sz="1800" dirty="0" smtClean="0"/>
              <a:t>if when the contract was entered objective of the agreement wasn’t impossible but with the due course of time the objective became impossible then also the fulfillment of the contract isn’t necessary.</a:t>
            </a:r>
            <a:br>
              <a:rPr lang="en-US" sz="1800" dirty="0" smtClean="0"/>
            </a:br>
            <a:r>
              <a:rPr lang="en-US" sz="1800" dirty="0" smtClean="0"/>
              <a:t/>
            </a:r>
            <a:br>
              <a:rPr lang="en-US" sz="1800" dirty="0" smtClean="0"/>
            </a:br>
            <a:r>
              <a:rPr lang="en-US" sz="1800" dirty="0" smtClean="0"/>
              <a:t/>
            </a:r>
            <a:br>
              <a:rPr lang="en-US" sz="1800" dirty="0" smtClean="0"/>
            </a:br>
            <a:endParaRPr lang="en-IN" sz="1800" dirty="0"/>
          </a:p>
        </p:txBody>
      </p:sp>
    </p:spTree>
    <p:extLst>
      <p:ext uri="{BB962C8B-B14F-4D97-AF65-F5344CB8AC3E}">
        <p14:creationId xmlns:p14="http://schemas.microsoft.com/office/powerpoint/2010/main" val="1268222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t>Quasi Contracts</a:t>
            </a:r>
            <a:endParaRPr lang="en-IN" dirty="0"/>
          </a:p>
        </p:txBody>
      </p:sp>
      <p:sp>
        <p:nvSpPr>
          <p:cNvPr id="3" name="Content Placeholder 2"/>
          <p:cNvSpPr>
            <a:spLocks noGrp="1"/>
          </p:cNvSpPr>
          <p:nvPr>
            <p:ph idx="1"/>
          </p:nvPr>
        </p:nvSpPr>
        <p:spPr>
          <a:xfrm>
            <a:off x="228600" y="1143000"/>
            <a:ext cx="8686800" cy="5213350"/>
          </a:xfrm>
        </p:spPr>
        <p:txBody>
          <a:bodyPr>
            <a:normAutofit fontScale="62500" lnSpcReduction="20000"/>
          </a:bodyPr>
          <a:lstStyle/>
          <a:p>
            <a:pPr marL="0" indent="0" algn="just">
              <a:buNone/>
            </a:pPr>
            <a:r>
              <a:rPr lang="en-US" dirty="0"/>
              <a:t>Quasi-contracts are also called as Constructive contracts </a:t>
            </a:r>
            <a:endParaRPr lang="en-IN" dirty="0"/>
          </a:p>
          <a:p>
            <a:pPr marL="0" indent="0" algn="just">
              <a:buNone/>
            </a:pPr>
            <a:endParaRPr lang="en-US" dirty="0" smtClean="0"/>
          </a:p>
          <a:p>
            <a:pPr marL="0" indent="0" algn="just">
              <a:buNone/>
            </a:pPr>
            <a:r>
              <a:rPr lang="en-US" i="1" dirty="0" smtClean="0">
                <a:solidFill>
                  <a:srgbClr val="FF0000"/>
                </a:solidFill>
              </a:rPr>
              <a:t>“nemo debit </a:t>
            </a:r>
            <a:r>
              <a:rPr lang="en-US" i="1" dirty="0" err="1" smtClean="0">
                <a:solidFill>
                  <a:srgbClr val="FF0000"/>
                </a:solidFill>
              </a:rPr>
              <a:t>locupletari</a:t>
            </a:r>
            <a:r>
              <a:rPr lang="en-US" i="1" dirty="0" smtClean="0">
                <a:solidFill>
                  <a:srgbClr val="FF0000"/>
                </a:solidFill>
              </a:rPr>
              <a:t> ex </a:t>
            </a:r>
            <a:r>
              <a:rPr lang="en-US" i="1" dirty="0" err="1" smtClean="0">
                <a:solidFill>
                  <a:srgbClr val="FF0000"/>
                </a:solidFill>
              </a:rPr>
              <a:t>aliena</a:t>
            </a:r>
            <a:r>
              <a:rPr lang="en-US" i="1" dirty="0" smtClean="0">
                <a:solidFill>
                  <a:srgbClr val="FF0000"/>
                </a:solidFill>
              </a:rPr>
              <a:t> </a:t>
            </a:r>
            <a:r>
              <a:rPr lang="en-US" i="1" dirty="0" err="1" smtClean="0">
                <a:solidFill>
                  <a:srgbClr val="FF0000"/>
                </a:solidFill>
              </a:rPr>
              <a:t>Jactura</a:t>
            </a:r>
            <a:r>
              <a:rPr lang="en-US" i="1" dirty="0" smtClean="0">
                <a:solidFill>
                  <a:srgbClr val="FF0000"/>
                </a:solidFill>
              </a:rPr>
              <a:t>”</a:t>
            </a:r>
          </a:p>
          <a:p>
            <a:pPr marL="0" indent="0" algn="just">
              <a:buNone/>
            </a:pPr>
            <a:endParaRPr lang="en-IN" dirty="0"/>
          </a:p>
          <a:p>
            <a:pPr marL="0" indent="0" algn="just">
              <a:buNone/>
            </a:pPr>
            <a:r>
              <a:rPr lang="en-US" dirty="0"/>
              <a:t>The underlying principle is equity – a person shall not be allowed to enrich himself unjustly at the expense of another. </a:t>
            </a:r>
            <a:endParaRPr lang="en-IN" dirty="0"/>
          </a:p>
          <a:p>
            <a:pPr marL="0" indent="0" algn="just">
              <a:buNone/>
            </a:pPr>
            <a:r>
              <a:rPr lang="en-US" dirty="0"/>
              <a:t> </a:t>
            </a:r>
            <a:endParaRPr lang="en-IN" dirty="0"/>
          </a:p>
          <a:p>
            <a:pPr marL="0" indent="0" algn="just">
              <a:buNone/>
            </a:pPr>
            <a:r>
              <a:rPr lang="en-US" b="1" dirty="0"/>
              <a:t>Unjust enrichment means – </a:t>
            </a:r>
            <a:endParaRPr lang="en-IN" dirty="0"/>
          </a:p>
          <a:p>
            <a:pPr marL="0" indent="0" algn="just">
              <a:buNone/>
            </a:pPr>
            <a:r>
              <a:rPr lang="en-US" dirty="0"/>
              <a:t> </a:t>
            </a:r>
            <a:endParaRPr lang="en-IN" dirty="0"/>
          </a:p>
          <a:p>
            <a:pPr algn="just"/>
            <a:r>
              <a:rPr lang="en-US" dirty="0"/>
              <a:t>First, that the defendant has been enriched by the receipt of a benefit;</a:t>
            </a:r>
            <a:endParaRPr lang="en-IN" dirty="0"/>
          </a:p>
          <a:p>
            <a:pPr algn="just"/>
            <a:r>
              <a:rPr lang="en-US" dirty="0"/>
              <a:t>Secondly, that this enrichment is at the expense of the plaintiff;</a:t>
            </a:r>
            <a:endParaRPr lang="en-IN" dirty="0"/>
          </a:p>
          <a:p>
            <a:pPr algn="just"/>
            <a:r>
              <a:rPr lang="en-US" dirty="0"/>
              <a:t>Thirdly, that the retention of this enrichment is unjust.</a:t>
            </a:r>
            <a:endParaRPr lang="en-IN" dirty="0"/>
          </a:p>
          <a:p>
            <a:pPr marL="0" indent="0" algn="just">
              <a:buNone/>
            </a:pPr>
            <a:r>
              <a:rPr lang="en-US" dirty="0"/>
              <a:t> </a:t>
            </a:r>
            <a:endParaRPr lang="en-IN" dirty="0"/>
          </a:p>
          <a:p>
            <a:pPr marL="0" indent="0" algn="just">
              <a:buNone/>
            </a:pPr>
            <a:r>
              <a:rPr lang="en-US" dirty="0" smtClean="0"/>
              <a:t>e.g</a:t>
            </a:r>
            <a:r>
              <a:rPr lang="en-US" dirty="0"/>
              <a:t>. a box of high-priced mangoes were delivered to N P Sharma. They were meant for M P Sharma. N P Sharma and his family knew that the mangoes were not theirs and rather than returning the goods, they consumed the mangoes. Now, the law states that N P Sharma must pay the fruit vendor the price of the mangoes.</a:t>
            </a:r>
            <a:endParaRPr lang="en-IN" dirty="0"/>
          </a:p>
          <a:p>
            <a:pPr algn="just"/>
            <a:endParaRPr lang="en-IN" dirty="0"/>
          </a:p>
        </p:txBody>
      </p:sp>
      <p:sp>
        <p:nvSpPr>
          <p:cNvPr id="4" name="Date Placeholder 3"/>
          <p:cNvSpPr>
            <a:spLocks noGrp="1"/>
          </p:cNvSpPr>
          <p:nvPr>
            <p:ph type="dt" sz="half" idx="10"/>
          </p:nvPr>
        </p:nvSpPr>
        <p:spPr/>
        <p:txBody>
          <a:bodyPr/>
          <a:lstStyle/>
          <a:p>
            <a:fld id="{AA83B355-100E-4DA3-9CB1-E172BB0B9FF6}"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42733160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QUASI CONTRACTS</a:t>
            </a:r>
            <a:r>
              <a:rPr lang="en-IN" dirty="0"/>
              <a:t/>
            </a:r>
            <a:br>
              <a:rPr lang="en-IN" dirty="0"/>
            </a:br>
            <a:endParaRPr lang="en-IN" dirty="0"/>
          </a:p>
        </p:txBody>
      </p:sp>
      <p:sp>
        <p:nvSpPr>
          <p:cNvPr id="3" name="Content Placeholder 2"/>
          <p:cNvSpPr>
            <a:spLocks noGrp="1"/>
          </p:cNvSpPr>
          <p:nvPr>
            <p:ph idx="1"/>
          </p:nvPr>
        </p:nvSpPr>
        <p:spPr>
          <a:xfrm>
            <a:off x="190500" y="1120559"/>
            <a:ext cx="8763000" cy="1828800"/>
          </a:xfrm>
        </p:spPr>
        <p:txBody>
          <a:bodyPr>
            <a:noAutofit/>
          </a:bodyPr>
          <a:lstStyle/>
          <a:p>
            <a:pPr marL="0" indent="0" algn="just">
              <a:buNone/>
            </a:pPr>
            <a:r>
              <a:rPr lang="en-US" sz="2000" dirty="0">
                <a:solidFill>
                  <a:srgbClr val="FF0000"/>
                </a:solidFill>
              </a:rPr>
              <a:t>1. Supply of </a:t>
            </a:r>
            <a:r>
              <a:rPr lang="en-US" sz="2000" dirty="0" smtClean="0">
                <a:solidFill>
                  <a:srgbClr val="FF0000"/>
                </a:solidFill>
              </a:rPr>
              <a:t>Necessaries (Section 68)</a:t>
            </a:r>
            <a:endParaRPr lang="en-IN" sz="2000" dirty="0">
              <a:solidFill>
                <a:srgbClr val="FF0000"/>
              </a:solidFill>
            </a:endParaRPr>
          </a:p>
          <a:p>
            <a:pPr marL="0" indent="0" algn="just">
              <a:buNone/>
            </a:pPr>
            <a:endParaRPr lang="en-IN" sz="2000" dirty="0"/>
          </a:p>
          <a:p>
            <a:pPr algn="just"/>
            <a:r>
              <a:rPr lang="en-US" sz="2000" dirty="0"/>
              <a:t>If a person, incapable of entering into a contract, or anyone whom he is legally bound to support, is supplied by another with </a:t>
            </a:r>
            <a:r>
              <a:rPr lang="en-US" sz="2000" u="sng" dirty="0"/>
              <a:t>necessaries</a:t>
            </a:r>
            <a:r>
              <a:rPr lang="en-US" sz="2000" dirty="0"/>
              <a:t> suited to his condition in life, the person who has furnished such supplies is entitled to be reimbursed from the property of such incapable person. </a:t>
            </a:r>
            <a:endParaRPr lang="en-IN" sz="2000" dirty="0"/>
          </a:p>
          <a:p>
            <a:pPr marL="0" indent="0" algn="just">
              <a:buNone/>
            </a:pPr>
            <a:r>
              <a:rPr lang="en-US" sz="2000" dirty="0" smtClean="0"/>
              <a:t>e.g</a:t>
            </a:r>
            <a:r>
              <a:rPr lang="en-US" sz="2000" dirty="0"/>
              <a:t>. </a:t>
            </a:r>
            <a:r>
              <a:rPr lang="en-US" sz="2000" dirty="0" smtClean="0"/>
              <a:t>Blueberry </a:t>
            </a:r>
            <a:r>
              <a:rPr lang="en-US" sz="2000" dirty="0"/>
              <a:t>supplied </a:t>
            </a:r>
            <a:r>
              <a:rPr lang="en-US" sz="2000" dirty="0" err="1"/>
              <a:t>Vipul</a:t>
            </a:r>
            <a:r>
              <a:rPr lang="en-US" sz="2000" dirty="0"/>
              <a:t>, a lunatic with necessaries suitable to his condition in life,. </a:t>
            </a:r>
            <a:r>
              <a:rPr lang="en-US" sz="2000" dirty="0" smtClean="0"/>
              <a:t>Blueberry </a:t>
            </a:r>
            <a:r>
              <a:rPr lang="en-US" sz="2000" dirty="0"/>
              <a:t>is entitled to be reimbursed from </a:t>
            </a:r>
            <a:r>
              <a:rPr lang="en-US" sz="2000" dirty="0" err="1"/>
              <a:t>Vipul’s</a:t>
            </a:r>
            <a:r>
              <a:rPr lang="en-US" sz="2000" dirty="0"/>
              <a:t> property. </a:t>
            </a:r>
            <a:endParaRPr lang="en-US" sz="2000" dirty="0" smtClean="0"/>
          </a:p>
          <a:p>
            <a:pPr algn="just"/>
            <a:r>
              <a:rPr lang="en-US" sz="2000" dirty="0" smtClean="0"/>
              <a:t>The following needs to remembered –</a:t>
            </a:r>
          </a:p>
          <a:p>
            <a:pPr marL="857250" lvl="1" indent="-457200" algn="just">
              <a:buFont typeface="+mj-lt"/>
              <a:buAutoNum type="arabicPeriod"/>
            </a:pPr>
            <a:r>
              <a:rPr lang="en-US" sz="1600" dirty="0" smtClean="0"/>
              <a:t>No personal liability is there but only the estate is liable</a:t>
            </a:r>
          </a:p>
          <a:p>
            <a:pPr marL="857250" lvl="1" indent="-457200" algn="just">
              <a:buFont typeface="+mj-lt"/>
              <a:buAutoNum type="arabicPeriod"/>
            </a:pPr>
            <a:r>
              <a:rPr lang="en-US" sz="1600" dirty="0" smtClean="0"/>
              <a:t>The supply of things should be of only those considered as necessaries</a:t>
            </a:r>
          </a:p>
          <a:p>
            <a:pPr marL="857250" lvl="1" indent="-457200" algn="just">
              <a:buFont typeface="+mj-lt"/>
              <a:buAutoNum type="arabicPeriod"/>
            </a:pPr>
            <a:r>
              <a:rPr lang="en-US" sz="1600" dirty="0" smtClean="0"/>
              <a:t>Necessaries should be supplied to the incompetent person or to those he is bound to support.</a:t>
            </a:r>
          </a:p>
          <a:p>
            <a:pPr marL="857250" lvl="1" indent="-457200" algn="just">
              <a:buFont typeface="+mj-lt"/>
              <a:buAutoNum type="arabicPeriod"/>
            </a:pPr>
            <a:r>
              <a:rPr lang="en-US" sz="1600" dirty="0" smtClean="0"/>
              <a:t>Estate needs to pay reasonable price for the goods and services and not the agreed price. </a:t>
            </a:r>
          </a:p>
          <a:p>
            <a:pPr marL="0" indent="0" algn="just">
              <a:buNone/>
            </a:pPr>
            <a:endParaRPr lang="en-US" sz="2000" dirty="0" smtClean="0"/>
          </a:p>
          <a:p>
            <a:pPr algn="just"/>
            <a:endParaRPr lang="en-IN" sz="2000" dirty="0"/>
          </a:p>
          <a:p>
            <a:pPr marL="0" indent="0" algn="just">
              <a:buNone/>
            </a:pPr>
            <a:r>
              <a:rPr lang="en-US" sz="2000" dirty="0"/>
              <a:t> </a:t>
            </a:r>
            <a:endParaRPr lang="en-IN" sz="2000" dirty="0"/>
          </a:p>
          <a:p>
            <a:pPr algn="just"/>
            <a:endParaRPr lang="en-IN" sz="2000" dirty="0"/>
          </a:p>
        </p:txBody>
      </p:sp>
      <p:sp>
        <p:nvSpPr>
          <p:cNvPr id="4" name="Date Placeholder 3"/>
          <p:cNvSpPr>
            <a:spLocks noGrp="1"/>
          </p:cNvSpPr>
          <p:nvPr>
            <p:ph type="dt" sz="half" idx="10"/>
          </p:nvPr>
        </p:nvSpPr>
        <p:spPr/>
        <p:txBody>
          <a:bodyPr/>
          <a:lstStyle/>
          <a:p>
            <a:fld id="{D408FCAF-BB62-4C71-9398-C0869D7FEF9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10416900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QUASI CONTRACTS</a:t>
            </a:r>
            <a:r>
              <a:rPr lang="en-IN" dirty="0"/>
              <a:t/>
            </a:r>
            <a:br>
              <a:rPr lang="en-IN" dirty="0"/>
            </a:br>
            <a:endParaRPr lang="en-IN" dirty="0"/>
          </a:p>
        </p:txBody>
      </p:sp>
      <p:sp>
        <p:nvSpPr>
          <p:cNvPr id="3" name="Content Placeholder 2"/>
          <p:cNvSpPr>
            <a:spLocks noGrp="1"/>
          </p:cNvSpPr>
          <p:nvPr>
            <p:ph idx="1"/>
          </p:nvPr>
        </p:nvSpPr>
        <p:spPr>
          <a:xfrm>
            <a:off x="152400" y="1143000"/>
            <a:ext cx="8763000" cy="4724400"/>
          </a:xfrm>
        </p:spPr>
        <p:txBody>
          <a:bodyPr>
            <a:noAutofit/>
          </a:bodyPr>
          <a:lstStyle/>
          <a:p>
            <a:pPr marL="0" indent="0" algn="just">
              <a:buNone/>
            </a:pPr>
            <a:r>
              <a:rPr lang="en-US" sz="1800" dirty="0" smtClean="0"/>
              <a:t>2</a:t>
            </a:r>
            <a:r>
              <a:rPr lang="en-US" sz="1800" dirty="0"/>
              <a:t>. </a:t>
            </a:r>
            <a:r>
              <a:rPr lang="en-US" sz="1800" dirty="0">
                <a:solidFill>
                  <a:srgbClr val="FF0000"/>
                </a:solidFill>
              </a:rPr>
              <a:t>Payment by an Interested Person</a:t>
            </a:r>
            <a:endParaRPr lang="en-IN" sz="1800" dirty="0">
              <a:solidFill>
                <a:srgbClr val="FF0000"/>
              </a:solidFill>
            </a:endParaRPr>
          </a:p>
          <a:p>
            <a:pPr marL="0" indent="0" algn="just">
              <a:buNone/>
            </a:pPr>
            <a:r>
              <a:rPr lang="en-US" sz="1800" dirty="0"/>
              <a:t>A person who is interested in the payment of money which another is bound by law to pay, and who therefore pays it, is entitled to be reimbursed by the </a:t>
            </a:r>
            <a:r>
              <a:rPr lang="en-US" sz="1800" dirty="0" smtClean="0"/>
              <a:t>other.</a:t>
            </a:r>
            <a:r>
              <a:rPr lang="en-IN" sz="1800" dirty="0"/>
              <a:t> </a:t>
            </a:r>
            <a:r>
              <a:rPr lang="en-US" sz="1800" dirty="0" smtClean="0"/>
              <a:t>The </a:t>
            </a:r>
            <a:r>
              <a:rPr lang="en-US" sz="1800" dirty="0"/>
              <a:t>essential requirements for this are (Section 69)</a:t>
            </a:r>
            <a:endParaRPr lang="en-IN" sz="1800" dirty="0"/>
          </a:p>
          <a:p>
            <a:pPr marL="0" indent="0" algn="just">
              <a:buNone/>
            </a:pPr>
            <a:r>
              <a:rPr lang="en-US" sz="1800" dirty="0"/>
              <a:t> </a:t>
            </a:r>
            <a:endParaRPr lang="en-IN" sz="1800" dirty="0"/>
          </a:p>
          <a:p>
            <a:pPr marL="0" indent="0" algn="just">
              <a:buNone/>
            </a:pPr>
            <a:r>
              <a:rPr lang="en-US" sz="1800" dirty="0"/>
              <a:t>a. The payment made should be bona fide for the protection of one’s interest. </a:t>
            </a:r>
            <a:endParaRPr lang="en-IN" sz="1800" dirty="0"/>
          </a:p>
          <a:p>
            <a:pPr marL="0" indent="0" algn="just">
              <a:buNone/>
            </a:pPr>
            <a:r>
              <a:rPr lang="en-US" sz="1800" dirty="0"/>
              <a:t> </a:t>
            </a:r>
            <a:endParaRPr lang="en-IN" sz="1800" dirty="0"/>
          </a:p>
          <a:p>
            <a:pPr marL="0" indent="0" algn="just">
              <a:buNone/>
            </a:pPr>
            <a:r>
              <a:rPr lang="en-US" sz="1800" dirty="0"/>
              <a:t>b. The payment should not be a voluntary one.</a:t>
            </a:r>
            <a:endParaRPr lang="en-IN" sz="1800" dirty="0"/>
          </a:p>
          <a:p>
            <a:pPr marL="0" indent="0" algn="just">
              <a:buNone/>
            </a:pPr>
            <a:r>
              <a:rPr lang="en-US" sz="1800" dirty="0"/>
              <a:t> </a:t>
            </a:r>
            <a:endParaRPr lang="en-IN" sz="1800" dirty="0"/>
          </a:p>
          <a:p>
            <a:pPr marL="0" indent="0" algn="just">
              <a:buNone/>
            </a:pPr>
            <a:r>
              <a:rPr lang="en-US" sz="1800" dirty="0"/>
              <a:t>e.g. </a:t>
            </a:r>
            <a:r>
              <a:rPr lang="en-US" sz="1800" dirty="0" err="1"/>
              <a:t>Macclesfield</a:t>
            </a:r>
            <a:r>
              <a:rPr lang="en-US" sz="1800" dirty="0"/>
              <a:t> Corporation v. Great Central Railway (1911). A canal company owned a canal and was under a statutory duty to keep the bridge on the canal under repair. The bridge fell into disrepair and the highway authority called upon the canal company to repair it. When the canal company did not do it, the highway authority themselves repaired the bridge and sued the canal company to recover the amount. The court held that the highway company could not recover the money because their act was voluntary. </a:t>
            </a:r>
            <a:endParaRPr lang="en-IN" sz="1800" dirty="0"/>
          </a:p>
          <a:p>
            <a:pPr marL="0" indent="0" algn="just">
              <a:buNone/>
            </a:pPr>
            <a:r>
              <a:rPr lang="en-US" sz="1800" dirty="0"/>
              <a:t> </a:t>
            </a:r>
            <a:endParaRPr lang="en-IN" sz="1800" dirty="0"/>
          </a:p>
          <a:p>
            <a:pPr marL="0" indent="0" algn="just">
              <a:buNone/>
            </a:pPr>
            <a:r>
              <a:rPr lang="en-US" sz="1800" dirty="0"/>
              <a:t>c. The payment must be such as the other party was bound by law to pay.</a:t>
            </a:r>
            <a:endParaRPr lang="en-IN" sz="1800" dirty="0"/>
          </a:p>
          <a:p>
            <a:pPr algn="just"/>
            <a:endParaRPr lang="en-IN" sz="1800" dirty="0"/>
          </a:p>
        </p:txBody>
      </p:sp>
      <p:sp>
        <p:nvSpPr>
          <p:cNvPr id="4" name="Date Placeholder 3"/>
          <p:cNvSpPr>
            <a:spLocks noGrp="1"/>
          </p:cNvSpPr>
          <p:nvPr>
            <p:ph type="dt" sz="half" idx="10"/>
          </p:nvPr>
        </p:nvSpPr>
        <p:spPr/>
        <p:txBody>
          <a:bodyPr/>
          <a:lstStyle/>
          <a:p>
            <a:fld id="{E2E58C5E-2A62-40C0-A330-7F3FF12A0AE2}"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425955474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QUASI CONTRACTS</a:t>
            </a:r>
            <a:r>
              <a:rPr lang="en-IN" dirty="0"/>
              <a:t/>
            </a:r>
            <a:br>
              <a:rPr lang="en-IN" dirty="0"/>
            </a:br>
            <a:endParaRPr lang="en-IN" dirty="0"/>
          </a:p>
        </p:txBody>
      </p:sp>
      <p:sp>
        <p:nvSpPr>
          <p:cNvPr id="3" name="Content Placeholder 2"/>
          <p:cNvSpPr>
            <a:spLocks noGrp="1"/>
          </p:cNvSpPr>
          <p:nvPr>
            <p:ph idx="1"/>
          </p:nvPr>
        </p:nvSpPr>
        <p:spPr>
          <a:xfrm>
            <a:off x="152400" y="1143000"/>
            <a:ext cx="8763000" cy="5029200"/>
          </a:xfrm>
        </p:spPr>
        <p:txBody>
          <a:bodyPr>
            <a:noAutofit/>
          </a:bodyPr>
          <a:lstStyle/>
          <a:p>
            <a:pPr marL="0" indent="0" algn="just">
              <a:buNone/>
            </a:pPr>
            <a:r>
              <a:rPr lang="en-US" sz="2800" dirty="0"/>
              <a:t>3. </a:t>
            </a:r>
            <a:r>
              <a:rPr lang="en-US" sz="2800" dirty="0">
                <a:solidFill>
                  <a:srgbClr val="FF0000"/>
                </a:solidFill>
              </a:rPr>
              <a:t>Obligation to pay for non-gratuitous </a:t>
            </a:r>
            <a:r>
              <a:rPr lang="en-US" sz="2800" dirty="0" smtClean="0">
                <a:solidFill>
                  <a:srgbClr val="FF0000"/>
                </a:solidFill>
              </a:rPr>
              <a:t>acts (Section 70)</a:t>
            </a:r>
            <a:endParaRPr lang="en-IN" sz="2800" dirty="0">
              <a:solidFill>
                <a:srgbClr val="FF0000"/>
              </a:solidFill>
            </a:endParaRPr>
          </a:p>
          <a:p>
            <a:pPr algn="just"/>
            <a:r>
              <a:rPr lang="en-US" sz="2800" dirty="0"/>
              <a:t>When a person lawfully does anything for another person or delivers anything to him, not intending to do so gratuitously, and such other person enjoys the benefit thereof, the latter is bound to make compensation to the former in respect of, or to restore, the thing so done or delivered.</a:t>
            </a:r>
            <a:endParaRPr lang="en-IN" sz="2800" dirty="0"/>
          </a:p>
          <a:p>
            <a:pPr marL="0" indent="0" algn="just">
              <a:buNone/>
            </a:pPr>
            <a:r>
              <a:rPr lang="en-US" sz="2800" dirty="0"/>
              <a:t>  </a:t>
            </a:r>
            <a:endParaRPr lang="en-IN" sz="2800" dirty="0"/>
          </a:p>
          <a:p>
            <a:pPr marL="0" indent="0" algn="just">
              <a:buNone/>
            </a:pPr>
            <a:endParaRPr lang="en-IN" sz="2800" dirty="0"/>
          </a:p>
        </p:txBody>
      </p:sp>
      <p:sp>
        <p:nvSpPr>
          <p:cNvPr id="4" name="Date Placeholder 3"/>
          <p:cNvSpPr>
            <a:spLocks noGrp="1"/>
          </p:cNvSpPr>
          <p:nvPr>
            <p:ph type="dt" sz="half" idx="10"/>
          </p:nvPr>
        </p:nvSpPr>
        <p:spPr/>
        <p:txBody>
          <a:bodyPr/>
          <a:lstStyle/>
          <a:p>
            <a:fld id="{A35D0520-718E-41FF-82B6-6738F972A82F}"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41932145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QUASI CONTRACTS</a:t>
            </a:r>
            <a:r>
              <a:rPr lang="en-IN" dirty="0"/>
              <a:t/>
            </a:r>
            <a:br>
              <a:rPr lang="en-IN" dirty="0"/>
            </a:br>
            <a:endParaRPr lang="en-IN" dirty="0"/>
          </a:p>
        </p:txBody>
      </p:sp>
      <p:sp>
        <p:nvSpPr>
          <p:cNvPr id="3" name="Content Placeholder 2"/>
          <p:cNvSpPr>
            <a:spLocks noGrp="1"/>
          </p:cNvSpPr>
          <p:nvPr>
            <p:ph idx="1"/>
          </p:nvPr>
        </p:nvSpPr>
        <p:spPr>
          <a:xfrm>
            <a:off x="-13855" y="853064"/>
            <a:ext cx="8763000" cy="5503285"/>
          </a:xfrm>
        </p:spPr>
        <p:txBody>
          <a:bodyPr>
            <a:noAutofit/>
          </a:bodyPr>
          <a:lstStyle/>
          <a:p>
            <a:pPr marL="0" indent="0" algn="just">
              <a:buNone/>
            </a:pPr>
            <a:r>
              <a:rPr lang="en-US" sz="1800" dirty="0"/>
              <a:t> </a:t>
            </a:r>
            <a:r>
              <a:rPr lang="en-US" sz="1800" dirty="0" smtClean="0"/>
              <a:t>4. </a:t>
            </a:r>
            <a:r>
              <a:rPr lang="en-US" sz="1800" dirty="0">
                <a:solidFill>
                  <a:srgbClr val="FF0000"/>
                </a:solidFill>
              </a:rPr>
              <a:t>Responsibility of finder of </a:t>
            </a:r>
            <a:r>
              <a:rPr lang="en-US" sz="1800" dirty="0" smtClean="0">
                <a:solidFill>
                  <a:srgbClr val="FF0000"/>
                </a:solidFill>
              </a:rPr>
              <a:t>lost goods (Section 71)</a:t>
            </a:r>
            <a:endParaRPr lang="en-IN" sz="1800" dirty="0">
              <a:solidFill>
                <a:srgbClr val="FF0000"/>
              </a:solidFill>
            </a:endParaRPr>
          </a:p>
          <a:p>
            <a:pPr algn="just"/>
            <a:r>
              <a:rPr lang="en-US" sz="1800" dirty="0"/>
              <a:t>A person, who finds goods belonging to another and takes them into his custody, is subject to the same responsibility as a </a:t>
            </a:r>
            <a:r>
              <a:rPr lang="en-US" sz="1800" dirty="0" err="1"/>
              <a:t>bailee</a:t>
            </a:r>
            <a:r>
              <a:rPr lang="en-US" sz="1800" dirty="0"/>
              <a:t>. He is bound to take as much care of the goods as a man of ordinary prudence would take care of his own goods of the same bulk, quality and value. </a:t>
            </a:r>
            <a:endParaRPr lang="en-US" sz="1800" dirty="0" smtClean="0"/>
          </a:p>
          <a:p>
            <a:pPr algn="just"/>
            <a:r>
              <a:rPr lang="en-US" sz="1800" dirty="0" smtClean="0"/>
              <a:t>Duties of finder of goods – </a:t>
            </a:r>
          </a:p>
          <a:p>
            <a:pPr lvl="1" algn="just"/>
            <a:r>
              <a:rPr lang="en-US" sz="1400" dirty="0" smtClean="0"/>
              <a:t>Try to find the true/real owner of the goods.</a:t>
            </a:r>
          </a:p>
          <a:p>
            <a:pPr lvl="1" algn="just"/>
            <a:r>
              <a:rPr lang="en-US" sz="1400" dirty="0" smtClean="0"/>
              <a:t>Must not use the goods</a:t>
            </a:r>
          </a:p>
          <a:p>
            <a:pPr lvl="1" algn="just"/>
            <a:r>
              <a:rPr lang="en-US" sz="1400" dirty="0" smtClean="0"/>
              <a:t>Must take reasonable care of the goods.</a:t>
            </a:r>
          </a:p>
          <a:p>
            <a:pPr lvl="1" algn="just"/>
            <a:r>
              <a:rPr lang="en-US" sz="1400" dirty="0" smtClean="0"/>
              <a:t>Restore the goods to the real owner on demand if the real owner is found.</a:t>
            </a:r>
            <a:endParaRPr lang="en-IN" sz="1400" dirty="0"/>
          </a:p>
          <a:p>
            <a:pPr marL="0" indent="0" algn="just">
              <a:buNone/>
            </a:pPr>
            <a:r>
              <a:rPr lang="en-US" sz="1800" dirty="0"/>
              <a:t> </a:t>
            </a:r>
            <a:endParaRPr lang="en-IN" sz="1800" dirty="0"/>
          </a:p>
          <a:p>
            <a:pPr algn="just"/>
            <a:r>
              <a:rPr lang="en-US" sz="1800" dirty="0" smtClean="0"/>
              <a:t>Rights of finder of goods – </a:t>
            </a:r>
          </a:p>
          <a:p>
            <a:pPr lvl="1" algn="just"/>
            <a:r>
              <a:rPr lang="en-US" sz="1400" dirty="0" smtClean="0"/>
              <a:t>Till the real owner is found, he can retain the possession of the goods against the whole world. (Finder’s title is better than everybody except the real owner)</a:t>
            </a:r>
          </a:p>
          <a:p>
            <a:pPr lvl="1" algn="just"/>
            <a:r>
              <a:rPr lang="en-US" sz="1400" dirty="0" smtClean="0"/>
              <a:t>He is entitled to receive from the true owner all the expense he has borne to preserve the goods and to find the true owner.</a:t>
            </a:r>
          </a:p>
          <a:p>
            <a:pPr lvl="1" algn="just"/>
            <a:r>
              <a:rPr lang="en-US" sz="1400" dirty="0" smtClean="0"/>
              <a:t>He can recover the reward from the true owner that was announced on the return of the said goods, provided he knew about the reward before he returned the goods to the true owner.</a:t>
            </a:r>
          </a:p>
          <a:p>
            <a:pPr lvl="1" algn="just"/>
            <a:r>
              <a:rPr lang="en-US" sz="1400" dirty="0" smtClean="0"/>
              <a:t>Right to sell the goods</a:t>
            </a:r>
            <a:endParaRPr lang="en-IN" sz="1400" dirty="0"/>
          </a:p>
        </p:txBody>
      </p:sp>
      <p:sp>
        <p:nvSpPr>
          <p:cNvPr id="4" name="Date Placeholder 3"/>
          <p:cNvSpPr>
            <a:spLocks noGrp="1"/>
          </p:cNvSpPr>
          <p:nvPr>
            <p:ph type="dt" sz="half" idx="10"/>
          </p:nvPr>
        </p:nvSpPr>
        <p:spPr/>
        <p:txBody>
          <a:bodyPr/>
          <a:lstStyle/>
          <a:p>
            <a:fld id="{A35D0520-718E-41FF-82B6-6738F972A82F}"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317208364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QUASI CONTRACTS</a:t>
            </a:r>
            <a:r>
              <a:rPr lang="en-IN" dirty="0"/>
              <a:t/>
            </a:r>
            <a:br>
              <a:rPr lang="en-IN" dirty="0"/>
            </a:br>
            <a:endParaRPr lang="en-IN" dirty="0"/>
          </a:p>
        </p:txBody>
      </p:sp>
      <p:sp>
        <p:nvSpPr>
          <p:cNvPr id="3" name="Content Placeholder 2"/>
          <p:cNvSpPr>
            <a:spLocks noGrp="1"/>
          </p:cNvSpPr>
          <p:nvPr>
            <p:ph idx="1"/>
          </p:nvPr>
        </p:nvSpPr>
        <p:spPr>
          <a:xfrm>
            <a:off x="457200" y="1606262"/>
            <a:ext cx="8153400" cy="4754562"/>
          </a:xfrm>
        </p:spPr>
        <p:txBody>
          <a:bodyPr>
            <a:noAutofit/>
          </a:bodyPr>
          <a:lstStyle/>
          <a:p>
            <a:pPr marL="0" indent="0" algn="just">
              <a:buNone/>
            </a:pPr>
            <a:r>
              <a:rPr lang="en-US" sz="2000" dirty="0"/>
              <a:t> </a:t>
            </a:r>
            <a:endParaRPr lang="en-IN" sz="2000" dirty="0"/>
          </a:p>
          <a:p>
            <a:pPr algn="just"/>
            <a:r>
              <a:rPr lang="en-US" sz="2000" dirty="0"/>
              <a:t>In the following cases, the finder can sell the goods:</a:t>
            </a:r>
            <a:endParaRPr lang="en-IN" sz="2000" dirty="0"/>
          </a:p>
          <a:p>
            <a:pPr marL="0" indent="0" algn="just">
              <a:buNone/>
            </a:pPr>
            <a:r>
              <a:rPr lang="en-US" sz="2000" dirty="0"/>
              <a:t> </a:t>
            </a:r>
            <a:endParaRPr lang="en-IN" sz="2000" dirty="0"/>
          </a:p>
          <a:p>
            <a:pPr marL="0" indent="0" algn="just">
              <a:buNone/>
            </a:pPr>
            <a:r>
              <a:rPr lang="en-US" sz="2000" dirty="0"/>
              <a:t>-When the thing is in danger of perishing.</a:t>
            </a:r>
            <a:endParaRPr lang="en-IN" sz="2000" dirty="0"/>
          </a:p>
          <a:p>
            <a:pPr marL="0" indent="0" algn="just">
              <a:buNone/>
            </a:pPr>
            <a:r>
              <a:rPr lang="en-US" sz="2000" dirty="0"/>
              <a:t>-When the owner cannot, with reasonable diligence, be found out</a:t>
            </a:r>
            <a:endParaRPr lang="en-IN" sz="2000" dirty="0"/>
          </a:p>
          <a:p>
            <a:pPr marL="0" indent="0" algn="just">
              <a:buNone/>
            </a:pPr>
            <a:r>
              <a:rPr lang="en-US" sz="2000" dirty="0"/>
              <a:t>-When the owner is found out, but he refuses to pay the lawful charges of the </a:t>
            </a:r>
            <a:r>
              <a:rPr lang="en-US" sz="2000" dirty="0" smtClean="0"/>
              <a:t>finder.</a:t>
            </a:r>
            <a:endParaRPr lang="en-IN" sz="2000" dirty="0"/>
          </a:p>
          <a:p>
            <a:pPr marL="0" indent="0" algn="just">
              <a:buNone/>
            </a:pPr>
            <a:r>
              <a:rPr lang="en-US" sz="2000" dirty="0"/>
              <a:t>-When the lawful charges of the finder, in respect of the thing found, amount to two-thirds of the value of the thing found.</a:t>
            </a:r>
            <a:endParaRPr lang="en-IN" sz="2000" dirty="0"/>
          </a:p>
          <a:p>
            <a:pPr algn="just"/>
            <a:endParaRPr lang="en-IN" sz="2000" dirty="0"/>
          </a:p>
        </p:txBody>
      </p:sp>
      <p:sp>
        <p:nvSpPr>
          <p:cNvPr id="4" name="Date Placeholder 3"/>
          <p:cNvSpPr>
            <a:spLocks noGrp="1"/>
          </p:cNvSpPr>
          <p:nvPr>
            <p:ph type="dt" sz="half" idx="10"/>
          </p:nvPr>
        </p:nvSpPr>
        <p:spPr/>
        <p:txBody>
          <a:bodyPr/>
          <a:lstStyle/>
          <a:p>
            <a:fld id="{A35D0520-718E-41FF-82B6-6738F972A82F}"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25762142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QUASI CONTRACTS</a:t>
            </a:r>
            <a:r>
              <a:rPr lang="en-IN" dirty="0"/>
              <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5</a:t>
            </a:r>
            <a:r>
              <a:rPr lang="en-US" dirty="0" smtClean="0"/>
              <a:t>.</a:t>
            </a:r>
            <a:r>
              <a:rPr lang="en-US" dirty="0" smtClean="0">
                <a:solidFill>
                  <a:srgbClr val="FF0000"/>
                </a:solidFill>
              </a:rPr>
              <a:t> Mistake </a:t>
            </a:r>
            <a:r>
              <a:rPr lang="en-US" dirty="0">
                <a:solidFill>
                  <a:srgbClr val="FF0000"/>
                </a:solidFill>
              </a:rPr>
              <a:t>or </a:t>
            </a:r>
            <a:r>
              <a:rPr lang="en-US" dirty="0" smtClean="0">
                <a:solidFill>
                  <a:srgbClr val="FF0000"/>
                </a:solidFill>
              </a:rPr>
              <a:t>Coercion (Section 72)</a:t>
            </a:r>
            <a:endParaRPr lang="en-IN" dirty="0">
              <a:solidFill>
                <a:srgbClr val="FF0000"/>
              </a:solidFill>
            </a:endParaRPr>
          </a:p>
          <a:p>
            <a:pPr marL="0" indent="0" algn="just">
              <a:buNone/>
            </a:pPr>
            <a:endParaRPr lang="en-IN" dirty="0"/>
          </a:p>
          <a:p>
            <a:pPr algn="just"/>
            <a:r>
              <a:rPr lang="en-US" dirty="0"/>
              <a:t>A person to whom money has been paid or anything delivered by mistake or under coercion must repay or return it to the person who paid it by mistake or under coercion. </a:t>
            </a:r>
            <a:endParaRPr lang="en-IN" dirty="0"/>
          </a:p>
          <a:p>
            <a:pPr marL="0" indent="0" algn="just">
              <a:buNone/>
            </a:pPr>
            <a:endParaRPr lang="en-IN" dirty="0"/>
          </a:p>
          <a:p>
            <a:pPr marL="0" indent="0" algn="just">
              <a:buNone/>
            </a:pPr>
            <a:r>
              <a:rPr lang="en-US" dirty="0"/>
              <a:t>e.g. </a:t>
            </a:r>
            <a:r>
              <a:rPr lang="en-US" dirty="0" err="1" smtClean="0"/>
              <a:t>Bhavya</a:t>
            </a:r>
            <a:r>
              <a:rPr lang="en-US" dirty="0" smtClean="0"/>
              <a:t> pays </a:t>
            </a:r>
            <a:r>
              <a:rPr lang="en-US" dirty="0"/>
              <a:t>some money to </a:t>
            </a:r>
            <a:r>
              <a:rPr lang="en-US" dirty="0" err="1" smtClean="0"/>
              <a:t>Nirmal</a:t>
            </a:r>
            <a:r>
              <a:rPr lang="en-US" dirty="0" smtClean="0"/>
              <a:t> </a:t>
            </a:r>
            <a:r>
              <a:rPr lang="en-US" dirty="0"/>
              <a:t>by mistake. It was actually due to </a:t>
            </a:r>
            <a:r>
              <a:rPr lang="en-US" dirty="0" err="1" smtClean="0"/>
              <a:t>Varin</a:t>
            </a:r>
            <a:r>
              <a:rPr lang="en-US" dirty="0" smtClean="0"/>
              <a:t>. </a:t>
            </a:r>
            <a:r>
              <a:rPr lang="en-US" dirty="0" err="1" smtClean="0"/>
              <a:t>Nirmal</a:t>
            </a:r>
            <a:r>
              <a:rPr lang="en-US" dirty="0" smtClean="0"/>
              <a:t> </a:t>
            </a:r>
            <a:r>
              <a:rPr lang="en-US" dirty="0"/>
              <a:t>must refund the money to </a:t>
            </a:r>
            <a:r>
              <a:rPr lang="en-US" dirty="0" err="1" smtClean="0"/>
              <a:t>Bhavya</a:t>
            </a:r>
            <a:r>
              <a:rPr lang="en-US" dirty="0" smtClean="0"/>
              <a:t>. </a:t>
            </a:r>
            <a:r>
              <a:rPr lang="en-US" dirty="0" err="1" smtClean="0"/>
              <a:t>Varin</a:t>
            </a:r>
            <a:r>
              <a:rPr lang="en-US" dirty="0" smtClean="0"/>
              <a:t> </a:t>
            </a:r>
            <a:r>
              <a:rPr lang="en-US" dirty="0"/>
              <a:t>can recover money from </a:t>
            </a:r>
            <a:r>
              <a:rPr lang="en-US" dirty="0" err="1" smtClean="0"/>
              <a:t>Bhavya</a:t>
            </a:r>
            <a:r>
              <a:rPr lang="en-US" dirty="0" smtClean="0"/>
              <a:t> </a:t>
            </a:r>
            <a:r>
              <a:rPr lang="en-US" dirty="0"/>
              <a:t>and not from </a:t>
            </a:r>
            <a:r>
              <a:rPr lang="en-US" dirty="0" err="1" smtClean="0"/>
              <a:t>Nirmal</a:t>
            </a:r>
            <a:r>
              <a:rPr lang="en-US" dirty="0" smtClean="0"/>
              <a:t>, </a:t>
            </a:r>
            <a:r>
              <a:rPr lang="en-US" dirty="0"/>
              <a:t>because there is no </a:t>
            </a:r>
            <a:r>
              <a:rPr lang="en-US" dirty="0" err="1"/>
              <a:t>privity</a:t>
            </a:r>
            <a:r>
              <a:rPr lang="en-US" dirty="0"/>
              <a:t> of contract between </a:t>
            </a:r>
            <a:r>
              <a:rPr lang="en-US" dirty="0" err="1" smtClean="0"/>
              <a:t>Nirmal</a:t>
            </a:r>
            <a:r>
              <a:rPr lang="en-US" dirty="0" smtClean="0"/>
              <a:t> </a:t>
            </a:r>
            <a:r>
              <a:rPr lang="en-US" dirty="0"/>
              <a:t>and </a:t>
            </a:r>
            <a:r>
              <a:rPr lang="en-US" dirty="0" err="1" smtClean="0"/>
              <a:t>Varin</a:t>
            </a:r>
            <a:r>
              <a:rPr lang="en-US" dirty="0" smtClean="0"/>
              <a:t>.</a:t>
            </a:r>
            <a:endParaRPr lang="en-IN" dirty="0"/>
          </a:p>
          <a:p>
            <a:pPr algn="just"/>
            <a:endParaRPr lang="en-IN" dirty="0"/>
          </a:p>
        </p:txBody>
      </p:sp>
      <p:sp>
        <p:nvSpPr>
          <p:cNvPr id="4" name="Date Placeholder 3"/>
          <p:cNvSpPr>
            <a:spLocks noGrp="1"/>
          </p:cNvSpPr>
          <p:nvPr>
            <p:ph type="dt" sz="half" idx="10"/>
          </p:nvPr>
        </p:nvSpPr>
        <p:spPr/>
        <p:txBody>
          <a:bodyPr/>
          <a:lstStyle/>
          <a:p>
            <a:fld id="{6C651C7F-3160-421C-958C-537C7C2F69CA}"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314992315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92956239"/>
              </p:ext>
            </p:extLst>
          </p:nvPr>
        </p:nvGraphicFramePr>
        <p:xfrm>
          <a:off x="0" y="228600"/>
          <a:ext cx="8915400" cy="563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332770607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Discharge of Contracts</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91989467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1BAFE630-BF60-44D1-99FC-7324AACA975A}"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224186382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Performance</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71423050"/>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66F6A95A-F949-44DB-961D-165BA1086A6B}"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341611739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By Performance</a:t>
            </a:r>
          </a:p>
        </p:txBody>
      </p:sp>
      <p:sp>
        <p:nvSpPr>
          <p:cNvPr id="3" name="Content Placeholder 2"/>
          <p:cNvSpPr>
            <a:spLocks noGrp="1"/>
          </p:cNvSpPr>
          <p:nvPr>
            <p:ph idx="1"/>
          </p:nvPr>
        </p:nvSpPr>
        <p:spPr/>
        <p:txBody>
          <a:bodyPr>
            <a:normAutofit fontScale="92500" lnSpcReduction="10000"/>
          </a:bodyPr>
          <a:lstStyle/>
          <a:p>
            <a:pPr algn="just"/>
            <a:r>
              <a:rPr lang="en-US" sz="3000" dirty="0" smtClean="0"/>
              <a:t>Conditions essential for a valid tender; Tender -</a:t>
            </a:r>
          </a:p>
          <a:p>
            <a:pPr lvl="1" algn="just"/>
            <a:r>
              <a:rPr lang="en-US" dirty="0" smtClean="0"/>
              <a:t>must be unconditional</a:t>
            </a:r>
          </a:p>
          <a:p>
            <a:pPr lvl="1" algn="just"/>
            <a:r>
              <a:rPr lang="en-US" dirty="0" smtClean="0"/>
              <a:t>should be for complete obligation</a:t>
            </a:r>
          </a:p>
          <a:p>
            <a:pPr lvl="1" algn="just"/>
            <a:r>
              <a:rPr lang="en-US" dirty="0" smtClean="0"/>
              <a:t>should be made to the proper person</a:t>
            </a:r>
          </a:p>
          <a:p>
            <a:pPr lvl="1" algn="just"/>
            <a:r>
              <a:rPr lang="en-US" dirty="0" smtClean="0"/>
              <a:t>should be at a proper time and place</a:t>
            </a:r>
          </a:p>
          <a:p>
            <a:pPr lvl="1" algn="just"/>
            <a:r>
              <a:rPr lang="en-US" dirty="0" smtClean="0"/>
              <a:t>should allow reasonable opportunity of inspection.</a:t>
            </a:r>
          </a:p>
          <a:p>
            <a:pPr lvl="1" algn="just"/>
            <a:r>
              <a:rPr lang="en-US" dirty="0" smtClean="0"/>
              <a:t>should be made by a person who is competent to contract</a:t>
            </a:r>
          </a:p>
          <a:p>
            <a:pPr lvl="1" algn="just"/>
            <a:r>
              <a:rPr lang="en-US" dirty="0" smtClean="0"/>
              <a:t>can be made to any of the joint </a:t>
            </a:r>
            <a:r>
              <a:rPr lang="en-US" dirty="0" err="1" smtClean="0"/>
              <a:t>promisees</a:t>
            </a:r>
            <a:r>
              <a:rPr lang="en-US" dirty="0" smtClean="0"/>
              <a:t>, if there are joint </a:t>
            </a:r>
            <a:r>
              <a:rPr lang="en-US" dirty="0" err="1" smtClean="0"/>
              <a:t>promisees</a:t>
            </a:r>
            <a:endParaRPr lang="en-IN" dirty="0"/>
          </a:p>
        </p:txBody>
      </p:sp>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10877361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Agreement of Consent</a:t>
            </a:r>
            <a:endParaRPr lang="en-IN" dirty="0"/>
          </a:p>
        </p:txBody>
      </p:sp>
      <p:sp>
        <p:nvSpPr>
          <p:cNvPr id="3" name="Content Placeholder 2"/>
          <p:cNvSpPr>
            <a:spLocks noGrp="1"/>
          </p:cNvSpPr>
          <p:nvPr>
            <p:ph idx="1"/>
          </p:nvPr>
        </p:nvSpPr>
        <p:spPr/>
        <p:txBody>
          <a:bodyPr>
            <a:normAutofit fontScale="92500" lnSpcReduction="20000"/>
          </a:bodyPr>
          <a:lstStyle/>
          <a:p>
            <a:r>
              <a:rPr lang="en-US" i="1" dirty="0" err="1"/>
              <a:t>Eodem</a:t>
            </a:r>
            <a:r>
              <a:rPr lang="en-US" i="1" dirty="0"/>
              <a:t> </a:t>
            </a:r>
            <a:r>
              <a:rPr lang="en-US" i="1" dirty="0" err="1"/>
              <a:t>modo</a:t>
            </a:r>
            <a:r>
              <a:rPr lang="en-US" i="1" dirty="0"/>
              <a:t> quo quid </a:t>
            </a:r>
            <a:r>
              <a:rPr lang="en-US" i="1" dirty="0" err="1"/>
              <a:t>constituitun</a:t>
            </a:r>
            <a:r>
              <a:rPr lang="en-US" i="1" dirty="0"/>
              <a:t>, </a:t>
            </a:r>
            <a:r>
              <a:rPr lang="en-US" i="1" dirty="0" err="1"/>
              <a:t>eodem</a:t>
            </a:r>
            <a:r>
              <a:rPr lang="en-US" i="1" dirty="0"/>
              <a:t> </a:t>
            </a:r>
            <a:r>
              <a:rPr lang="en-US" i="1" dirty="0" err="1"/>
              <a:t>modo</a:t>
            </a:r>
            <a:r>
              <a:rPr lang="en-US" i="1" dirty="0"/>
              <a:t> </a:t>
            </a:r>
            <a:r>
              <a:rPr lang="en-US" i="1" dirty="0" err="1" smtClean="0"/>
              <a:t>destruitur</a:t>
            </a:r>
            <a:endParaRPr lang="en-US" i="1" dirty="0" smtClean="0"/>
          </a:p>
          <a:p>
            <a:endParaRPr lang="en-US" i="1" dirty="0"/>
          </a:p>
          <a:p>
            <a:endParaRPr lang="en-US" i="1" dirty="0" smtClean="0"/>
          </a:p>
          <a:p>
            <a:pPr algn="just"/>
            <a:r>
              <a:rPr lang="en-US" i="1" dirty="0" smtClean="0"/>
              <a:t>E.g.</a:t>
            </a:r>
            <a:r>
              <a:rPr lang="en-US" dirty="0" smtClean="0"/>
              <a:t> Aarav sells </a:t>
            </a:r>
            <a:r>
              <a:rPr lang="en-US" dirty="0"/>
              <a:t>a car to </a:t>
            </a:r>
            <a:r>
              <a:rPr lang="en-US" dirty="0" err="1" smtClean="0"/>
              <a:t>Amitesh</a:t>
            </a:r>
            <a:r>
              <a:rPr lang="en-US" dirty="0" smtClean="0"/>
              <a:t>, </a:t>
            </a:r>
            <a:r>
              <a:rPr lang="en-US" dirty="0"/>
              <a:t>on the approval of the condition that if the car is found deficient in functioning, the car can be returned to </a:t>
            </a:r>
            <a:r>
              <a:rPr lang="en-US" dirty="0" smtClean="0"/>
              <a:t>Aarav </a:t>
            </a:r>
            <a:r>
              <a:rPr lang="en-US" dirty="0"/>
              <a:t>within seven days. Thus, </a:t>
            </a:r>
            <a:r>
              <a:rPr lang="en-US" dirty="0" err="1" smtClean="0"/>
              <a:t>Amitesh</a:t>
            </a:r>
            <a:r>
              <a:rPr lang="en-US" dirty="0" smtClean="0"/>
              <a:t> may </a:t>
            </a:r>
            <a:r>
              <a:rPr lang="en-US" dirty="0"/>
              <a:t>return the car, if the car is not efficient. Consent to </a:t>
            </a:r>
            <a:r>
              <a:rPr lang="en-US" dirty="0" err="1" smtClean="0"/>
              <a:t>Amitesh</a:t>
            </a:r>
            <a:r>
              <a:rPr lang="en-US" dirty="0" smtClean="0"/>
              <a:t> </a:t>
            </a:r>
            <a:r>
              <a:rPr lang="en-US" dirty="0"/>
              <a:t>has been given at the time of formation of the contract. </a:t>
            </a:r>
            <a:endParaRPr lang="en-IN" dirty="0"/>
          </a:p>
          <a:p>
            <a:endParaRPr lang="en-IN" dirty="0"/>
          </a:p>
        </p:txBody>
      </p:sp>
      <p:sp>
        <p:nvSpPr>
          <p:cNvPr id="4" name="Date Placeholder 3"/>
          <p:cNvSpPr>
            <a:spLocks noGrp="1"/>
          </p:cNvSpPr>
          <p:nvPr>
            <p:ph type="dt" sz="half" idx="10"/>
          </p:nvPr>
        </p:nvSpPr>
        <p:spPr/>
        <p:txBody>
          <a:bodyPr/>
          <a:lstStyle/>
          <a:p>
            <a:fld id="{AA66B825-716D-4FC5-A75A-52C34554A43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308633350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Agreement of Consent</a:t>
            </a: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504185600"/>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32722F05-E9B0-4E8F-AE81-3124FEEEA1F5}"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198771007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Agreement of Consent</a:t>
            </a: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77972284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EB8F1636-21B9-49C2-BB69-B1F59CF11E52}"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Tree>
    <p:extLst>
      <p:ext uri="{BB962C8B-B14F-4D97-AF65-F5344CB8AC3E}">
        <p14:creationId xmlns:p14="http://schemas.microsoft.com/office/powerpoint/2010/main" val="235023686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are Waiver and Rescission different?</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981102907"/>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8317906-27CA-4FD8-9669-CE6387FF8BAD}"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Tree>
    <p:extLst>
      <p:ext uri="{BB962C8B-B14F-4D97-AF65-F5344CB8AC3E}">
        <p14:creationId xmlns:p14="http://schemas.microsoft.com/office/powerpoint/2010/main" val="278340841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Impossibility</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708676205"/>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D37CEF4-446C-4017-BC71-B364194A689C}"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val="182174763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IN" dirty="0" smtClean="0"/>
              <a:t>By Impossibility</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65464846"/>
              </p:ext>
            </p:extLst>
          </p:nvPr>
        </p:nvGraphicFramePr>
        <p:xfrm>
          <a:off x="0" y="1062644"/>
          <a:ext cx="9144000" cy="5217160"/>
        </p:xfrm>
        <a:graphic>
          <a:graphicData uri="http://schemas.openxmlformats.org/drawingml/2006/table">
            <a:tbl>
              <a:tblPr firstRow="1" bandRow="1">
                <a:tableStyleId>{F5AB1C69-6EDB-4FF4-983F-18BD219EF322}</a:tableStyleId>
              </a:tblPr>
              <a:tblGrid>
                <a:gridCol w="4695568">
                  <a:extLst>
                    <a:ext uri="{9D8B030D-6E8A-4147-A177-3AD203B41FA5}">
                      <a16:colId xmlns:a16="http://schemas.microsoft.com/office/drawing/2014/main" val="20000"/>
                    </a:ext>
                  </a:extLst>
                </a:gridCol>
                <a:gridCol w="4448432">
                  <a:extLst>
                    <a:ext uri="{9D8B030D-6E8A-4147-A177-3AD203B41FA5}">
                      <a16:colId xmlns:a16="http://schemas.microsoft.com/office/drawing/2014/main" val="20001"/>
                    </a:ext>
                  </a:extLst>
                </a:gridCol>
              </a:tblGrid>
              <a:tr h="370840">
                <a:tc>
                  <a:txBody>
                    <a:bodyPr/>
                    <a:lstStyle/>
                    <a:p>
                      <a:pPr algn="ctr"/>
                      <a:r>
                        <a:rPr lang="en-IN" dirty="0" smtClean="0"/>
                        <a:t>Pre-Contractual Impossibility</a:t>
                      </a:r>
                      <a:endParaRPr lang="en-IN" dirty="0"/>
                    </a:p>
                  </a:txBody>
                  <a:tcPr/>
                </a:tc>
                <a:tc>
                  <a:txBody>
                    <a:bodyPr/>
                    <a:lstStyle/>
                    <a:p>
                      <a:pPr algn="ctr"/>
                      <a:r>
                        <a:rPr lang="en-IN" dirty="0" smtClean="0"/>
                        <a:t>Post-Contractual/Supervening Impossibility</a:t>
                      </a:r>
                      <a:endParaRPr lang="en-IN" dirty="0"/>
                    </a:p>
                  </a:txBody>
                  <a:tcPr/>
                </a:tc>
                <a:extLst>
                  <a:ext uri="{0D108BD9-81ED-4DB2-BD59-A6C34878D82A}">
                    <a16:rowId xmlns:a16="http://schemas.microsoft.com/office/drawing/2014/main" val="10000"/>
                  </a:ext>
                </a:extLst>
              </a:tr>
              <a:tr h="370840">
                <a:tc>
                  <a:txBody>
                    <a:bodyPr/>
                    <a:lstStyle/>
                    <a:p>
                      <a:pPr algn="just"/>
                      <a:r>
                        <a:rPr lang="en-US" sz="1800" kern="1200" dirty="0" smtClean="0">
                          <a:effectLst/>
                        </a:rPr>
                        <a:t>Section 56, Para 1 says that an agreement to do an act impossible in itself is void. This is known as </a:t>
                      </a:r>
                      <a:r>
                        <a:rPr lang="en-US" sz="1800" b="1" kern="1200" dirty="0" smtClean="0">
                          <a:solidFill>
                            <a:srgbClr val="FF0000"/>
                          </a:solidFill>
                          <a:effectLst/>
                        </a:rPr>
                        <a:t>pre-contractual/ initial impossibility</a:t>
                      </a:r>
                      <a:r>
                        <a:rPr lang="en-US" sz="1800" kern="1200" dirty="0" smtClean="0">
                          <a:effectLst/>
                        </a:rPr>
                        <a:t>.</a:t>
                      </a:r>
                      <a:endParaRPr lang="en-IN" dirty="0"/>
                    </a:p>
                  </a:txBody>
                  <a:tcPr/>
                </a:tc>
                <a:tc>
                  <a:txBody>
                    <a:bodyPr/>
                    <a:lstStyle/>
                    <a:p>
                      <a:pPr algn="just"/>
                      <a:r>
                        <a:rPr lang="en-US" sz="1800" kern="1200" dirty="0" smtClean="0">
                          <a:effectLst/>
                        </a:rPr>
                        <a:t>Here the contract becomes void when the act becomes impossible or unlawful (Sec 56, </a:t>
                      </a:r>
                      <a:r>
                        <a:rPr lang="en-US" sz="1800" kern="1200" dirty="0" err="1" smtClean="0">
                          <a:effectLst/>
                        </a:rPr>
                        <a:t>para</a:t>
                      </a:r>
                      <a:r>
                        <a:rPr lang="en-US" sz="1800" kern="1200" dirty="0" smtClean="0">
                          <a:effectLst/>
                        </a:rPr>
                        <a:t> 2). </a:t>
                      </a:r>
                      <a:endParaRPr lang="en-IN" dirty="0"/>
                    </a:p>
                  </a:txBody>
                  <a:tcPr/>
                </a:tc>
                <a:extLst>
                  <a:ext uri="{0D108BD9-81ED-4DB2-BD59-A6C34878D82A}">
                    <a16:rowId xmlns:a16="http://schemas.microsoft.com/office/drawing/2014/main" val="10001"/>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800" kern="12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effectLst/>
                        </a:rPr>
                        <a:t>The fact of impossibility may be –</a:t>
                      </a:r>
                      <a:endParaRPr lang="en-IN" sz="1800" kern="1200" dirty="0" smtClean="0">
                        <a:effectLst/>
                      </a:endParaRPr>
                    </a:p>
                    <a:p>
                      <a:pPr marL="285750" marR="0" indent="-285750" algn="just" defTabSz="914400" rtl="0" eaLnBrk="1" fontAlgn="auto" latinLnBrk="0" hangingPunct="1">
                        <a:lnSpc>
                          <a:spcPct val="100000"/>
                        </a:lnSpc>
                        <a:spcBef>
                          <a:spcPts val="0"/>
                        </a:spcBef>
                        <a:spcAft>
                          <a:spcPts val="0"/>
                        </a:spcAft>
                        <a:buClrTx/>
                        <a:buSzTx/>
                        <a:buFont typeface="Arial" pitchFamily="34" charset="0"/>
                        <a:buChar char="•"/>
                        <a:tabLst/>
                        <a:defRPr/>
                      </a:pPr>
                      <a:r>
                        <a:rPr lang="en-US" sz="1800" kern="1200" dirty="0" smtClean="0">
                          <a:effectLst/>
                        </a:rPr>
                        <a:t>known to the parties; This is known as absolute impossibility. This is void </a:t>
                      </a:r>
                      <a:r>
                        <a:rPr lang="en-US" sz="1800" kern="1200" dirty="0" err="1" smtClean="0">
                          <a:effectLst/>
                        </a:rPr>
                        <a:t>ab</a:t>
                      </a:r>
                      <a:r>
                        <a:rPr lang="en-US" sz="1800" kern="1200" dirty="0" smtClean="0">
                          <a:effectLst/>
                        </a:rPr>
                        <a:t> initio. </a:t>
                      </a:r>
                      <a:endParaRPr lang="en-IN" sz="1800" kern="1200" dirty="0" smtClean="0">
                        <a:effectLst/>
                      </a:endParaRPr>
                    </a:p>
                    <a:p>
                      <a:pPr algn="just"/>
                      <a:endParaRPr lang="en-IN" dirty="0" smtClean="0"/>
                    </a:p>
                    <a:p>
                      <a:pPr algn="just"/>
                      <a:endParaRPr lang="en-IN" dirty="0" smtClean="0"/>
                    </a:p>
                    <a:p>
                      <a:pPr marL="285750" indent="-285750" algn="just">
                        <a:buFont typeface="Arial" pitchFamily="34" charset="0"/>
                        <a:buChar char="•"/>
                      </a:pPr>
                      <a:r>
                        <a:rPr lang="en-US" sz="1800" kern="1200" dirty="0" smtClean="0">
                          <a:effectLst/>
                        </a:rPr>
                        <a:t>unknown to the parties; Where at the time of making the contract both the parties are ignorant of the impossibility, the contract is void on the ground of mutual mistake. [e.g. Couturier Vs. Hastie (1856) ]</a:t>
                      </a:r>
                      <a:endParaRPr lang="en-IN" i="1" dirty="0"/>
                    </a:p>
                  </a:txBody>
                  <a:tcPr/>
                </a:tc>
                <a:tc>
                  <a:txBody>
                    <a:bodyPr/>
                    <a:lstStyle/>
                    <a:p>
                      <a:pPr marL="285750" indent="-285750" algn="just">
                        <a:buFont typeface="Wingdings" pitchFamily="2" charset="2"/>
                        <a:buChar char="v"/>
                      </a:pPr>
                      <a:endParaRPr lang="en-US" sz="1800" kern="1200" dirty="0" smtClean="0">
                        <a:effectLst/>
                      </a:endParaRPr>
                    </a:p>
                    <a:p>
                      <a:pPr marL="285750" indent="-285750" algn="just">
                        <a:buFont typeface="Wingdings" pitchFamily="2" charset="2"/>
                        <a:buChar char="v"/>
                      </a:pPr>
                      <a:r>
                        <a:rPr lang="en-US" sz="1800" kern="1200" dirty="0" smtClean="0">
                          <a:effectLst/>
                        </a:rPr>
                        <a:t>Destruction of Subject-matter of the contract </a:t>
                      </a:r>
                    </a:p>
                    <a:p>
                      <a:pPr algn="just"/>
                      <a:r>
                        <a:rPr lang="en-US" sz="1800" kern="1200" dirty="0" smtClean="0">
                          <a:effectLst/>
                        </a:rPr>
                        <a:t>e.g. Taylor Vs. Caldwell (1863) </a:t>
                      </a:r>
                    </a:p>
                    <a:p>
                      <a:pPr marL="285750" indent="-285750" algn="just">
                        <a:buFont typeface="Wingdings" pitchFamily="2" charset="2"/>
                        <a:buChar char="v"/>
                      </a:pPr>
                      <a:r>
                        <a:rPr lang="en-US" sz="1800" kern="1200" dirty="0" smtClean="0">
                          <a:effectLst/>
                        </a:rPr>
                        <a:t>Non-existence or non-occurrence of a particular state of things </a:t>
                      </a:r>
                    </a:p>
                    <a:p>
                      <a:pPr algn="just"/>
                      <a:r>
                        <a:rPr lang="en-US" sz="1800" kern="1200" dirty="0" smtClean="0">
                          <a:effectLst/>
                        </a:rPr>
                        <a:t>e.g. </a:t>
                      </a:r>
                      <a:r>
                        <a:rPr lang="en-US" sz="1800" kern="1200" dirty="0" err="1" smtClean="0">
                          <a:effectLst/>
                        </a:rPr>
                        <a:t>Krell</a:t>
                      </a:r>
                      <a:r>
                        <a:rPr lang="en-US" sz="1800" kern="1200" dirty="0" smtClean="0">
                          <a:effectLst/>
                        </a:rPr>
                        <a:t> </a:t>
                      </a:r>
                      <a:r>
                        <a:rPr lang="en-US" sz="1800" kern="1200" dirty="0" err="1" smtClean="0">
                          <a:effectLst/>
                        </a:rPr>
                        <a:t>Vs</a:t>
                      </a:r>
                      <a:r>
                        <a:rPr lang="en-US" sz="1800" kern="1200" dirty="0" smtClean="0">
                          <a:effectLst/>
                        </a:rPr>
                        <a:t> Henry (1903)</a:t>
                      </a:r>
                    </a:p>
                    <a:p>
                      <a:pPr marL="285750" indent="-285750" algn="just">
                        <a:buFont typeface="Wingdings" pitchFamily="2" charset="2"/>
                        <a:buChar char="v"/>
                      </a:pPr>
                      <a:r>
                        <a:rPr lang="en-US" sz="1800" kern="1200" dirty="0" smtClean="0">
                          <a:effectLst/>
                        </a:rPr>
                        <a:t>Death or incapacity for personal service</a:t>
                      </a:r>
                    </a:p>
                    <a:p>
                      <a:pPr marL="285750" indent="-285750" algn="just">
                        <a:buFont typeface="Wingdings" pitchFamily="2" charset="2"/>
                        <a:buChar char="v"/>
                      </a:pPr>
                      <a:r>
                        <a:rPr lang="en-US" sz="1800" kern="1200" dirty="0" smtClean="0">
                          <a:effectLst/>
                        </a:rPr>
                        <a:t>Change of Law or stepping in of a person with the statutory authority </a:t>
                      </a:r>
                    </a:p>
                    <a:p>
                      <a:pPr algn="just"/>
                      <a:r>
                        <a:rPr lang="en-US" sz="1800" kern="1200" dirty="0" smtClean="0">
                          <a:effectLst/>
                        </a:rPr>
                        <a:t>e.g. </a:t>
                      </a:r>
                      <a:r>
                        <a:rPr lang="en-US" sz="1800" kern="1200" dirty="0" err="1" smtClean="0">
                          <a:effectLst/>
                        </a:rPr>
                        <a:t>Bailly</a:t>
                      </a:r>
                      <a:r>
                        <a:rPr lang="en-US" sz="1800" kern="1200" dirty="0" smtClean="0">
                          <a:effectLst/>
                        </a:rPr>
                        <a:t> </a:t>
                      </a:r>
                      <a:r>
                        <a:rPr lang="en-US" sz="1800" kern="1200" dirty="0" err="1" smtClean="0">
                          <a:effectLst/>
                        </a:rPr>
                        <a:t>Vs</a:t>
                      </a:r>
                      <a:r>
                        <a:rPr lang="en-US" sz="1800" kern="1200" dirty="0" smtClean="0">
                          <a:effectLst/>
                        </a:rPr>
                        <a:t> De </a:t>
                      </a:r>
                      <a:r>
                        <a:rPr lang="en-US" sz="1800" kern="1200" dirty="0" err="1" smtClean="0">
                          <a:effectLst/>
                        </a:rPr>
                        <a:t>Crespigny</a:t>
                      </a:r>
                      <a:r>
                        <a:rPr lang="en-US" sz="1800" kern="1200" dirty="0" smtClean="0">
                          <a:effectLst/>
                        </a:rPr>
                        <a:t> (1869)</a:t>
                      </a:r>
                    </a:p>
                    <a:p>
                      <a:pPr marL="285750" indent="-285750" algn="just">
                        <a:buFont typeface="Wingdings" pitchFamily="2" charset="2"/>
                        <a:buChar char="v"/>
                      </a:pPr>
                      <a:r>
                        <a:rPr lang="en-US" sz="1800" kern="1200" dirty="0" smtClean="0">
                          <a:effectLst/>
                        </a:rPr>
                        <a:t>Outbreak of war </a:t>
                      </a:r>
                    </a:p>
                    <a:p>
                      <a:pPr algn="just"/>
                      <a:endParaRPr lang="en-US" sz="1800" kern="1200" dirty="0" smtClean="0">
                        <a:effectLst/>
                      </a:endParaRPr>
                    </a:p>
                    <a:p>
                      <a:pPr algn="just"/>
                      <a:endParaRPr lang="en-IN" dirty="0"/>
                    </a:p>
                  </a:txBody>
                  <a:tcPr/>
                </a:tc>
                <a:extLst>
                  <a:ext uri="{0D108BD9-81ED-4DB2-BD59-A6C34878D82A}">
                    <a16:rowId xmlns:a16="http://schemas.microsoft.com/office/drawing/2014/main" val="10002"/>
                  </a:ext>
                </a:extLst>
              </a:tr>
            </a:tbl>
          </a:graphicData>
        </a:graphic>
      </p:graphicFrame>
      <p:sp>
        <p:nvSpPr>
          <p:cNvPr id="4" name="Date Placeholder 3"/>
          <p:cNvSpPr>
            <a:spLocks noGrp="1"/>
          </p:cNvSpPr>
          <p:nvPr>
            <p:ph type="dt" sz="half" idx="10"/>
          </p:nvPr>
        </p:nvSpPr>
        <p:spPr/>
        <p:txBody>
          <a:bodyPr/>
          <a:lstStyle/>
          <a:p>
            <a:fld id="{2CEE3A9A-6111-49C9-9749-7D0E7F56DE37}"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dirty="0" smtClean="0"/>
              <a:t>Dr. </a:t>
            </a:r>
            <a:r>
              <a:rPr lang="en-US" dirty="0" err="1" smtClean="0"/>
              <a:t>Shilpa</a:t>
            </a:r>
            <a:r>
              <a:rPr lang="en-US" dirty="0" smtClean="0"/>
              <a:t> </a:t>
            </a:r>
            <a:r>
              <a:rPr lang="en-US" dirty="0" err="1" smtClean="0"/>
              <a:t>Sankpal</a:t>
            </a:r>
            <a:r>
              <a:rPr lang="en-US" dirty="0" smtClean="0"/>
              <a:t> / SVKM's NMIMS Indore Campus</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p14="http://schemas.microsoft.com/office/powerpoint/2010/main" val="310835266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Lapse of Time</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13119177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66B53B58-2D07-47FF-83E7-16B2CD5811CF}"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p14="http://schemas.microsoft.com/office/powerpoint/2010/main" val="374978410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Operation of Law</a:t>
            </a:r>
            <a:endParaRPr lang="en-IN"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3708816099"/>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75DE4F75-1B6C-450D-83C1-3AF317DB46A2}"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Tree>
    <p:extLst>
      <p:ext uri="{BB962C8B-B14F-4D97-AF65-F5344CB8AC3E}">
        <p14:creationId xmlns:p14="http://schemas.microsoft.com/office/powerpoint/2010/main" val="297477208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By Breach of Contract</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76324925"/>
              </p:ext>
            </p:extLst>
          </p:nvPr>
        </p:nvGraphicFramePr>
        <p:xfrm>
          <a:off x="0" y="1295400"/>
          <a:ext cx="9144000" cy="6186015"/>
        </p:xfrm>
        <a:graphic>
          <a:graphicData uri="http://schemas.openxmlformats.org/drawingml/2006/table">
            <a:tbl>
              <a:tblPr firstRow="1" bandRow="1">
                <a:tableStyleId>{93296810-A885-4BE3-A3E7-6D5BEEA58F35}</a:tableStyleId>
              </a:tblPr>
              <a:tblGrid>
                <a:gridCol w="4419600">
                  <a:extLst>
                    <a:ext uri="{9D8B030D-6E8A-4147-A177-3AD203B41FA5}">
                      <a16:colId xmlns:a16="http://schemas.microsoft.com/office/drawing/2014/main" val="20000"/>
                    </a:ext>
                  </a:extLst>
                </a:gridCol>
                <a:gridCol w="4724400">
                  <a:extLst>
                    <a:ext uri="{9D8B030D-6E8A-4147-A177-3AD203B41FA5}">
                      <a16:colId xmlns:a16="http://schemas.microsoft.com/office/drawing/2014/main" val="20001"/>
                    </a:ext>
                  </a:extLst>
                </a:gridCol>
              </a:tblGrid>
              <a:tr h="603105">
                <a:tc>
                  <a:txBody>
                    <a:bodyPr/>
                    <a:lstStyle/>
                    <a:p>
                      <a:pPr algn="just"/>
                      <a:r>
                        <a:rPr lang="en-US" sz="1800" b="1" kern="1200" dirty="0" smtClean="0">
                          <a:solidFill>
                            <a:schemeClr val="lt1"/>
                          </a:solidFill>
                          <a:effectLst/>
                          <a:latin typeface="+mn-lt"/>
                          <a:ea typeface="+mn-ea"/>
                          <a:cs typeface="+mn-cs"/>
                        </a:rPr>
                        <a:t>Actual Breach</a:t>
                      </a:r>
                      <a:endParaRPr lang="en-IN" dirty="0"/>
                    </a:p>
                  </a:txBody>
                  <a:tcPr/>
                </a:tc>
                <a:tc>
                  <a:txBody>
                    <a:bodyPr/>
                    <a:lstStyle/>
                    <a:p>
                      <a:pPr algn="just"/>
                      <a:r>
                        <a:rPr lang="en-US" sz="1800" b="1" kern="1200" dirty="0" smtClean="0">
                          <a:solidFill>
                            <a:schemeClr val="lt1"/>
                          </a:solidFill>
                          <a:effectLst/>
                          <a:latin typeface="+mn-lt"/>
                          <a:ea typeface="+mn-ea"/>
                          <a:cs typeface="+mn-cs"/>
                        </a:rPr>
                        <a:t>Anticipatory or Constructive Breach of Contract </a:t>
                      </a:r>
                      <a:endParaRPr lang="en-IN" dirty="0"/>
                    </a:p>
                  </a:txBody>
                  <a:tcPr/>
                </a:tc>
                <a:extLst>
                  <a:ext uri="{0D108BD9-81ED-4DB2-BD59-A6C34878D82A}">
                    <a16:rowId xmlns:a16="http://schemas.microsoft.com/office/drawing/2014/main" val="10000"/>
                  </a:ext>
                </a:extLst>
              </a:tr>
              <a:tr h="997094">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dk1"/>
                          </a:solidFill>
                          <a:effectLst/>
                          <a:latin typeface="+mn-lt"/>
                          <a:ea typeface="+mn-ea"/>
                          <a:cs typeface="+mn-cs"/>
                        </a:rPr>
                        <a:t>(1) At the time when performance is due.</a:t>
                      </a:r>
                      <a:endParaRPr lang="en-IN" sz="1600" kern="1200" dirty="0" smtClean="0">
                        <a:solidFill>
                          <a:schemeClr val="dk1"/>
                        </a:solidFill>
                        <a:effectLst/>
                        <a:latin typeface="+mn-lt"/>
                        <a:ea typeface="+mn-ea"/>
                        <a:cs typeface="+mn-cs"/>
                      </a:endParaRPr>
                    </a:p>
                    <a:p>
                      <a:pPr algn="just"/>
                      <a:endParaRPr lang="en-IN" sz="160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dk1"/>
                          </a:solidFill>
                          <a:effectLst/>
                          <a:latin typeface="+mn-lt"/>
                          <a:ea typeface="+mn-ea"/>
                          <a:cs typeface="+mn-cs"/>
                        </a:rPr>
                        <a:t>It occurs when a party to an </a:t>
                      </a:r>
                      <a:r>
                        <a:rPr lang="en-US" sz="1600" kern="1200" dirty="0" err="1" smtClean="0">
                          <a:solidFill>
                            <a:schemeClr val="dk1"/>
                          </a:solidFill>
                          <a:effectLst/>
                          <a:latin typeface="+mn-lt"/>
                          <a:ea typeface="+mn-ea"/>
                          <a:cs typeface="+mn-cs"/>
                        </a:rPr>
                        <a:t>executory</a:t>
                      </a:r>
                      <a:r>
                        <a:rPr lang="en-US" sz="1600" kern="1200" dirty="0" smtClean="0">
                          <a:solidFill>
                            <a:schemeClr val="dk1"/>
                          </a:solidFill>
                          <a:effectLst/>
                          <a:latin typeface="+mn-lt"/>
                          <a:ea typeface="+mn-ea"/>
                          <a:cs typeface="+mn-cs"/>
                        </a:rPr>
                        <a:t> contract declares his intention of not performing the contract before the performance is due. He may do so </a:t>
                      </a:r>
                      <a:r>
                        <a:rPr lang="en-US" sz="1600" kern="1200" dirty="0" smtClean="0">
                          <a:solidFill>
                            <a:schemeClr val="dk1"/>
                          </a:solidFill>
                          <a:effectLst/>
                          <a:latin typeface="+mn-lt"/>
                          <a:ea typeface="+mn-ea"/>
                          <a:cs typeface="+mn-cs"/>
                          <a:sym typeface="Wingdings"/>
                        </a:rPr>
                        <a:t></a:t>
                      </a:r>
                      <a:endParaRPr lang="en-IN" sz="1600" kern="1200" dirty="0" smtClean="0">
                        <a:solidFill>
                          <a:schemeClr val="dk1"/>
                        </a:solidFill>
                        <a:effectLst/>
                        <a:latin typeface="+mn-lt"/>
                        <a:ea typeface="+mn-ea"/>
                        <a:cs typeface="+mn-cs"/>
                      </a:endParaRPr>
                    </a:p>
                    <a:p>
                      <a:pPr algn="just"/>
                      <a:endParaRPr lang="en-IN" sz="1600" dirty="0"/>
                    </a:p>
                  </a:txBody>
                  <a:tcPr/>
                </a:tc>
                <a:extLst>
                  <a:ext uri="{0D108BD9-81ED-4DB2-BD59-A6C34878D82A}">
                    <a16:rowId xmlns:a16="http://schemas.microsoft.com/office/drawing/2014/main" val="10001"/>
                  </a:ext>
                </a:extLst>
              </a:tr>
              <a:tr h="4516110">
                <a:tc>
                  <a:txBody>
                    <a:bodyPr/>
                    <a:lstStyle/>
                    <a:p>
                      <a:pPr algn="just"/>
                      <a:r>
                        <a:rPr lang="en-US" sz="1800" kern="1200" dirty="0" smtClean="0">
                          <a:solidFill>
                            <a:schemeClr val="dk1"/>
                          </a:solidFill>
                          <a:effectLst/>
                          <a:latin typeface="+mn-lt"/>
                          <a:ea typeface="+mn-ea"/>
                          <a:cs typeface="+mn-cs"/>
                        </a:rPr>
                        <a:t>(2) During the performance of the contract</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(a) Express Repudiation:</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e.g. </a:t>
                      </a:r>
                      <a:r>
                        <a:rPr lang="en-US" sz="1800" kern="1200" dirty="0" err="1" smtClean="0">
                          <a:solidFill>
                            <a:schemeClr val="dk1"/>
                          </a:solidFill>
                          <a:effectLst/>
                          <a:latin typeface="+mn-lt"/>
                          <a:ea typeface="+mn-ea"/>
                          <a:cs typeface="+mn-cs"/>
                        </a:rPr>
                        <a:t>Cort</a:t>
                      </a:r>
                      <a:r>
                        <a:rPr lang="en-US" sz="1800" kern="1200" dirty="0" smtClean="0">
                          <a:solidFill>
                            <a:schemeClr val="dk1"/>
                          </a:solidFill>
                          <a:effectLst/>
                          <a:latin typeface="+mn-lt"/>
                          <a:ea typeface="+mn-ea"/>
                          <a:cs typeface="+mn-cs"/>
                        </a:rPr>
                        <a:t> </a:t>
                      </a:r>
                      <a:r>
                        <a:rPr lang="en-US" sz="1800" kern="1200" dirty="0" err="1" smtClean="0">
                          <a:solidFill>
                            <a:schemeClr val="dk1"/>
                          </a:solidFill>
                          <a:effectLst/>
                          <a:latin typeface="+mn-lt"/>
                          <a:ea typeface="+mn-ea"/>
                          <a:cs typeface="+mn-cs"/>
                        </a:rPr>
                        <a:t>Vs</a:t>
                      </a:r>
                      <a:r>
                        <a:rPr lang="en-US" sz="1800" kern="1200" dirty="0" smtClean="0">
                          <a:solidFill>
                            <a:schemeClr val="dk1"/>
                          </a:solidFill>
                          <a:effectLst/>
                          <a:latin typeface="+mn-lt"/>
                          <a:ea typeface="+mn-ea"/>
                          <a:cs typeface="+mn-cs"/>
                        </a:rPr>
                        <a:t> </a:t>
                      </a:r>
                      <a:r>
                        <a:rPr lang="en-US" sz="1800" kern="1200" dirty="0" err="1" smtClean="0">
                          <a:solidFill>
                            <a:schemeClr val="dk1"/>
                          </a:solidFill>
                          <a:effectLst/>
                          <a:latin typeface="+mn-lt"/>
                          <a:ea typeface="+mn-ea"/>
                          <a:cs typeface="+mn-cs"/>
                        </a:rPr>
                        <a:t>Ambergate</a:t>
                      </a:r>
                      <a:r>
                        <a:rPr lang="en-US" sz="1800" kern="1200" dirty="0" smtClean="0">
                          <a:solidFill>
                            <a:schemeClr val="dk1"/>
                          </a:solidFill>
                          <a:effectLst/>
                          <a:latin typeface="+mn-lt"/>
                          <a:ea typeface="+mn-ea"/>
                          <a:cs typeface="+mn-cs"/>
                        </a:rPr>
                        <a:t> etc. Railway Company (1851). </a:t>
                      </a:r>
                      <a:r>
                        <a:rPr lang="en-US" sz="1100" kern="1200" dirty="0" smtClean="0">
                          <a:solidFill>
                            <a:schemeClr val="dk1"/>
                          </a:solidFill>
                          <a:effectLst/>
                          <a:latin typeface="+mn-lt"/>
                          <a:ea typeface="+mn-ea"/>
                          <a:cs typeface="+mn-cs"/>
                        </a:rPr>
                        <a:t>C contracted with a railway company to supply it 3000 tons of railway chairs at a certain price, to be delivered in </a:t>
                      </a:r>
                      <a:r>
                        <a:rPr lang="en-US" sz="1100" kern="1200" dirty="0" err="1" smtClean="0">
                          <a:solidFill>
                            <a:schemeClr val="dk1"/>
                          </a:solidFill>
                          <a:effectLst/>
                          <a:latin typeface="+mn-lt"/>
                          <a:ea typeface="+mn-ea"/>
                          <a:cs typeface="+mn-cs"/>
                        </a:rPr>
                        <a:t>instalments</a:t>
                      </a:r>
                      <a:r>
                        <a:rPr lang="en-US" sz="1100" kern="1200" dirty="0" smtClean="0">
                          <a:solidFill>
                            <a:schemeClr val="dk1"/>
                          </a:solidFill>
                          <a:effectLst/>
                          <a:latin typeface="+mn-lt"/>
                          <a:ea typeface="+mn-ea"/>
                          <a:cs typeface="+mn-cs"/>
                        </a:rPr>
                        <a:t>. After 1787 tons had been supplied, the railway company asked C to deliver no more. Held, C could bring an action for the breach of contract.</a:t>
                      </a:r>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(b) Implied Repudiation</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e.g. O’Neil Vs. Armstrong (1895). </a:t>
                      </a:r>
                      <a:r>
                        <a:rPr lang="en-US" sz="1050" kern="1200" dirty="0" smtClean="0">
                          <a:solidFill>
                            <a:schemeClr val="dk1"/>
                          </a:solidFill>
                          <a:effectLst/>
                          <a:latin typeface="+mn-lt"/>
                          <a:ea typeface="+mn-ea"/>
                          <a:cs typeface="+mn-cs"/>
                        </a:rPr>
                        <a:t>Z, a British subject, was engaged by the Captain of a Japanese Warship, to act as a fireman. Subsequently, when the Japanese government declared war with China, Z was informed that the performance of the contract would bring him under the penalties of the Foreign Enlistment Act. He consequently left the ship. Held, he was entitled to recover the wages agreed upon. </a:t>
                      </a:r>
                      <a:endParaRPr lang="en-IN" sz="1800" kern="1200" dirty="0" smtClean="0">
                        <a:solidFill>
                          <a:schemeClr val="dk1"/>
                        </a:solidFill>
                        <a:effectLst/>
                        <a:latin typeface="+mn-lt"/>
                        <a:ea typeface="+mn-ea"/>
                        <a:cs typeface="+mn-cs"/>
                      </a:endParaRPr>
                    </a:p>
                    <a:p>
                      <a:pPr algn="just"/>
                      <a:endParaRPr lang="en-IN" dirty="0"/>
                    </a:p>
                  </a:txBody>
                  <a:tcPr/>
                </a:tc>
                <a:tc>
                  <a:txBody>
                    <a:bodyPr/>
                    <a:lstStyle/>
                    <a:p>
                      <a:pPr algn="just"/>
                      <a:r>
                        <a:rPr lang="en-US" sz="1800" kern="1200" dirty="0" smtClean="0">
                          <a:solidFill>
                            <a:schemeClr val="dk1"/>
                          </a:solidFill>
                          <a:effectLst/>
                          <a:latin typeface="+mn-lt"/>
                          <a:ea typeface="+mn-ea"/>
                          <a:cs typeface="+mn-cs"/>
                        </a:rPr>
                        <a:t>(1) By expressly renouncing his obligation under the contract</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(2) By doing some contract so that the performance of his promise becomes impossible</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e.g. Lovelock </a:t>
                      </a:r>
                      <a:r>
                        <a:rPr lang="en-US" sz="1800" kern="1200" dirty="0" err="1" smtClean="0">
                          <a:solidFill>
                            <a:schemeClr val="dk1"/>
                          </a:solidFill>
                          <a:effectLst/>
                          <a:latin typeface="+mn-lt"/>
                          <a:ea typeface="+mn-ea"/>
                          <a:cs typeface="+mn-cs"/>
                        </a:rPr>
                        <a:t>Vs</a:t>
                      </a:r>
                      <a:r>
                        <a:rPr lang="en-US" sz="1800" kern="1200" dirty="0" smtClean="0">
                          <a:solidFill>
                            <a:schemeClr val="dk1"/>
                          </a:solidFill>
                          <a:effectLst/>
                          <a:latin typeface="+mn-lt"/>
                          <a:ea typeface="+mn-ea"/>
                          <a:cs typeface="+mn-cs"/>
                        </a:rPr>
                        <a:t> Franklyn (1846). </a:t>
                      </a:r>
                      <a:r>
                        <a:rPr lang="en-US" sz="1200" kern="1200" dirty="0" smtClean="0">
                          <a:solidFill>
                            <a:schemeClr val="dk1"/>
                          </a:solidFill>
                          <a:effectLst/>
                          <a:latin typeface="+mn-lt"/>
                          <a:ea typeface="+mn-ea"/>
                          <a:cs typeface="+mn-cs"/>
                        </a:rPr>
                        <a:t>P promised to assign to Z, within seven years from the date of the promise, all his interest in a lease for the sum of £ 140. Before the end of the seven years, he assigned his interest to another person. Held, this was an anticipatory breach of contract by implied repudiation.</a:t>
                      </a:r>
                      <a:endParaRPr lang="en-IN" sz="1200" kern="1200" dirty="0" smtClean="0">
                        <a:solidFill>
                          <a:schemeClr val="dk1"/>
                        </a:solidFill>
                        <a:effectLst/>
                        <a:latin typeface="+mn-lt"/>
                        <a:ea typeface="+mn-ea"/>
                        <a:cs typeface="+mn-cs"/>
                      </a:endParaRPr>
                    </a:p>
                    <a:p>
                      <a:pPr algn="just"/>
                      <a:endParaRPr lang="en-IN" dirty="0"/>
                    </a:p>
                  </a:txBody>
                  <a:tcPr/>
                </a:tc>
                <a:extLst>
                  <a:ext uri="{0D108BD9-81ED-4DB2-BD59-A6C34878D82A}">
                    <a16:rowId xmlns:a16="http://schemas.microsoft.com/office/drawing/2014/main" val="10002"/>
                  </a:ext>
                </a:extLst>
              </a:tr>
            </a:tbl>
          </a:graphicData>
        </a:graphic>
      </p:graphicFrame>
      <p:sp>
        <p:nvSpPr>
          <p:cNvPr id="4" name="Date Placeholder 3"/>
          <p:cNvSpPr>
            <a:spLocks noGrp="1"/>
          </p:cNvSpPr>
          <p:nvPr>
            <p:ph type="dt" sz="half" idx="10"/>
          </p:nvPr>
        </p:nvSpPr>
        <p:spPr/>
        <p:txBody>
          <a:bodyPr/>
          <a:lstStyle/>
          <a:p>
            <a:fld id="{09A92DE9-1FC0-4E16-AB49-85763AE098C6}"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dirty="0" smtClean="0"/>
              <a:t>Dr. </a:t>
            </a:r>
            <a:r>
              <a:rPr lang="en-US" dirty="0" err="1" smtClean="0"/>
              <a:t>Shilpa</a:t>
            </a:r>
            <a:r>
              <a:rPr lang="en-US" dirty="0" smtClean="0"/>
              <a:t> </a:t>
            </a:r>
            <a:r>
              <a:rPr lang="en-US" dirty="0" err="1" smtClean="0"/>
              <a:t>Sankpal</a:t>
            </a:r>
            <a:r>
              <a:rPr lang="en-US" dirty="0" smtClean="0"/>
              <a:t> / SVKM's NMIMS Indore Campus</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Tree>
    <p:extLst>
      <p:ext uri="{BB962C8B-B14F-4D97-AF65-F5344CB8AC3E}">
        <p14:creationId xmlns:p14="http://schemas.microsoft.com/office/powerpoint/2010/main" val="24129975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1">
            <a:schemeClr val="dk1"/>
          </a:lnRef>
          <a:fillRef idx="2">
            <a:schemeClr val="dk1"/>
          </a:fillRef>
          <a:effectRef idx="1">
            <a:schemeClr val="dk1"/>
          </a:effectRef>
          <a:fontRef idx="minor">
            <a:schemeClr val="dk1"/>
          </a:fontRef>
        </p:style>
        <p:txBody>
          <a:bodyPr/>
          <a:lstStyle/>
          <a:p>
            <a:r>
              <a:rPr lang="en-US" dirty="0" smtClean="0"/>
              <a:t>Class Activity</a:t>
            </a:r>
            <a:endParaRPr lang="en-IN" dirty="0"/>
          </a:p>
        </p:txBody>
      </p:sp>
      <p:sp>
        <p:nvSpPr>
          <p:cNvPr id="3" name="Content Placeholder 2"/>
          <p:cNvSpPr>
            <a:spLocks noGrp="1"/>
          </p:cNvSpPr>
          <p:nvPr>
            <p:ph idx="1"/>
          </p:nvPr>
        </p:nvSpPr>
        <p:spPr/>
        <p:style>
          <a:lnRef idx="1">
            <a:schemeClr val="accent6"/>
          </a:lnRef>
          <a:fillRef idx="2">
            <a:schemeClr val="accent6"/>
          </a:fillRef>
          <a:effectRef idx="1">
            <a:schemeClr val="accent6"/>
          </a:effectRef>
          <a:fontRef idx="minor">
            <a:schemeClr val="dk1"/>
          </a:fontRef>
        </p:style>
        <p:txBody>
          <a:bodyPr/>
          <a:lstStyle/>
          <a:p>
            <a:pPr algn="just"/>
            <a:r>
              <a:rPr lang="en-US" dirty="0" smtClean="0"/>
              <a:t>Mr. </a:t>
            </a:r>
            <a:r>
              <a:rPr lang="en-US" dirty="0" err="1" smtClean="0"/>
              <a:t>Davish</a:t>
            </a:r>
            <a:r>
              <a:rPr lang="en-US" dirty="0" smtClean="0"/>
              <a:t> offers to sell his car to Mr. Vinay for </a:t>
            </a:r>
            <a:r>
              <a:rPr lang="en-US" dirty="0" err="1" smtClean="0"/>
              <a:t>Rs</a:t>
            </a:r>
            <a:r>
              <a:rPr lang="en-US" dirty="0" smtClean="0"/>
              <a:t>. 5 lac. Mr. Vinay accepts the offer with the condition that he will pay the price in three instalments. Is this an enforceable contract? </a:t>
            </a:r>
            <a:endParaRPr lang="en-IN" dirty="0"/>
          </a:p>
        </p:txBody>
      </p:sp>
      <p:sp>
        <p:nvSpPr>
          <p:cNvPr id="4" name="Date Placeholder 3"/>
          <p:cNvSpPr>
            <a:spLocks noGrp="1"/>
          </p:cNvSpPr>
          <p:nvPr>
            <p:ph type="dt" sz="half" idx="10"/>
          </p:nvPr>
        </p:nvSpPr>
        <p:spPr/>
        <p:txBody>
          <a:bodyPr/>
          <a:lstStyle/>
          <a:p>
            <a:fld id="{A1B546CC-EF41-445A-A49D-F20AAC14231E}"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301592332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2">
            <a:schemeClr val="accent5">
              <a:shade val="50000"/>
            </a:schemeClr>
          </a:lnRef>
          <a:fillRef idx="1">
            <a:schemeClr val="accent5"/>
          </a:fillRef>
          <a:effectRef idx="0">
            <a:schemeClr val="accent5"/>
          </a:effectRef>
          <a:fontRef idx="minor">
            <a:schemeClr val="lt1"/>
          </a:fontRef>
        </p:style>
        <p:txBody>
          <a:bodyPr/>
          <a:lstStyle/>
          <a:p>
            <a:r>
              <a:rPr lang="en-US" dirty="0" smtClean="0"/>
              <a:t>Class Activity</a:t>
            </a:r>
            <a:endParaRPr lang="en-IN" dirty="0"/>
          </a:p>
        </p:txBody>
      </p:sp>
      <p:sp>
        <p:nvSpPr>
          <p:cNvPr id="3" name="Content Placeholder 2"/>
          <p:cNvSpPr>
            <a:spLocks noGrp="1"/>
          </p:cNvSpPr>
          <p:nvPr>
            <p:ph idx="1"/>
          </p:nvPr>
        </p:nvSpPr>
        <p:spPr/>
        <p:style>
          <a:lnRef idx="0">
            <a:schemeClr val="accent6"/>
          </a:lnRef>
          <a:fillRef idx="3">
            <a:schemeClr val="accent6"/>
          </a:fillRef>
          <a:effectRef idx="3">
            <a:schemeClr val="accent6"/>
          </a:effectRef>
          <a:fontRef idx="minor">
            <a:schemeClr val="lt1"/>
          </a:fontRef>
        </p:style>
        <p:txBody>
          <a:bodyPr/>
          <a:lstStyle/>
          <a:p>
            <a:pPr algn="just"/>
            <a:r>
              <a:rPr lang="en-US" dirty="0" err="1" smtClean="0"/>
              <a:t>Aaradhya</a:t>
            </a:r>
            <a:r>
              <a:rPr lang="en-US" dirty="0" smtClean="0"/>
              <a:t>, a minor, broke her ankle during a football match. She engaged Dr. </a:t>
            </a:r>
            <a:r>
              <a:rPr lang="en-US" dirty="0" err="1" smtClean="0"/>
              <a:t>Rishit</a:t>
            </a:r>
            <a:r>
              <a:rPr lang="en-US" dirty="0" smtClean="0"/>
              <a:t> to take care of her broken ankle. Does the doctor have a valid claim for the services that were offered?</a:t>
            </a:r>
            <a:endParaRPr lang="en-IN" dirty="0"/>
          </a:p>
        </p:txBody>
      </p:sp>
      <p:sp>
        <p:nvSpPr>
          <p:cNvPr id="4" name="Date Placeholder 3"/>
          <p:cNvSpPr>
            <a:spLocks noGrp="1"/>
          </p:cNvSpPr>
          <p:nvPr>
            <p:ph type="dt" sz="half" idx="10"/>
          </p:nvPr>
        </p:nvSpPr>
        <p:spPr/>
        <p:txBody>
          <a:bodyPr/>
          <a:lstStyle/>
          <a:p>
            <a:fld id="{7215BED9-2209-4074-A808-D6A089D3BB99}"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Tree>
    <p:extLst>
      <p:ext uri="{BB962C8B-B14F-4D97-AF65-F5344CB8AC3E}">
        <p14:creationId xmlns:p14="http://schemas.microsoft.com/office/powerpoint/2010/main" val="294413545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1">
            <a:schemeClr val="accent1"/>
          </a:lnRef>
          <a:fillRef idx="2">
            <a:schemeClr val="accent1"/>
          </a:fillRef>
          <a:effectRef idx="1">
            <a:schemeClr val="accent1"/>
          </a:effectRef>
          <a:fontRef idx="minor">
            <a:schemeClr val="dk1"/>
          </a:fontRef>
        </p:style>
        <p:txBody>
          <a:bodyPr/>
          <a:lstStyle/>
          <a:p>
            <a:r>
              <a:rPr lang="en-US" dirty="0" smtClean="0"/>
              <a:t>Class Activity</a:t>
            </a:r>
            <a:endParaRPr lang="en-IN" dirty="0"/>
          </a:p>
        </p:txBody>
      </p:sp>
      <p:sp>
        <p:nvSpPr>
          <p:cNvPr id="3" name="Content Placeholder 2"/>
          <p:cNvSpPr>
            <a:spLocks noGrp="1"/>
          </p:cNvSpPr>
          <p:nvPr>
            <p:ph idx="1"/>
          </p:nvPr>
        </p:nvSpPr>
        <p:spPr/>
        <p:style>
          <a:lnRef idx="2">
            <a:schemeClr val="accent6">
              <a:shade val="50000"/>
            </a:schemeClr>
          </a:lnRef>
          <a:fillRef idx="1">
            <a:schemeClr val="accent6"/>
          </a:fillRef>
          <a:effectRef idx="0">
            <a:schemeClr val="accent6"/>
          </a:effectRef>
          <a:fontRef idx="minor">
            <a:schemeClr val="lt1"/>
          </a:fontRef>
        </p:style>
        <p:txBody>
          <a:bodyPr/>
          <a:lstStyle/>
          <a:p>
            <a:pPr algn="just"/>
            <a:r>
              <a:rPr lang="en-US" dirty="0" smtClean="0"/>
              <a:t>M lends a type writer to </a:t>
            </a:r>
            <a:r>
              <a:rPr lang="en-US" dirty="0" err="1" smtClean="0"/>
              <a:t>Emeralda</a:t>
            </a:r>
            <a:r>
              <a:rPr lang="en-US" dirty="0" smtClean="0"/>
              <a:t>, a minor for typing practice for a period of three months. It was agreed that </a:t>
            </a:r>
            <a:r>
              <a:rPr lang="en-US" dirty="0" err="1" smtClean="0"/>
              <a:t>Emeralda</a:t>
            </a:r>
            <a:r>
              <a:rPr lang="en-US" dirty="0" smtClean="0"/>
              <a:t> will pay M </a:t>
            </a:r>
            <a:r>
              <a:rPr lang="en-US" dirty="0" err="1" smtClean="0"/>
              <a:t>Rs</a:t>
            </a:r>
            <a:r>
              <a:rPr lang="en-US" dirty="0" smtClean="0"/>
              <a:t> 500 as monthly rent for the typewriter. At the end of the three months, </a:t>
            </a:r>
            <a:r>
              <a:rPr lang="en-US" dirty="0" err="1" smtClean="0"/>
              <a:t>Emeralda</a:t>
            </a:r>
            <a:r>
              <a:rPr lang="en-US" dirty="0" smtClean="0"/>
              <a:t> refuses to pay. Can M recover the charges from </a:t>
            </a:r>
            <a:r>
              <a:rPr lang="en-US" dirty="0" err="1" smtClean="0"/>
              <a:t>Emeralda</a:t>
            </a:r>
            <a:r>
              <a:rPr lang="en-US" dirty="0" smtClean="0"/>
              <a:t> (a) if the typewriter was lent for necessaries? (b) if the typewriter was not lent for necessaries?</a:t>
            </a:r>
            <a:endParaRPr lang="en-IN" dirty="0"/>
          </a:p>
        </p:txBody>
      </p:sp>
      <p:sp>
        <p:nvSpPr>
          <p:cNvPr id="4" name="Date Placeholder 3"/>
          <p:cNvSpPr>
            <a:spLocks noGrp="1"/>
          </p:cNvSpPr>
          <p:nvPr>
            <p:ph type="dt" sz="half" idx="10"/>
          </p:nvPr>
        </p:nvSpPr>
        <p:spPr/>
        <p:txBody>
          <a:bodyPr/>
          <a:lstStyle/>
          <a:p>
            <a:fld id="{9130F6FE-7C5B-4D7E-8212-0675392CD566}"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val="303426142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Remedies for the Breach of Contract</a:t>
            </a: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69437065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AB76C66-33A2-4ADA-B559-CDCFEFEED1A9}"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Tree>
    <p:extLst>
      <p:ext uri="{BB962C8B-B14F-4D97-AF65-F5344CB8AC3E}">
        <p14:creationId xmlns:p14="http://schemas.microsoft.com/office/powerpoint/2010/main" val="323136408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4032364758"/>
              </p:ext>
            </p:extLst>
          </p:nvPr>
        </p:nvGraphicFramePr>
        <p:xfrm>
          <a:off x="0" y="0"/>
          <a:ext cx="9144000" cy="6187440"/>
        </p:xfrm>
        <a:graphic>
          <a:graphicData uri="http://schemas.openxmlformats.org/drawingml/2006/table">
            <a:tbl>
              <a:tblPr bandRow="1">
                <a:tableStyleId>{5C22544A-7EE6-4342-B048-85BDC9FD1C3A}</a:tableStyleId>
              </a:tblPr>
              <a:tblGrid>
                <a:gridCol w="12954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tblGrid>
              <a:tr h="370840">
                <a:tc>
                  <a:txBody>
                    <a:bodyPr/>
                    <a:lstStyle/>
                    <a:p>
                      <a:pPr algn="just"/>
                      <a:r>
                        <a:rPr lang="en-US" dirty="0" smtClean="0"/>
                        <a:t>Rescission of the contract</a:t>
                      </a:r>
                      <a:endParaRPr lang="en-IN" dirty="0" smtClean="0"/>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When a contract is broken by one party, the other party may sue to treat the contract as rescinded and refuse further performance. In such a case, he is absolved from all his obligations under the contract.</a:t>
                      </a:r>
                      <a:endParaRPr lang="en-IN" sz="1800" kern="1200" dirty="0" smtClean="0">
                        <a:solidFill>
                          <a:schemeClr val="dk1"/>
                        </a:solidFill>
                        <a:effectLst/>
                        <a:latin typeface="+mn-lt"/>
                        <a:ea typeface="+mn-ea"/>
                        <a:cs typeface="+mn-cs"/>
                      </a:endParaRPr>
                    </a:p>
                    <a:p>
                      <a:pPr algn="just"/>
                      <a:endParaRPr lang="en-IN" dirty="0"/>
                    </a:p>
                  </a:txBody>
                  <a:tcPr/>
                </a:tc>
                <a:tc>
                  <a:txBody>
                    <a:bodyPr/>
                    <a:lstStyle/>
                    <a:p>
                      <a:pPr algn="just"/>
                      <a:endParaRPr lang="en-IN"/>
                    </a:p>
                  </a:txBody>
                  <a:tcPr/>
                </a:tc>
                <a:extLst>
                  <a:ext uri="{0D108BD9-81ED-4DB2-BD59-A6C34878D82A}">
                    <a16:rowId xmlns:a16="http://schemas.microsoft.com/office/drawing/2014/main" val="10000"/>
                  </a:ext>
                </a:extLst>
              </a:tr>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t>Suit for Damages</a:t>
                      </a:r>
                      <a:endParaRPr lang="en-IN" dirty="0" smtClean="0"/>
                    </a:p>
                    <a:p>
                      <a:pPr algn="just"/>
                      <a:endParaRPr lang="en-IN" dirty="0"/>
                    </a:p>
                  </a:txBody>
                  <a:tcPr/>
                </a:tc>
                <a:tc>
                  <a:txBody>
                    <a:bodyPr/>
                    <a:lstStyle/>
                    <a:p>
                      <a:pPr algn="just"/>
                      <a:r>
                        <a:rPr lang="en-US" sz="1800" kern="1200" dirty="0" smtClean="0">
                          <a:solidFill>
                            <a:schemeClr val="dk1"/>
                          </a:solidFill>
                          <a:effectLst/>
                          <a:latin typeface="+mn-lt"/>
                          <a:ea typeface="+mn-ea"/>
                          <a:cs typeface="+mn-cs"/>
                        </a:rPr>
                        <a:t>Damages are monetary compensation allowed to the injured parties by the court for the loss or injury suffered by him by the breach of the contract. The doctrine of restitution is followed here.  (Hadley V </a:t>
                      </a:r>
                      <a:r>
                        <a:rPr lang="en-US" sz="1800" kern="1200" dirty="0" err="1" smtClean="0">
                          <a:solidFill>
                            <a:schemeClr val="dk1"/>
                          </a:solidFill>
                          <a:effectLst/>
                          <a:latin typeface="+mn-lt"/>
                          <a:ea typeface="+mn-ea"/>
                          <a:cs typeface="+mn-cs"/>
                        </a:rPr>
                        <a:t>Baxendale</a:t>
                      </a:r>
                      <a:r>
                        <a:rPr lang="en-US" sz="1800" kern="1200" dirty="0" smtClean="0">
                          <a:solidFill>
                            <a:schemeClr val="dk1"/>
                          </a:solidFill>
                          <a:effectLst/>
                          <a:latin typeface="+mn-lt"/>
                          <a:ea typeface="+mn-ea"/>
                          <a:cs typeface="+mn-cs"/>
                        </a:rPr>
                        <a:t>, 1854)</a:t>
                      </a:r>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1. Damages arising naturally – ordinary damages </a:t>
                      </a:r>
                      <a:endParaRPr lang="en-IN" sz="1400" kern="1200" dirty="0" smtClean="0">
                        <a:solidFill>
                          <a:schemeClr val="dk1"/>
                        </a:solidFill>
                        <a:effectLst/>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2. Damages in contemplation of the parties – Special Damages</a:t>
                      </a:r>
                      <a:endParaRPr lang="en-IN" sz="1400" kern="1200" dirty="0" smtClean="0">
                        <a:solidFill>
                          <a:schemeClr val="dk1"/>
                        </a:solidFill>
                        <a:effectLst/>
                        <a:latin typeface="+mn-lt"/>
                        <a:ea typeface="+mn-ea"/>
                        <a:cs typeface="+mn-cs"/>
                      </a:endParaRPr>
                    </a:p>
                    <a:p>
                      <a:pPr algn="just"/>
                      <a:r>
                        <a:rPr lang="en-IN" sz="1400" dirty="0" smtClean="0"/>
                        <a:t>[</a:t>
                      </a:r>
                      <a:r>
                        <a:rPr lang="en-US" sz="1400" kern="1200" dirty="0" smtClean="0">
                          <a:solidFill>
                            <a:schemeClr val="dk1"/>
                          </a:solidFill>
                          <a:effectLst/>
                          <a:latin typeface="+mn-lt"/>
                          <a:ea typeface="+mn-ea"/>
                          <a:cs typeface="+mn-cs"/>
                        </a:rPr>
                        <a:t>Madras Rail Company Vs. Rajeev Rau(1898)</a:t>
                      </a:r>
                      <a:r>
                        <a:rPr lang="en-IN" sz="1400" dirty="0" smtClean="0"/>
                        <a:t>]</a:t>
                      </a:r>
                    </a:p>
                    <a:p>
                      <a:pPr algn="just"/>
                      <a:r>
                        <a:rPr lang="en-US" sz="1400" kern="1200" dirty="0" smtClean="0">
                          <a:solidFill>
                            <a:schemeClr val="dk1"/>
                          </a:solidFill>
                          <a:effectLst/>
                          <a:latin typeface="+mn-lt"/>
                          <a:ea typeface="+mn-ea"/>
                          <a:cs typeface="+mn-cs"/>
                        </a:rPr>
                        <a:t>3.Vindictive or exemplary damages</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4. Nominal Damages</a:t>
                      </a:r>
                      <a:endParaRPr lang="en-IN" sz="1400" kern="1200" dirty="0" smtClean="0">
                        <a:solidFill>
                          <a:schemeClr val="dk1"/>
                        </a:solidFill>
                        <a:effectLst/>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5. Damages for loss of reputation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6. Damages for inconvenience and discomfort [Hobbs </a:t>
                      </a:r>
                      <a:r>
                        <a:rPr lang="en-US" sz="1400" kern="1200" dirty="0" err="1" smtClean="0">
                          <a:solidFill>
                            <a:schemeClr val="dk1"/>
                          </a:solidFill>
                          <a:effectLst/>
                          <a:latin typeface="+mn-lt"/>
                          <a:ea typeface="+mn-ea"/>
                          <a:cs typeface="+mn-cs"/>
                        </a:rPr>
                        <a:t>Vs</a:t>
                      </a:r>
                      <a:r>
                        <a:rPr lang="en-US" sz="1400" kern="1200" dirty="0" smtClean="0">
                          <a:solidFill>
                            <a:schemeClr val="dk1"/>
                          </a:solidFill>
                          <a:effectLst/>
                          <a:latin typeface="+mn-lt"/>
                          <a:ea typeface="+mn-ea"/>
                          <a:cs typeface="+mn-cs"/>
                        </a:rPr>
                        <a:t> London &amp; S.W. Rail Co (1875)]</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7. Mitigation of Damages</a:t>
                      </a:r>
                      <a:endParaRPr lang="en-IN" sz="1400" kern="1200" dirty="0" smtClean="0">
                        <a:solidFill>
                          <a:schemeClr val="dk1"/>
                        </a:solidFill>
                        <a:effectLst/>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8. Difficulty of Assessment</a:t>
                      </a:r>
                      <a:endParaRPr lang="en-IN" sz="1400" kern="1200" dirty="0" smtClean="0">
                        <a:solidFill>
                          <a:schemeClr val="dk1"/>
                        </a:solidFill>
                        <a:effectLst/>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e.g. Chaplin Vs. Hicks(1911)</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9. Cost of Decree</a:t>
                      </a:r>
                      <a:endParaRPr lang="en-IN" sz="1400" kern="1200" dirty="0" smtClean="0">
                        <a:solidFill>
                          <a:schemeClr val="dk1"/>
                        </a:solidFill>
                        <a:effectLst/>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10. Damages agreed upon in advance in case of breach</a:t>
                      </a:r>
                      <a:endParaRPr lang="en-IN" sz="1400" kern="1200" dirty="0" smtClean="0">
                        <a:solidFill>
                          <a:schemeClr val="dk1"/>
                        </a:solidFill>
                        <a:effectLst/>
                        <a:latin typeface="+mn-lt"/>
                        <a:ea typeface="+mn-ea"/>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mn-lt"/>
                          <a:ea typeface="+mn-ea"/>
                          <a:cs typeface="+mn-cs"/>
                        </a:rPr>
                        <a:t>(Section 74)</a:t>
                      </a:r>
                    </a:p>
                  </a:txBody>
                  <a:tcPr/>
                </a:tc>
                <a:extLst>
                  <a:ext uri="{0D108BD9-81ED-4DB2-BD59-A6C34878D82A}">
                    <a16:rowId xmlns:a16="http://schemas.microsoft.com/office/drawing/2014/main" val="10001"/>
                  </a:ext>
                </a:extLst>
              </a:tr>
            </a:tbl>
          </a:graphicData>
        </a:graphic>
      </p:graphicFrame>
      <p:sp>
        <p:nvSpPr>
          <p:cNvPr id="4" name="Date Placeholder 3"/>
          <p:cNvSpPr>
            <a:spLocks noGrp="1"/>
          </p:cNvSpPr>
          <p:nvPr>
            <p:ph type="dt" sz="half" idx="10"/>
          </p:nvPr>
        </p:nvSpPr>
        <p:spPr/>
        <p:txBody>
          <a:bodyPr/>
          <a:lstStyle/>
          <a:p>
            <a:fld id="{A18561CB-3721-4648-A574-58418FF80C25}"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336448375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339364653"/>
              </p:ext>
            </p:extLst>
          </p:nvPr>
        </p:nvGraphicFramePr>
        <p:xfrm>
          <a:off x="6927" y="34636"/>
          <a:ext cx="9137073" cy="7040880"/>
        </p:xfrm>
        <a:graphic>
          <a:graphicData uri="http://schemas.openxmlformats.org/drawingml/2006/table">
            <a:tbl>
              <a:tblPr bandRow="1">
                <a:tableStyleId>{5C22544A-7EE6-4342-B048-85BDC9FD1C3A}</a:tableStyleId>
              </a:tblPr>
              <a:tblGrid>
                <a:gridCol w="1136073">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t>Suit upon quantum merit</a:t>
                      </a:r>
                      <a:endParaRPr lang="en-IN" dirty="0" smtClean="0"/>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Where a contract partly performed by one party has become discharged by the breach of the contract by the other party. The right is founded not on the original contract which is discharged, but on an implied promise by the other party to pay for what has been done. </a:t>
                      </a:r>
                      <a:endParaRPr lang="en-IN" sz="1800" kern="1200" dirty="0" smtClean="0">
                        <a:solidFill>
                          <a:schemeClr val="dk1"/>
                        </a:solidFill>
                        <a:effectLst/>
                        <a:latin typeface="+mn-lt"/>
                        <a:ea typeface="+mn-ea"/>
                        <a:cs typeface="+mn-cs"/>
                      </a:endParaRPr>
                    </a:p>
                    <a:p>
                      <a:pPr algn="just"/>
                      <a:endParaRPr lang="en-IN" dirty="0"/>
                    </a:p>
                  </a:txBody>
                  <a:tcPr/>
                </a:tc>
                <a:tc>
                  <a:txBody>
                    <a:bodyPr/>
                    <a:lstStyle/>
                    <a:p>
                      <a:pPr algn="just"/>
                      <a:endParaRPr lang="en-IN" dirty="0"/>
                    </a:p>
                  </a:txBody>
                  <a:tcPr/>
                </a:tc>
                <a:extLst>
                  <a:ext uri="{0D108BD9-81ED-4DB2-BD59-A6C34878D82A}">
                    <a16:rowId xmlns:a16="http://schemas.microsoft.com/office/drawing/2014/main" val="10000"/>
                  </a:ext>
                </a:extLst>
              </a:tr>
              <a:tr h="370840">
                <a:tc>
                  <a:txBody>
                    <a:bodyPr/>
                    <a:lstStyle/>
                    <a:p>
                      <a:pPr algn="just"/>
                      <a:r>
                        <a:rPr lang="en-IN" dirty="0" smtClean="0"/>
                        <a:t>Suit for specific performance of the contract</a:t>
                      </a:r>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In cases where damages are not the adequate remedy, the court may direct the party in breach to carry out his promise according to the terms of the contract</a:t>
                      </a:r>
                      <a:r>
                        <a:rPr lang="en-US" sz="1800" b="1" kern="1200" dirty="0" smtClean="0">
                          <a:solidFill>
                            <a:schemeClr val="dk1"/>
                          </a:solidFill>
                          <a:effectLst/>
                          <a:latin typeface="+mn-lt"/>
                          <a:ea typeface="+mn-ea"/>
                          <a:cs typeface="+mn-cs"/>
                        </a:rPr>
                        <a:t>.</a:t>
                      </a:r>
                    </a:p>
                    <a:p>
                      <a:pPr marL="0" marR="0" indent="0" algn="just" defTabSz="914400" rtl="0" eaLnBrk="1" fontAlgn="auto" latinLnBrk="0" hangingPunct="1">
                        <a:lnSpc>
                          <a:spcPct val="100000"/>
                        </a:lnSpc>
                        <a:spcBef>
                          <a:spcPts val="0"/>
                        </a:spcBef>
                        <a:spcAft>
                          <a:spcPts val="0"/>
                        </a:spcAft>
                        <a:buClrTx/>
                        <a:buSzTx/>
                        <a:buFontTx/>
                        <a:buNone/>
                        <a:tabLst/>
                        <a:defRPr/>
                      </a:pPr>
                      <a:endParaRPr lang="en-IN" dirty="0" smtClean="0"/>
                    </a:p>
                    <a:p>
                      <a:pPr algn="just"/>
                      <a:r>
                        <a:rPr lang="en-US" sz="1800" b="1" kern="1200" dirty="0" smtClean="0">
                          <a:solidFill>
                            <a:schemeClr val="dk1"/>
                          </a:solidFill>
                          <a:effectLst/>
                          <a:latin typeface="+mn-lt"/>
                          <a:ea typeface="+mn-ea"/>
                          <a:cs typeface="+mn-cs"/>
                        </a:rPr>
                        <a:t>Some cases where specific performance may be demanded are</a:t>
                      </a:r>
                      <a:r>
                        <a:rPr lang="en-US" sz="1800" kern="1200" dirty="0" smtClean="0">
                          <a:solidFill>
                            <a:schemeClr val="dk1"/>
                          </a:solidFill>
                          <a:effectLst/>
                          <a:latin typeface="+mn-lt"/>
                          <a:ea typeface="+mn-ea"/>
                          <a:cs typeface="+mn-cs"/>
                        </a:rPr>
                        <a:t>:</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a. compensation in money for its non-performance is not an adequate relief.</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b. When there exists no standard for ascertaining the actual damages  </a:t>
                      </a:r>
                    </a:p>
                    <a:p>
                      <a:pPr algn="just"/>
                      <a:r>
                        <a:rPr lang="en-US" sz="1800" kern="1200" dirty="0" smtClean="0">
                          <a:solidFill>
                            <a:schemeClr val="dk1"/>
                          </a:solidFill>
                          <a:effectLst/>
                          <a:latin typeface="+mn-lt"/>
                          <a:ea typeface="+mn-ea"/>
                          <a:cs typeface="+mn-cs"/>
                        </a:rPr>
                        <a:t>c. When it is probable that the compensation in money cannot be got for the non-performance of the act agreed to be done. </a:t>
                      </a:r>
                      <a:endParaRPr lang="en-IN" sz="1800" kern="1200" dirty="0" smtClean="0">
                        <a:solidFill>
                          <a:schemeClr val="dk1"/>
                        </a:solidFill>
                        <a:effectLst/>
                        <a:latin typeface="+mn-lt"/>
                        <a:ea typeface="+mn-ea"/>
                        <a:cs typeface="+mn-cs"/>
                      </a:endParaRPr>
                    </a:p>
                  </a:txBody>
                  <a:tcPr/>
                </a:tc>
                <a:tc>
                  <a:txBody>
                    <a:bodyPr/>
                    <a:lstStyle/>
                    <a:p>
                      <a:pPr algn="just"/>
                      <a:r>
                        <a:rPr lang="en-US" sz="1800" b="1" kern="1200" dirty="0" smtClean="0">
                          <a:solidFill>
                            <a:schemeClr val="dk1"/>
                          </a:solidFill>
                          <a:effectLst/>
                          <a:latin typeface="+mn-lt"/>
                          <a:ea typeface="+mn-ea"/>
                          <a:cs typeface="+mn-cs"/>
                        </a:rPr>
                        <a:t>Specific performance will not be granted when:</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a. damages are an adequate remedy</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b. the contract is not certain, or is inequitable to the other party</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c. the contract is in its nature revocable</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d. the contract is made by trustees in breach of their trust</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e. the contract is of a personal nature e.g. a contract to marry</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f. the contract is made by a company in excess of its powers as laid down in its Memorandum of Association. </a:t>
                      </a:r>
                      <a:endParaRPr lang="en-IN" sz="1800" kern="1200" dirty="0" smtClean="0">
                        <a:solidFill>
                          <a:schemeClr val="dk1"/>
                        </a:solidFill>
                        <a:effectLst/>
                        <a:latin typeface="+mn-lt"/>
                        <a:ea typeface="+mn-ea"/>
                        <a:cs typeface="+mn-cs"/>
                      </a:endParaRPr>
                    </a:p>
                    <a:p>
                      <a:pPr algn="just"/>
                      <a:r>
                        <a:rPr lang="en-US" sz="1800" kern="1200" dirty="0" smtClean="0">
                          <a:solidFill>
                            <a:schemeClr val="dk1"/>
                          </a:solidFill>
                          <a:effectLst/>
                          <a:latin typeface="+mn-lt"/>
                          <a:ea typeface="+mn-ea"/>
                          <a:cs typeface="+mn-cs"/>
                        </a:rPr>
                        <a:t>g. the Court cannot supervise its carrying out.</a:t>
                      </a:r>
                      <a:endParaRPr lang="en-IN" sz="1800" kern="1200" dirty="0" smtClean="0">
                        <a:solidFill>
                          <a:schemeClr val="dk1"/>
                        </a:solidFill>
                        <a:effectLst/>
                        <a:latin typeface="+mn-lt"/>
                        <a:ea typeface="+mn-ea"/>
                        <a:cs typeface="+mn-cs"/>
                      </a:endParaRPr>
                    </a:p>
                    <a:p>
                      <a:pPr algn="just"/>
                      <a:endParaRPr lang="en-IN" dirty="0"/>
                    </a:p>
                  </a:txBody>
                  <a:tcPr/>
                </a:tc>
                <a:extLst>
                  <a:ext uri="{0D108BD9-81ED-4DB2-BD59-A6C34878D82A}">
                    <a16:rowId xmlns:a16="http://schemas.microsoft.com/office/drawing/2014/main" val="10001"/>
                  </a:ext>
                </a:extLst>
              </a:tr>
            </a:tbl>
          </a:graphicData>
        </a:graphic>
      </p:graphicFrame>
      <p:sp>
        <p:nvSpPr>
          <p:cNvPr id="4" name="Date Placeholder 3"/>
          <p:cNvSpPr>
            <a:spLocks noGrp="1"/>
          </p:cNvSpPr>
          <p:nvPr>
            <p:ph type="dt" sz="half" idx="10"/>
          </p:nvPr>
        </p:nvSpPr>
        <p:spPr/>
        <p:txBody>
          <a:bodyPr/>
          <a:lstStyle/>
          <a:p>
            <a:fld id="{C107228D-70EF-4627-BFB8-677063729B91}"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val="101967220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417713787"/>
              </p:ext>
            </p:extLst>
          </p:nvPr>
        </p:nvGraphicFramePr>
        <p:xfrm>
          <a:off x="6926" y="0"/>
          <a:ext cx="9137073" cy="5715000"/>
        </p:xfrm>
        <a:graphic>
          <a:graphicData uri="http://schemas.openxmlformats.org/drawingml/2006/table">
            <a:tbl>
              <a:tblPr bandRow="1">
                <a:tableStyleId>{5C22544A-7EE6-4342-B048-85BDC9FD1C3A}</a:tableStyleId>
              </a:tblPr>
              <a:tblGrid>
                <a:gridCol w="2199666">
                  <a:extLst>
                    <a:ext uri="{9D8B030D-6E8A-4147-A177-3AD203B41FA5}">
                      <a16:colId xmlns:a16="http://schemas.microsoft.com/office/drawing/2014/main" val="20000"/>
                    </a:ext>
                  </a:extLst>
                </a:gridCol>
                <a:gridCol w="3891716">
                  <a:extLst>
                    <a:ext uri="{9D8B030D-6E8A-4147-A177-3AD203B41FA5}">
                      <a16:colId xmlns:a16="http://schemas.microsoft.com/office/drawing/2014/main" val="20001"/>
                    </a:ext>
                  </a:extLst>
                </a:gridCol>
                <a:gridCol w="3045691">
                  <a:extLst>
                    <a:ext uri="{9D8B030D-6E8A-4147-A177-3AD203B41FA5}">
                      <a16:colId xmlns:a16="http://schemas.microsoft.com/office/drawing/2014/main" val="20002"/>
                    </a:ext>
                  </a:extLst>
                </a:gridCol>
              </a:tblGrid>
              <a:tr h="28575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IN" dirty="0" smtClean="0"/>
                    </a:p>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t>Suit for Injunction</a:t>
                      </a:r>
                      <a:endParaRPr lang="en-IN" dirty="0" smtClean="0"/>
                    </a:p>
                    <a:p>
                      <a:pPr algn="just"/>
                      <a:endParaRPr lang="en-IN" dirty="0" smtClean="0"/>
                    </a:p>
                    <a:p>
                      <a:pPr marL="0" marR="0" indent="0" algn="just" defTabSz="914400" rtl="0" eaLnBrk="1" fontAlgn="auto" latinLnBrk="0" hangingPunct="1">
                        <a:lnSpc>
                          <a:spcPct val="100000"/>
                        </a:lnSpc>
                        <a:spcBef>
                          <a:spcPts val="0"/>
                        </a:spcBef>
                        <a:spcAft>
                          <a:spcPts val="0"/>
                        </a:spcAft>
                        <a:buClrTx/>
                        <a:buSzTx/>
                        <a:buFontTx/>
                        <a:buNone/>
                        <a:tabLst/>
                        <a:defRPr/>
                      </a:pPr>
                      <a:endParaRPr lang="en-IN" dirty="0" smtClean="0"/>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When a party is in breach of a negative term of a contract (i.e. where a party does what he promised not to do), the Court may, by issuing an order, restrain him from doing what he promised not to do. Such an order of the Court is known as an Injunction. </a:t>
                      </a:r>
                      <a:endParaRPr lang="en-IN" sz="1800" kern="1200" dirty="0" smtClean="0">
                        <a:solidFill>
                          <a:schemeClr val="dk1"/>
                        </a:solidFill>
                        <a:effectLst/>
                        <a:latin typeface="+mn-lt"/>
                        <a:ea typeface="+mn-ea"/>
                        <a:cs typeface="+mn-cs"/>
                      </a:endParaRPr>
                    </a:p>
                    <a:p>
                      <a:pPr algn="just"/>
                      <a:endParaRPr lang="en-IN" dirty="0"/>
                    </a:p>
                  </a:txBody>
                  <a:tcPr/>
                </a:tc>
                <a:tc>
                  <a:txBody>
                    <a:bodyPr/>
                    <a:lstStyle/>
                    <a:p>
                      <a:pPr algn="just"/>
                      <a:r>
                        <a:rPr lang="en-US" sz="1800" kern="1200" dirty="0" smtClean="0">
                          <a:solidFill>
                            <a:schemeClr val="dk1"/>
                          </a:solidFill>
                          <a:effectLst/>
                          <a:latin typeface="+mn-lt"/>
                          <a:ea typeface="+mn-ea"/>
                          <a:cs typeface="+mn-cs"/>
                        </a:rPr>
                        <a:t>e.g. Warner Bros </a:t>
                      </a:r>
                      <a:r>
                        <a:rPr lang="en-US" sz="1800" kern="1200" dirty="0" err="1" smtClean="0">
                          <a:solidFill>
                            <a:schemeClr val="dk1"/>
                          </a:solidFill>
                          <a:effectLst/>
                          <a:latin typeface="+mn-lt"/>
                          <a:ea typeface="+mn-ea"/>
                          <a:cs typeface="+mn-cs"/>
                        </a:rPr>
                        <a:t>Vs</a:t>
                      </a:r>
                      <a:r>
                        <a:rPr lang="en-US" sz="1800" kern="1200" dirty="0" smtClean="0">
                          <a:solidFill>
                            <a:schemeClr val="dk1"/>
                          </a:solidFill>
                          <a:effectLst/>
                          <a:latin typeface="+mn-lt"/>
                          <a:ea typeface="+mn-ea"/>
                          <a:cs typeface="+mn-cs"/>
                        </a:rPr>
                        <a:t> Nelson (1937). </a:t>
                      </a:r>
                      <a:endParaRPr lang="en-IN" dirty="0"/>
                    </a:p>
                  </a:txBody>
                  <a:tcPr/>
                </a:tc>
                <a:extLst>
                  <a:ext uri="{0D108BD9-81ED-4DB2-BD59-A6C34878D82A}">
                    <a16:rowId xmlns:a16="http://schemas.microsoft.com/office/drawing/2014/main" val="10000"/>
                  </a:ext>
                </a:extLst>
              </a:tr>
              <a:tr h="28575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t>Rectification/Cancellation</a:t>
                      </a:r>
                      <a:endParaRPr lang="en-IN" dirty="0" smtClean="0"/>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When through fraud or a mutual mistake of the parties, a contract or other instrument does not express their real intention; either party may institute a suit to have the instrument rectified. If rectification is not possible then the Court may order its cancellation. </a:t>
                      </a:r>
                      <a:endParaRPr lang="en-IN" sz="1800" kern="1200" dirty="0" smtClean="0">
                        <a:solidFill>
                          <a:schemeClr val="dk1"/>
                        </a:solidFill>
                        <a:effectLst/>
                        <a:latin typeface="+mn-lt"/>
                        <a:ea typeface="+mn-ea"/>
                        <a:cs typeface="+mn-cs"/>
                      </a:endParaRPr>
                    </a:p>
                    <a:p>
                      <a:pPr algn="just"/>
                      <a:endParaRPr lang="en-IN"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err="1" smtClean="0">
                          <a:solidFill>
                            <a:schemeClr val="dk1"/>
                          </a:solidFill>
                          <a:effectLst/>
                          <a:latin typeface="+mn-lt"/>
                          <a:ea typeface="+mn-ea"/>
                          <a:cs typeface="+mn-cs"/>
                        </a:rPr>
                        <a:t>e.g</a:t>
                      </a:r>
                      <a:r>
                        <a:rPr lang="en-US" sz="1800" kern="1200" dirty="0" smtClean="0">
                          <a:solidFill>
                            <a:schemeClr val="dk1"/>
                          </a:solidFill>
                          <a:effectLst/>
                          <a:latin typeface="+mn-lt"/>
                          <a:ea typeface="+mn-ea"/>
                          <a:cs typeface="+mn-cs"/>
                        </a:rPr>
                        <a:t> Delta, a ship owner, fraudulently representing the ship to be seaworthy, induces </a:t>
                      </a:r>
                      <a:r>
                        <a:rPr lang="en-US" sz="1800" kern="1200" dirty="0" err="1" smtClean="0">
                          <a:solidFill>
                            <a:schemeClr val="dk1"/>
                          </a:solidFill>
                          <a:effectLst/>
                          <a:latin typeface="+mn-lt"/>
                          <a:ea typeface="+mn-ea"/>
                          <a:cs typeface="+mn-cs"/>
                        </a:rPr>
                        <a:t>Shyam</a:t>
                      </a:r>
                      <a:r>
                        <a:rPr lang="en-US" sz="1800" kern="1200" dirty="0" smtClean="0">
                          <a:solidFill>
                            <a:schemeClr val="dk1"/>
                          </a:solidFill>
                          <a:effectLst/>
                          <a:latin typeface="+mn-lt"/>
                          <a:ea typeface="+mn-ea"/>
                          <a:cs typeface="+mn-cs"/>
                        </a:rPr>
                        <a:t>, an underwriter, to insure the ship. </a:t>
                      </a:r>
                      <a:r>
                        <a:rPr lang="en-US" sz="1800" kern="1200" dirty="0" err="1" smtClean="0">
                          <a:solidFill>
                            <a:schemeClr val="dk1"/>
                          </a:solidFill>
                          <a:effectLst/>
                          <a:latin typeface="+mn-lt"/>
                          <a:ea typeface="+mn-ea"/>
                          <a:cs typeface="+mn-cs"/>
                        </a:rPr>
                        <a:t>Shyam</a:t>
                      </a:r>
                      <a:r>
                        <a:rPr lang="en-US" sz="1800" kern="1200" dirty="0" smtClean="0">
                          <a:solidFill>
                            <a:schemeClr val="dk1"/>
                          </a:solidFill>
                          <a:effectLst/>
                          <a:latin typeface="+mn-lt"/>
                          <a:ea typeface="+mn-ea"/>
                          <a:cs typeface="+mn-cs"/>
                        </a:rPr>
                        <a:t> may obtain the cancellation of the policy. </a:t>
                      </a:r>
                      <a:endParaRPr lang="en-IN" sz="1800" kern="1200" dirty="0" smtClean="0">
                        <a:solidFill>
                          <a:schemeClr val="dk1"/>
                        </a:solidFill>
                        <a:effectLst/>
                        <a:latin typeface="+mn-lt"/>
                        <a:ea typeface="+mn-ea"/>
                        <a:cs typeface="+mn-cs"/>
                      </a:endParaRPr>
                    </a:p>
                    <a:p>
                      <a:pPr algn="just"/>
                      <a:endParaRPr lang="en-IN" dirty="0"/>
                    </a:p>
                  </a:txBody>
                  <a:tcPr/>
                </a:tc>
                <a:extLst>
                  <a:ext uri="{0D108BD9-81ED-4DB2-BD59-A6C34878D82A}">
                    <a16:rowId xmlns:a16="http://schemas.microsoft.com/office/drawing/2014/main" val="10001"/>
                  </a:ext>
                </a:extLst>
              </a:tr>
            </a:tbl>
          </a:graphicData>
        </a:graphic>
      </p:graphicFrame>
      <p:sp>
        <p:nvSpPr>
          <p:cNvPr id="4" name="Date Placeholder 3"/>
          <p:cNvSpPr>
            <a:spLocks noGrp="1"/>
          </p:cNvSpPr>
          <p:nvPr>
            <p:ph type="dt" sz="half" idx="10"/>
          </p:nvPr>
        </p:nvSpPr>
        <p:spPr/>
        <p:txBody>
          <a:bodyPr/>
          <a:lstStyle/>
          <a:p>
            <a:fld id="{5760C0E5-9566-4822-A913-0D25A9729789}" type="datetime2">
              <a:rPr lang="en-US" smtClean="0"/>
              <a:t>Monday, November 24, 2025</a:t>
            </a:fld>
            <a:endParaRPr lang="en-US"/>
          </a:p>
        </p:txBody>
      </p:sp>
      <p:sp>
        <p:nvSpPr>
          <p:cNvPr id="5" name="Footer Placeholder 4"/>
          <p:cNvSpPr>
            <a:spLocks noGrp="1"/>
          </p:cNvSpPr>
          <p:nvPr>
            <p:ph type="ftr" sz="quarter" idx="11"/>
          </p:nvPr>
        </p:nvSpPr>
        <p:spPr/>
        <p:txBody>
          <a:bodyPr/>
          <a:lstStyle/>
          <a:p>
            <a:r>
              <a:rPr lang="en-US" smtClean="0"/>
              <a:t>Dr. Shilpa Sankpal / SVKM's NMIMS Indore Campus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2303493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5046</TotalTime>
  <Words>7790</Words>
  <Application>Microsoft Office PowerPoint</Application>
  <PresentationFormat>On-screen Show (4:3)</PresentationFormat>
  <Paragraphs>906</Paragraphs>
  <Slides>89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89</vt:i4>
      </vt:variant>
    </vt:vector>
  </HeadingPairs>
  <TitlesOfParts>
    <vt:vector size="93" baseType="lpstr">
      <vt:lpstr>Arial</vt:lpstr>
      <vt:lpstr>Calibri</vt:lpstr>
      <vt:lpstr>Wingdings</vt:lpstr>
      <vt:lpstr>Office Theme</vt:lpstr>
      <vt:lpstr>BUSINESS LAWS</vt:lpstr>
      <vt:lpstr>PowerPoint Presentation</vt:lpstr>
      <vt:lpstr>The Indian Contract Act, 1872</vt:lpstr>
      <vt:lpstr>The Indian Contract Act, 1872</vt:lpstr>
      <vt:lpstr>Class Activity</vt:lpstr>
      <vt:lpstr>Essentials of a Valid Contract</vt:lpstr>
      <vt:lpstr>Types of Contracts</vt:lpstr>
      <vt:lpstr>Types of Contracts</vt:lpstr>
      <vt:lpstr>Types of Contracts</vt:lpstr>
      <vt:lpstr>Types of Contracts</vt:lpstr>
      <vt:lpstr>Offer and Acceptance</vt:lpstr>
      <vt:lpstr>How an offer is made? </vt:lpstr>
      <vt:lpstr>Legal Rules as to Offer </vt:lpstr>
      <vt:lpstr>Legal Rules as to Offer </vt:lpstr>
      <vt:lpstr>Legal Rules as to Offer </vt:lpstr>
      <vt:lpstr>ACCEPTANCE </vt:lpstr>
      <vt:lpstr>Legal Rules as to Acceptance </vt:lpstr>
      <vt:lpstr>Legal Rules as to Acceptance </vt:lpstr>
      <vt:lpstr>Legal Rules as to Acceptance </vt:lpstr>
      <vt:lpstr>Privity of Contract</vt:lpstr>
      <vt:lpstr>Privity of Contract - Exceptions</vt:lpstr>
      <vt:lpstr>Exceptions</vt:lpstr>
      <vt:lpstr>Exceptions</vt:lpstr>
      <vt:lpstr>Exceptions</vt:lpstr>
      <vt:lpstr>Caselet</vt:lpstr>
      <vt:lpstr>Consideration</vt:lpstr>
      <vt:lpstr>Legal Rules as to Consideration  </vt:lpstr>
      <vt:lpstr>Legal Rules as to Consideration  </vt:lpstr>
      <vt:lpstr>No Consideration, No Contract</vt:lpstr>
      <vt:lpstr>No Consideration, No Contract</vt:lpstr>
      <vt:lpstr>No Consideration, No Contract</vt:lpstr>
      <vt:lpstr>Capacity to Contract</vt:lpstr>
      <vt:lpstr>Minors </vt:lpstr>
      <vt:lpstr>Minor’s Agreements</vt:lpstr>
      <vt:lpstr>Minor’s Agreements</vt:lpstr>
      <vt:lpstr>Minor’s Agreements</vt:lpstr>
      <vt:lpstr>Persons of Unsound Mind  </vt:lpstr>
      <vt:lpstr>Contracts of persons of unsound mind </vt:lpstr>
      <vt:lpstr>Other Persons</vt:lpstr>
      <vt:lpstr>Free Consent</vt:lpstr>
      <vt:lpstr>Coercion</vt:lpstr>
      <vt:lpstr>Undue Influence</vt:lpstr>
      <vt:lpstr>Misrepresentation</vt:lpstr>
      <vt:lpstr>Fraud</vt:lpstr>
      <vt:lpstr>Does Silence Amount to Fraud?</vt:lpstr>
      <vt:lpstr>Does Silence Amount to Fraud?</vt:lpstr>
      <vt:lpstr>Mistake</vt:lpstr>
      <vt:lpstr>PowerPoint Presentation</vt:lpstr>
      <vt:lpstr>PowerPoint Presentation</vt:lpstr>
      <vt:lpstr>CLASS ACTIVITY</vt:lpstr>
      <vt:lpstr>CLASS ACTIVITY</vt:lpstr>
      <vt:lpstr>CLASS ACTIVITY</vt:lpstr>
      <vt:lpstr>CLASS ACTIVITY</vt:lpstr>
      <vt:lpstr>CLASS ACTIVITY</vt:lpstr>
      <vt:lpstr>CLASS ACTIVITY</vt:lpstr>
      <vt:lpstr>Void Agreements</vt:lpstr>
      <vt:lpstr>Void Agreements</vt:lpstr>
      <vt:lpstr>Void Agreements</vt:lpstr>
      <vt:lpstr>Void Agreements</vt:lpstr>
      <vt:lpstr>Void Agreements</vt:lpstr>
      <vt:lpstr>Void Agreements</vt:lpstr>
      <vt:lpstr>Void Agreements</vt:lpstr>
      <vt:lpstr>Quasi Contracts</vt:lpstr>
      <vt:lpstr>TYPES OF QUASI CONTRACTS </vt:lpstr>
      <vt:lpstr>TYPES OF QUASI CONTRACTS </vt:lpstr>
      <vt:lpstr>TYPES OF QUASI CONTRACTS </vt:lpstr>
      <vt:lpstr>TYPES OF QUASI CONTRACTS </vt:lpstr>
      <vt:lpstr>TYPES OF QUASI CONTRACTS </vt:lpstr>
      <vt:lpstr>TYPES OF QUASI CONTRACTS </vt:lpstr>
      <vt:lpstr>PowerPoint Presentation</vt:lpstr>
      <vt:lpstr>Discharge of Contracts</vt:lpstr>
      <vt:lpstr>By Performance</vt:lpstr>
      <vt:lpstr>By Performance</vt:lpstr>
      <vt:lpstr>By Agreement of Consent</vt:lpstr>
      <vt:lpstr>By Agreement of Consent</vt:lpstr>
      <vt:lpstr>By Agreement of Consent</vt:lpstr>
      <vt:lpstr>How are Waiver and Rescission different?</vt:lpstr>
      <vt:lpstr>By Impossibility</vt:lpstr>
      <vt:lpstr>By Impossibility</vt:lpstr>
      <vt:lpstr>By Lapse of Time</vt:lpstr>
      <vt:lpstr>By Operation of Law</vt:lpstr>
      <vt:lpstr>By Breach of Contract</vt:lpstr>
      <vt:lpstr>Class Activity</vt:lpstr>
      <vt:lpstr>Class Activity</vt:lpstr>
      <vt:lpstr>Class Activity</vt:lpstr>
      <vt:lpstr>Remedies for the Breach of Contract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LAWS</dc:title>
  <dc:creator>Dr Shilpa Sankpal</dc:creator>
  <cp:lastModifiedBy>Shilpa Sankpal (Dr.)</cp:lastModifiedBy>
  <cp:revision>972</cp:revision>
  <dcterms:created xsi:type="dcterms:W3CDTF">2006-08-16T00:00:00Z</dcterms:created>
  <dcterms:modified xsi:type="dcterms:W3CDTF">2025-11-24T07:07:05Z</dcterms:modified>
</cp:coreProperties>
</file>